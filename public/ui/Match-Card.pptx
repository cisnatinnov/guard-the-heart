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2"/>
  </p:notesMasterIdLst>
  <p:handoutMasterIdLst>
    <p:handoutMasterId r:id="rId83"/>
  </p:handoutMasterIdLst>
  <p:sldIdLst>
    <p:sldId id="448" r:id="rId5"/>
    <p:sldId id="449" r:id="rId6"/>
    <p:sldId id="278" r:id="rId7"/>
    <p:sldId id="351" r:id="rId8"/>
    <p:sldId id="281" r:id="rId9"/>
    <p:sldId id="352" r:id="rId10"/>
    <p:sldId id="282" r:id="rId11"/>
    <p:sldId id="353" r:id="rId12"/>
    <p:sldId id="283" r:id="rId13"/>
    <p:sldId id="354" r:id="rId14"/>
    <p:sldId id="286" r:id="rId15"/>
    <p:sldId id="355" r:id="rId16"/>
    <p:sldId id="289" r:id="rId17"/>
    <p:sldId id="356" r:id="rId18"/>
    <p:sldId id="292" r:id="rId19"/>
    <p:sldId id="357" r:id="rId20"/>
    <p:sldId id="295" r:id="rId21"/>
    <p:sldId id="358" r:id="rId22"/>
    <p:sldId id="297" r:id="rId23"/>
    <p:sldId id="359" r:id="rId24"/>
    <p:sldId id="299" r:id="rId25"/>
    <p:sldId id="360" r:id="rId26"/>
    <p:sldId id="300" r:id="rId27"/>
    <p:sldId id="361" r:id="rId28"/>
    <p:sldId id="342" r:id="rId29"/>
    <p:sldId id="362" r:id="rId30"/>
    <p:sldId id="343" r:id="rId31"/>
    <p:sldId id="363" r:id="rId32"/>
    <p:sldId id="306" r:id="rId33"/>
    <p:sldId id="364" r:id="rId34"/>
    <p:sldId id="307" r:id="rId35"/>
    <p:sldId id="365" r:id="rId36"/>
    <p:sldId id="309" r:id="rId37"/>
    <p:sldId id="366" r:id="rId38"/>
    <p:sldId id="346" r:id="rId39"/>
    <p:sldId id="367" r:id="rId40"/>
    <p:sldId id="347" r:id="rId41"/>
    <p:sldId id="311" r:id="rId42"/>
    <p:sldId id="313" r:id="rId43"/>
    <p:sldId id="348" r:id="rId44"/>
    <p:sldId id="349" r:id="rId45"/>
    <p:sldId id="315" r:id="rId46"/>
    <p:sldId id="350" r:id="rId47"/>
    <p:sldId id="316" r:id="rId48"/>
    <p:sldId id="317" r:id="rId49"/>
    <p:sldId id="319" r:id="rId50"/>
    <p:sldId id="320" r:id="rId51"/>
    <p:sldId id="323" r:id="rId52"/>
    <p:sldId id="324" r:id="rId53"/>
    <p:sldId id="326" r:id="rId54"/>
    <p:sldId id="327" r:id="rId55"/>
    <p:sldId id="328" r:id="rId56"/>
    <p:sldId id="329" r:id="rId57"/>
    <p:sldId id="265" r:id="rId58"/>
    <p:sldId id="280" r:id="rId59"/>
    <p:sldId id="284" r:id="rId60"/>
    <p:sldId id="285" r:id="rId61"/>
    <p:sldId id="287" r:id="rId62"/>
    <p:sldId id="288" r:id="rId63"/>
    <p:sldId id="305" r:id="rId64"/>
    <p:sldId id="290" r:id="rId65"/>
    <p:sldId id="291" r:id="rId66"/>
    <p:sldId id="293" r:id="rId67"/>
    <p:sldId id="294" r:id="rId68"/>
    <p:sldId id="296" r:id="rId69"/>
    <p:sldId id="298" r:id="rId70"/>
    <p:sldId id="301" r:id="rId71"/>
    <p:sldId id="303" r:id="rId72"/>
    <p:sldId id="308" r:id="rId73"/>
    <p:sldId id="312" r:id="rId74"/>
    <p:sldId id="314" r:id="rId75"/>
    <p:sldId id="318" r:id="rId76"/>
    <p:sldId id="321" r:id="rId77"/>
    <p:sldId id="322" r:id="rId78"/>
    <p:sldId id="325" r:id="rId79"/>
    <p:sldId id="266" r:id="rId80"/>
    <p:sldId id="267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06T18:05:22.376"/>
    <p1510:client id="{112C5A44-C28D-4278-90A7-1CAFADBE18A2}" v="694" dt="2026-10-07T11:03:18.487"/>
    <p1510:client id="{338EFD7B-F654-024D-8BC2-4F58E8FF5710}" v="134" dt="2026-10-06T19:50:01.249"/>
    <p1510:client id="{455655CE-4773-713F-45F5-2F1BACE105A6}" v="4" dt="2026-10-07T11:43:36.871"/>
    <p1510:client id="{94AFE365-77CA-4286-8284-8A7853B47DCA}" v="328" dt="2026-10-07T11:56:07.134"/>
    <p1510:client id="{9DB19025-2091-A86A-4308-7D156FF1EAFC}" v="7" dt="2026-10-08T07:32:04.929"/>
    <p1510:client id="{CC475C16-2C68-A24D-81FB-1191DD2FCCE4}" v="4" dt="2026-10-07T13:28:26.815"/>
    <p1510:client id="{CFB43431-31CC-3E2E-BEF5-A7E32CCF67A6}" v="1" dt="2026-10-07T06:23:23.384"/>
    <p1510:client id="{E47C0EC5-2243-404B-A57E-B78DB6896C27}" v="961" dt="2026-10-07T12:24:29.905"/>
    <p1510:client id="{F3EADFF3-082C-E42C-F63E-6C919F84B594}" v="5" dt="2026-10-07T10:47:06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handoutMaster" Target="handoutMasters/handoutMaster1.xml"/><Relationship Id="rId88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oldy Makarim Sigero" userId="af451963-9ade-42ec-a1e5-e26c9f10ad0d" providerId="ADAL" clId="{99199D46-8834-4771-8C7E-CC3AC517C3E5}"/>
    <pc:docChg chg="undo custSel addSld delSld modSld sldOrd">
      <pc:chgData name="Haroldy Makarim Sigero" userId="af451963-9ade-42ec-a1e5-e26c9f10ad0d" providerId="ADAL" clId="{99199D46-8834-4771-8C7E-CC3AC517C3E5}" dt="2026-10-07T11:56:07.133" v="333" actId="21"/>
      <pc:docMkLst>
        <pc:docMk/>
      </pc:docMkLst>
      <pc:sldChg chg="modSp add del mod">
        <pc:chgData name="Haroldy Makarim Sigero" userId="af451963-9ade-42ec-a1e5-e26c9f10ad0d" providerId="ADAL" clId="{99199D46-8834-4771-8C7E-CC3AC517C3E5}" dt="2026-10-07T06:58:52.198" v="61" actId="2696"/>
        <pc:sldMkLst>
          <pc:docMk/>
          <pc:sldMk cId="3007287590" sldId="273"/>
        </pc:sldMkLst>
        <pc:spChg chg="mod">
          <ac:chgData name="Haroldy Makarim Sigero" userId="af451963-9ade-42ec-a1e5-e26c9f10ad0d" providerId="ADAL" clId="{99199D46-8834-4771-8C7E-CC3AC517C3E5}" dt="2026-10-07T06:46:05.873" v="3" actId="1076"/>
          <ac:spMkLst>
            <pc:docMk/>
            <pc:sldMk cId="3007287590" sldId="273"/>
            <ac:spMk id="2" creationId="{01E03FB9-BE29-E0AD-47EC-1F7AC7DB6056}"/>
          </ac:spMkLst>
        </pc:spChg>
        <pc:spChg chg="mod">
          <ac:chgData name="Haroldy Makarim Sigero" userId="af451963-9ade-42ec-a1e5-e26c9f10ad0d" providerId="ADAL" clId="{99199D46-8834-4771-8C7E-CC3AC517C3E5}" dt="2026-10-07T06:49:03.390" v="22" actId="1076"/>
          <ac:spMkLst>
            <pc:docMk/>
            <pc:sldMk cId="3007287590" sldId="273"/>
            <ac:spMk id="3" creationId="{D595369A-BEF1-8871-ADB0-08E01E3E69A3}"/>
          </ac:spMkLst>
        </pc:spChg>
        <pc:spChg chg="mod">
          <ac:chgData name="Haroldy Makarim Sigero" userId="af451963-9ade-42ec-a1e5-e26c9f10ad0d" providerId="ADAL" clId="{99199D46-8834-4771-8C7E-CC3AC517C3E5}" dt="2026-10-07T06:49:30.125" v="25" actId="1076"/>
          <ac:spMkLst>
            <pc:docMk/>
            <pc:sldMk cId="3007287590" sldId="273"/>
            <ac:spMk id="4" creationId="{B5CBE491-B3DE-9615-333E-06FEC88B289E}"/>
          </ac:spMkLst>
        </pc:spChg>
        <pc:spChg chg="mod">
          <ac:chgData name="Haroldy Makarim Sigero" userId="af451963-9ade-42ec-a1e5-e26c9f10ad0d" providerId="ADAL" clId="{99199D46-8834-4771-8C7E-CC3AC517C3E5}" dt="2026-10-07T06:48:54.207" v="21" actId="1076"/>
          <ac:spMkLst>
            <pc:docMk/>
            <pc:sldMk cId="3007287590" sldId="273"/>
            <ac:spMk id="5" creationId="{10760C03-F3D4-6201-D08F-3001FF545BE2}"/>
          </ac:spMkLst>
        </pc:spChg>
        <pc:spChg chg="mod">
          <ac:chgData name="Haroldy Makarim Sigero" userId="af451963-9ade-42ec-a1e5-e26c9f10ad0d" providerId="ADAL" clId="{99199D46-8834-4771-8C7E-CC3AC517C3E5}" dt="2026-10-07T06:49:11.445" v="23" actId="1076"/>
          <ac:spMkLst>
            <pc:docMk/>
            <pc:sldMk cId="3007287590" sldId="273"/>
            <ac:spMk id="6" creationId="{FABDF03A-7ADB-82F1-2A40-17E2B8E5A459}"/>
          </ac:spMkLst>
        </pc:spChg>
      </pc:sldChg>
      <pc:sldChg chg="modSp add del mod">
        <pc:chgData name="Haroldy Makarim Sigero" userId="af451963-9ade-42ec-a1e5-e26c9f10ad0d" providerId="ADAL" clId="{99199D46-8834-4771-8C7E-CC3AC517C3E5}" dt="2026-10-07T07:00:32.929" v="62" actId="2696"/>
        <pc:sldMkLst>
          <pc:docMk/>
          <pc:sldMk cId="3297365108" sldId="277"/>
        </pc:sldMkLst>
        <pc:spChg chg="mod">
          <ac:chgData name="Haroldy Makarim Sigero" userId="af451963-9ade-42ec-a1e5-e26c9f10ad0d" providerId="ADAL" clId="{99199D46-8834-4771-8C7E-CC3AC517C3E5}" dt="2026-10-07T06:50:09.761" v="29" actId="1076"/>
          <ac:spMkLst>
            <pc:docMk/>
            <pc:sldMk cId="3297365108" sldId="277"/>
            <ac:spMk id="2" creationId="{281C1232-17E3-41C4-CFC4-E31DC103DC28}"/>
          </ac:spMkLst>
        </pc:spChg>
        <pc:spChg chg="mod">
          <ac:chgData name="Haroldy Makarim Sigero" userId="af451963-9ade-42ec-a1e5-e26c9f10ad0d" providerId="ADAL" clId="{99199D46-8834-4771-8C7E-CC3AC517C3E5}" dt="2026-10-07T06:51:30.139" v="35" actId="1076"/>
          <ac:spMkLst>
            <pc:docMk/>
            <pc:sldMk cId="3297365108" sldId="277"/>
            <ac:spMk id="3" creationId="{A4177BB3-A238-D0F7-FCE7-82460B7B32DA}"/>
          </ac:spMkLst>
        </pc:spChg>
        <pc:spChg chg="mod">
          <ac:chgData name="Haroldy Makarim Sigero" userId="af451963-9ade-42ec-a1e5-e26c9f10ad0d" providerId="ADAL" clId="{99199D46-8834-4771-8C7E-CC3AC517C3E5}" dt="2026-10-07T06:51:48.996" v="39" actId="1076"/>
          <ac:spMkLst>
            <pc:docMk/>
            <pc:sldMk cId="3297365108" sldId="277"/>
            <ac:spMk id="4" creationId="{EB048FA9-4A57-416B-D50C-7A16002C61F9}"/>
          </ac:spMkLst>
        </pc:spChg>
        <pc:spChg chg="mod">
          <ac:chgData name="Haroldy Makarim Sigero" userId="af451963-9ade-42ec-a1e5-e26c9f10ad0d" providerId="ADAL" clId="{99199D46-8834-4771-8C7E-CC3AC517C3E5}" dt="2026-10-07T06:51:21.963" v="34" actId="1076"/>
          <ac:spMkLst>
            <pc:docMk/>
            <pc:sldMk cId="3297365108" sldId="277"/>
            <ac:spMk id="6" creationId="{8A4A7389-18EA-3DA2-1BF9-DE3805F854E6}"/>
          </ac:spMkLst>
        </pc:spChg>
      </pc:sldChg>
      <pc:sldChg chg="add">
        <pc:chgData name="Haroldy Makarim Sigero" userId="af451963-9ade-42ec-a1e5-e26c9f10ad0d" providerId="ADAL" clId="{99199D46-8834-4771-8C7E-CC3AC517C3E5}" dt="2026-10-07T06:55:19.468" v="40" actId="2890"/>
        <pc:sldMkLst>
          <pc:docMk/>
          <pc:sldMk cId="2526635066" sldId="279"/>
        </pc:sldMkLst>
      </pc:sldChg>
      <pc:sldChg chg="modSp mod ord">
        <pc:chgData name="Haroldy Makarim Sigero" userId="af451963-9ade-42ec-a1e5-e26c9f10ad0d" providerId="ADAL" clId="{99199D46-8834-4771-8C7E-CC3AC517C3E5}" dt="2026-10-07T06:58:21.579" v="60" actId="5793"/>
        <pc:sldMkLst>
          <pc:docMk/>
          <pc:sldMk cId="2526635066" sldId="280"/>
        </pc:sldMkLst>
        <pc:spChg chg="mod">
          <ac:chgData name="Haroldy Makarim Sigero" userId="af451963-9ade-42ec-a1e5-e26c9f10ad0d" providerId="ADAL" clId="{99199D46-8834-4771-8C7E-CC3AC517C3E5}" dt="2026-10-07T06:56:10.489" v="48" actId="1076"/>
          <ac:spMkLst>
            <pc:docMk/>
            <pc:sldMk cId="2526635066" sldId="280"/>
            <ac:spMk id="2" creationId="{6838F36D-8068-18F0-6670-F17307FD35FD}"/>
          </ac:spMkLst>
        </pc:spChg>
        <pc:spChg chg="mod">
          <ac:chgData name="Haroldy Makarim Sigero" userId="af451963-9ade-42ec-a1e5-e26c9f10ad0d" providerId="ADAL" clId="{99199D46-8834-4771-8C7E-CC3AC517C3E5}" dt="2026-10-07T06:56:24.530" v="50" actId="27636"/>
          <ac:spMkLst>
            <pc:docMk/>
            <pc:sldMk cId="2526635066" sldId="280"/>
            <ac:spMk id="3" creationId="{977C84E5-48EC-8752-C84F-4B5ECD77620E}"/>
          </ac:spMkLst>
        </pc:spChg>
        <pc:spChg chg="mod">
          <ac:chgData name="Haroldy Makarim Sigero" userId="af451963-9ade-42ec-a1e5-e26c9f10ad0d" providerId="ADAL" clId="{99199D46-8834-4771-8C7E-CC3AC517C3E5}" dt="2026-10-07T06:57:24.283" v="55" actId="5793"/>
          <ac:spMkLst>
            <pc:docMk/>
            <pc:sldMk cId="2526635066" sldId="280"/>
            <ac:spMk id="6" creationId="{4D7D07B3-4393-7C0B-1672-2E8CC80E02CE}"/>
          </ac:spMkLst>
        </pc:spChg>
        <pc:spChg chg="mod">
          <ac:chgData name="Haroldy Makarim Sigero" userId="af451963-9ade-42ec-a1e5-e26c9f10ad0d" providerId="ADAL" clId="{99199D46-8834-4771-8C7E-CC3AC517C3E5}" dt="2026-10-07T06:58:04.753" v="57" actId="5793"/>
          <ac:spMkLst>
            <pc:docMk/>
            <pc:sldMk cId="2526635066" sldId="280"/>
            <ac:spMk id="7" creationId="{260BD448-0010-E684-A46C-B0B294974F0F}"/>
          </ac:spMkLst>
        </pc:spChg>
        <pc:spChg chg="mod">
          <ac:chgData name="Haroldy Makarim Sigero" userId="af451963-9ade-42ec-a1e5-e26c9f10ad0d" providerId="ADAL" clId="{99199D46-8834-4771-8C7E-CC3AC517C3E5}" dt="2026-10-07T06:58:21.579" v="60" actId="5793"/>
          <ac:spMkLst>
            <pc:docMk/>
            <pc:sldMk cId="2526635066" sldId="280"/>
            <ac:spMk id="10" creationId="{3FAF94B9-E786-B9D1-4A7F-BF417C9B3CD8}"/>
          </ac:spMkLst>
        </pc:spChg>
        <pc:spChg chg="mod">
          <ac:chgData name="Haroldy Makarim Sigero" userId="af451963-9ade-42ec-a1e5-e26c9f10ad0d" providerId="ADAL" clId="{99199D46-8834-4771-8C7E-CC3AC517C3E5}" dt="2026-10-07T06:57:04.606" v="52" actId="27636"/>
          <ac:spMkLst>
            <pc:docMk/>
            <pc:sldMk cId="2526635066" sldId="280"/>
            <ac:spMk id="15" creationId="{04D58460-F1F9-CA56-4A64-86FD0F24DE91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01:37.479" v="70"/>
        <pc:sldMkLst>
          <pc:docMk/>
          <pc:sldMk cId="537596859" sldId="284"/>
        </pc:sldMkLst>
        <pc:spChg chg="mod">
          <ac:chgData name="Haroldy Makarim Sigero" userId="af451963-9ade-42ec-a1e5-e26c9f10ad0d" providerId="ADAL" clId="{99199D46-8834-4771-8C7E-CC3AC517C3E5}" dt="2026-10-07T07:01:02.708" v="66" actId="1076"/>
          <ac:spMkLst>
            <pc:docMk/>
            <pc:sldMk cId="537596859" sldId="284"/>
            <ac:spMk id="2" creationId="{D6824F5A-A0BB-D7CE-F902-34845F36C671}"/>
          </ac:spMkLst>
        </pc:spChg>
        <pc:spChg chg="mod">
          <ac:chgData name="Haroldy Makarim Sigero" userId="af451963-9ade-42ec-a1e5-e26c9f10ad0d" providerId="ADAL" clId="{99199D46-8834-4771-8C7E-CC3AC517C3E5}" dt="2026-10-07T07:01:18.991" v="68"/>
          <ac:spMkLst>
            <pc:docMk/>
            <pc:sldMk cId="537596859" sldId="284"/>
            <ac:spMk id="6" creationId="{BB793AA6-4DE7-CACF-1352-B002AC5E9A89}"/>
          </ac:spMkLst>
        </pc:spChg>
        <pc:spChg chg="mod">
          <ac:chgData name="Haroldy Makarim Sigero" userId="af451963-9ade-42ec-a1e5-e26c9f10ad0d" providerId="ADAL" clId="{99199D46-8834-4771-8C7E-CC3AC517C3E5}" dt="2026-10-07T07:01:29.289" v="69"/>
          <ac:spMkLst>
            <pc:docMk/>
            <pc:sldMk cId="537596859" sldId="284"/>
            <ac:spMk id="7" creationId="{3B33C3DA-FE1E-23D0-463E-A0E5F0798F98}"/>
          </ac:spMkLst>
        </pc:spChg>
        <pc:spChg chg="mod">
          <ac:chgData name="Haroldy Makarim Sigero" userId="af451963-9ade-42ec-a1e5-e26c9f10ad0d" providerId="ADAL" clId="{99199D46-8834-4771-8C7E-CC3AC517C3E5}" dt="2026-10-07T07:01:37.479" v="70"/>
          <ac:spMkLst>
            <pc:docMk/>
            <pc:sldMk cId="537596859" sldId="284"/>
            <ac:spMk id="10" creationId="{4A0ECB5A-8909-ECC1-9508-5073017A882A}"/>
          </ac:spMkLst>
        </pc:spChg>
        <pc:spChg chg="mod">
          <ac:chgData name="Haroldy Makarim Sigero" userId="af451963-9ade-42ec-a1e5-e26c9f10ad0d" providerId="ADAL" clId="{99199D46-8834-4771-8C7E-CC3AC517C3E5}" dt="2026-10-07T07:01:12.083" v="67"/>
          <ac:spMkLst>
            <pc:docMk/>
            <pc:sldMk cId="537596859" sldId="284"/>
            <ac:spMk id="15" creationId="{CBD143E2-35FD-F8CE-8D3F-BEEE3421B3B4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02:49.654" v="82" actId="20577"/>
        <pc:sldMkLst>
          <pc:docMk/>
          <pc:sldMk cId="4090497854" sldId="285"/>
        </pc:sldMkLst>
        <pc:spChg chg="mod">
          <ac:chgData name="Haroldy Makarim Sigero" userId="af451963-9ade-42ec-a1e5-e26c9f10ad0d" providerId="ADAL" clId="{99199D46-8834-4771-8C7E-CC3AC517C3E5}" dt="2026-10-07T07:02:09.494" v="73" actId="27636"/>
          <ac:spMkLst>
            <pc:docMk/>
            <pc:sldMk cId="4090497854" sldId="285"/>
            <ac:spMk id="2" creationId="{F9B946A5-DC95-8EF5-6A42-89B043C9FA40}"/>
          </ac:spMkLst>
        </pc:spChg>
        <pc:spChg chg="mod">
          <ac:chgData name="Haroldy Makarim Sigero" userId="af451963-9ade-42ec-a1e5-e26c9f10ad0d" providerId="ADAL" clId="{99199D46-8834-4771-8C7E-CC3AC517C3E5}" dt="2026-10-07T07:02:31.551" v="75"/>
          <ac:spMkLst>
            <pc:docMk/>
            <pc:sldMk cId="4090497854" sldId="285"/>
            <ac:spMk id="6" creationId="{2F326324-2D96-A0F8-296A-6275E8FAE0A7}"/>
          </ac:spMkLst>
        </pc:spChg>
        <pc:spChg chg="mod">
          <ac:chgData name="Haroldy Makarim Sigero" userId="af451963-9ade-42ec-a1e5-e26c9f10ad0d" providerId="ADAL" clId="{99199D46-8834-4771-8C7E-CC3AC517C3E5}" dt="2026-10-07T07:02:37.860" v="76"/>
          <ac:spMkLst>
            <pc:docMk/>
            <pc:sldMk cId="4090497854" sldId="285"/>
            <ac:spMk id="7" creationId="{0B4B2A18-A676-8074-D80C-4F9DC1662F3B}"/>
          </ac:spMkLst>
        </pc:spChg>
        <pc:spChg chg="mod">
          <ac:chgData name="Haroldy Makarim Sigero" userId="af451963-9ade-42ec-a1e5-e26c9f10ad0d" providerId="ADAL" clId="{99199D46-8834-4771-8C7E-CC3AC517C3E5}" dt="2026-10-07T07:02:49.654" v="82" actId="20577"/>
          <ac:spMkLst>
            <pc:docMk/>
            <pc:sldMk cId="4090497854" sldId="285"/>
            <ac:spMk id="10" creationId="{0A83770B-7994-1C6E-B347-A6F9B9512B83}"/>
          </ac:spMkLst>
        </pc:spChg>
        <pc:spChg chg="mod">
          <ac:chgData name="Haroldy Makarim Sigero" userId="af451963-9ade-42ec-a1e5-e26c9f10ad0d" providerId="ADAL" clId="{99199D46-8834-4771-8C7E-CC3AC517C3E5}" dt="2026-10-07T07:02:25.539" v="74"/>
          <ac:spMkLst>
            <pc:docMk/>
            <pc:sldMk cId="4090497854" sldId="285"/>
            <ac:spMk id="15" creationId="{ACCFFE9F-36EA-4118-B34B-804C96CA345A}"/>
          </ac:spMkLst>
        </pc:spChg>
      </pc:sldChg>
      <pc:sldChg chg="modSp add">
        <pc:chgData name="Haroldy Makarim Sigero" userId="af451963-9ade-42ec-a1e5-e26c9f10ad0d" providerId="ADAL" clId="{99199D46-8834-4771-8C7E-CC3AC517C3E5}" dt="2026-10-07T07:03:48.498" v="88"/>
        <pc:sldMkLst>
          <pc:docMk/>
          <pc:sldMk cId="3205519222" sldId="287"/>
        </pc:sldMkLst>
        <pc:spChg chg="mod">
          <ac:chgData name="Haroldy Makarim Sigero" userId="af451963-9ade-42ec-a1e5-e26c9f10ad0d" providerId="ADAL" clId="{99199D46-8834-4771-8C7E-CC3AC517C3E5}" dt="2026-10-07T07:03:14.081" v="84"/>
          <ac:spMkLst>
            <pc:docMk/>
            <pc:sldMk cId="3205519222" sldId="287"/>
            <ac:spMk id="2" creationId="{3A35C02F-609F-8945-C2B5-5DDA6F9FA3FF}"/>
          </ac:spMkLst>
        </pc:spChg>
        <pc:spChg chg="mod">
          <ac:chgData name="Haroldy Makarim Sigero" userId="af451963-9ade-42ec-a1e5-e26c9f10ad0d" providerId="ADAL" clId="{99199D46-8834-4771-8C7E-CC3AC517C3E5}" dt="2026-10-07T07:03:35.537" v="86"/>
          <ac:spMkLst>
            <pc:docMk/>
            <pc:sldMk cId="3205519222" sldId="287"/>
            <ac:spMk id="6" creationId="{E389EDF2-3178-7BA2-A315-853EC87CE5BF}"/>
          </ac:spMkLst>
        </pc:spChg>
        <pc:spChg chg="mod">
          <ac:chgData name="Haroldy Makarim Sigero" userId="af451963-9ade-42ec-a1e5-e26c9f10ad0d" providerId="ADAL" clId="{99199D46-8834-4771-8C7E-CC3AC517C3E5}" dt="2026-10-07T07:03:41.980" v="87"/>
          <ac:spMkLst>
            <pc:docMk/>
            <pc:sldMk cId="3205519222" sldId="287"/>
            <ac:spMk id="7" creationId="{4AD926C9-B045-8BE7-701C-EADBB57BEC5B}"/>
          </ac:spMkLst>
        </pc:spChg>
        <pc:spChg chg="mod">
          <ac:chgData name="Haroldy Makarim Sigero" userId="af451963-9ade-42ec-a1e5-e26c9f10ad0d" providerId="ADAL" clId="{99199D46-8834-4771-8C7E-CC3AC517C3E5}" dt="2026-10-07T07:03:48.498" v="88"/>
          <ac:spMkLst>
            <pc:docMk/>
            <pc:sldMk cId="3205519222" sldId="287"/>
            <ac:spMk id="10" creationId="{B6977EDB-F8C3-56ED-E9AE-24723F830E11}"/>
          </ac:spMkLst>
        </pc:spChg>
        <pc:spChg chg="mod">
          <ac:chgData name="Haroldy Makarim Sigero" userId="af451963-9ade-42ec-a1e5-e26c9f10ad0d" providerId="ADAL" clId="{99199D46-8834-4771-8C7E-CC3AC517C3E5}" dt="2026-10-07T07:03:25.059" v="85"/>
          <ac:spMkLst>
            <pc:docMk/>
            <pc:sldMk cId="3205519222" sldId="287"/>
            <ac:spMk id="15" creationId="{7F68B125-B4F9-9036-B437-C2FD797C87AD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21:47.678" v="223"/>
        <pc:sldMkLst>
          <pc:docMk/>
          <pc:sldMk cId="239842608" sldId="288"/>
        </pc:sldMkLst>
        <pc:spChg chg="mod">
          <ac:chgData name="Haroldy Makarim Sigero" userId="af451963-9ade-42ec-a1e5-e26c9f10ad0d" providerId="ADAL" clId="{99199D46-8834-4771-8C7E-CC3AC517C3E5}" dt="2026-10-07T07:04:08.436" v="90"/>
          <ac:spMkLst>
            <pc:docMk/>
            <pc:sldMk cId="239842608" sldId="288"/>
            <ac:spMk id="2" creationId="{255533FB-4C8E-4424-C9FF-073449BF38DA}"/>
          </ac:spMkLst>
        </pc:spChg>
        <pc:spChg chg="mod">
          <ac:chgData name="Haroldy Makarim Sigero" userId="af451963-9ade-42ec-a1e5-e26c9f10ad0d" providerId="ADAL" clId="{99199D46-8834-4771-8C7E-CC3AC517C3E5}" dt="2026-10-07T07:21:26.151" v="220" actId="27636"/>
          <ac:spMkLst>
            <pc:docMk/>
            <pc:sldMk cId="239842608" sldId="288"/>
            <ac:spMk id="6" creationId="{0CE20888-28BC-6B82-C909-1EA0F5026111}"/>
          </ac:spMkLst>
        </pc:spChg>
        <pc:spChg chg="mod">
          <ac:chgData name="Haroldy Makarim Sigero" userId="af451963-9ade-42ec-a1e5-e26c9f10ad0d" providerId="ADAL" clId="{99199D46-8834-4771-8C7E-CC3AC517C3E5}" dt="2026-10-07T07:21:39.128" v="222" actId="27636"/>
          <ac:spMkLst>
            <pc:docMk/>
            <pc:sldMk cId="239842608" sldId="288"/>
            <ac:spMk id="7" creationId="{87F40D25-A13E-1071-77C5-3E90AE8AA2C4}"/>
          </ac:spMkLst>
        </pc:spChg>
        <pc:spChg chg="mod">
          <ac:chgData name="Haroldy Makarim Sigero" userId="af451963-9ade-42ec-a1e5-e26c9f10ad0d" providerId="ADAL" clId="{99199D46-8834-4771-8C7E-CC3AC517C3E5}" dt="2026-10-07T07:21:47.678" v="223"/>
          <ac:spMkLst>
            <pc:docMk/>
            <pc:sldMk cId="239842608" sldId="288"/>
            <ac:spMk id="10" creationId="{504D48E3-61B1-2158-980A-AE8481AA0221}"/>
          </ac:spMkLst>
        </pc:spChg>
        <pc:spChg chg="mod">
          <ac:chgData name="Haroldy Makarim Sigero" userId="af451963-9ade-42ec-a1e5-e26c9f10ad0d" providerId="ADAL" clId="{99199D46-8834-4771-8C7E-CC3AC517C3E5}" dt="2026-10-07T07:21:15.830" v="218"/>
          <ac:spMkLst>
            <pc:docMk/>
            <pc:sldMk cId="239842608" sldId="288"/>
            <ac:spMk id="15" creationId="{62873BAD-54A5-134B-5990-FF71126D944E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06:40.743" v="114" actId="27636"/>
        <pc:sldMkLst>
          <pc:docMk/>
          <pc:sldMk cId="1256402911" sldId="290"/>
        </pc:sldMkLst>
        <pc:spChg chg="mod">
          <ac:chgData name="Haroldy Makarim Sigero" userId="af451963-9ade-42ec-a1e5-e26c9f10ad0d" providerId="ADAL" clId="{99199D46-8834-4771-8C7E-CC3AC517C3E5}" dt="2026-10-07T07:06:01.940" v="106"/>
          <ac:spMkLst>
            <pc:docMk/>
            <pc:sldMk cId="1256402911" sldId="290"/>
            <ac:spMk id="2" creationId="{5D8141D0-6D26-3ACC-A65E-C45A03AFDD19}"/>
          </ac:spMkLst>
        </pc:spChg>
        <pc:spChg chg="mod">
          <ac:chgData name="Haroldy Makarim Sigero" userId="af451963-9ade-42ec-a1e5-e26c9f10ad0d" providerId="ADAL" clId="{99199D46-8834-4771-8C7E-CC3AC517C3E5}" dt="2026-10-07T07:06:22.399" v="110" actId="27636"/>
          <ac:spMkLst>
            <pc:docMk/>
            <pc:sldMk cId="1256402911" sldId="290"/>
            <ac:spMk id="6" creationId="{B867B556-C9F1-07EE-C396-904DE0D4751C}"/>
          </ac:spMkLst>
        </pc:spChg>
        <pc:spChg chg="mod">
          <ac:chgData name="Haroldy Makarim Sigero" userId="af451963-9ade-42ec-a1e5-e26c9f10ad0d" providerId="ADAL" clId="{99199D46-8834-4771-8C7E-CC3AC517C3E5}" dt="2026-10-07T07:06:31.033" v="112" actId="27636"/>
          <ac:spMkLst>
            <pc:docMk/>
            <pc:sldMk cId="1256402911" sldId="290"/>
            <ac:spMk id="7" creationId="{BA1D6AD5-769C-E914-05D8-320ED773A2C0}"/>
          </ac:spMkLst>
        </pc:spChg>
        <pc:spChg chg="mod">
          <ac:chgData name="Haroldy Makarim Sigero" userId="af451963-9ade-42ec-a1e5-e26c9f10ad0d" providerId="ADAL" clId="{99199D46-8834-4771-8C7E-CC3AC517C3E5}" dt="2026-10-07T07:06:40.743" v="114" actId="27636"/>
          <ac:spMkLst>
            <pc:docMk/>
            <pc:sldMk cId="1256402911" sldId="290"/>
            <ac:spMk id="10" creationId="{58810776-1679-D5BD-3E98-A1D31D0C6EFE}"/>
          </ac:spMkLst>
        </pc:spChg>
        <pc:spChg chg="mod">
          <ac:chgData name="Haroldy Makarim Sigero" userId="af451963-9ade-42ec-a1e5-e26c9f10ad0d" providerId="ADAL" clId="{99199D46-8834-4771-8C7E-CC3AC517C3E5}" dt="2026-10-07T07:06:14.333" v="108" actId="27636"/>
          <ac:spMkLst>
            <pc:docMk/>
            <pc:sldMk cId="1256402911" sldId="290"/>
            <ac:spMk id="15" creationId="{F277D577-7029-FA6B-994D-AC97EFA0A235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07:09:12.172" v="139" actId="14100"/>
        <pc:sldMkLst>
          <pc:docMk/>
          <pc:sldMk cId="904975674" sldId="291"/>
        </pc:sldMkLst>
        <pc:spChg chg="mod">
          <ac:chgData name="Haroldy Makarim Sigero" userId="af451963-9ade-42ec-a1e5-e26c9f10ad0d" providerId="ADAL" clId="{99199D46-8834-4771-8C7E-CC3AC517C3E5}" dt="2026-10-07T07:07:02.642" v="116"/>
          <ac:spMkLst>
            <pc:docMk/>
            <pc:sldMk cId="904975674" sldId="291"/>
            <ac:spMk id="2" creationId="{0D2E8A73-269E-D167-8F78-59C42E20A1D2}"/>
          </ac:spMkLst>
        </pc:spChg>
        <pc:spChg chg="add del mod">
          <ac:chgData name="Haroldy Makarim Sigero" userId="af451963-9ade-42ec-a1e5-e26c9f10ad0d" providerId="ADAL" clId="{99199D46-8834-4771-8C7E-CC3AC517C3E5}" dt="2026-10-07T07:07:27.843" v="129"/>
          <ac:spMkLst>
            <pc:docMk/>
            <pc:sldMk cId="904975674" sldId="291"/>
            <ac:spMk id="3" creationId="{75057442-5018-3BA1-C7CE-64CEE8B5D95E}"/>
          </ac:spMkLst>
        </pc:spChg>
        <pc:spChg chg="mod">
          <ac:chgData name="Haroldy Makarim Sigero" userId="af451963-9ade-42ec-a1e5-e26c9f10ad0d" providerId="ADAL" clId="{99199D46-8834-4771-8C7E-CC3AC517C3E5}" dt="2026-10-07T07:08:51.706" v="136" actId="1076"/>
          <ac:spMkLst>
            <pc:docMk/>
            <pc:sldMk cId="904975674" sldId="291"/>
            <ac:spMk id="6" creationId="{B9D3DE3A-9C77-AA02-CEC0-9F7F3F20A9BB}"/>
          </ac:spMkLst>
        </pc:spChg>
        <pc:spChg chg="mod">
          <ac:chgData name="Haroldy Makarim Sigero" userId="af451963-9ade-42ec-a1e5-e26c9f10ad0d" providerId="ADAL" clId="{99199D46-8834-4771-8C7E-CC3AC517C3E5}" dt="2026-10-07T07:09:12.172" v="139" actId="14100"/>
          <ac:spMkLst>
            <pc:docMk/>
            <pc:sldMk cId="904975674" sldId="291"/>
            <ac:spMk id="7" creationId="{5E194B28-0D6D-43CF-1C88-3B909A77D3B9}"/>
          </ac:spMkLst>
        </pc:spChg>
        <pc:spChg chg="mod">
          <ac:chgData name="Haroldy Makarim Sigero" userId="af451963-9ade-42ec-a1e5-e26c9f10ad0d" providerId="ADAL" clId="{99199D46-8834-4771-8C7E-CC3AC517C3E5}" dt="2026-10-07T07:09:06.912" v="138" actId="1076"/>
          <ac:spMkLst>
            <pc:docMk/>
            <pc:sldMk cId="904975674" sldId="291"/>
            <ac:spMk id="10" creationId="{6628918F-6FFF-EB9D-82C3-8A234EC35C46}"/>
          </ac:spMkLst>
        </pc:spChg>
        <pc:spChg chg="mod">
          <ac:chgData name="Haroldy Makarim Sigero" userId="af451963-9ade-42ec-a1e5-e26c9f10ad0d" providerId="ADAL" clId="{99199D46-8834-4771-8C7E-CC3AC517C3E5}" dt="2026-10-07T07:07:26.892" v="127"/>
          <ac:spMkLst>
            <pc:docMk/>
            <pc:sldMk cId="904975674" sldId="291"/>
            <ac:spMk id="15" creationId="{F5A39BA2-B21B-FA30-2720-8911C17538FA}"/>
          </ac:spMkLst>
        </pc:spChg>
      </pc:sldChg>
      <pc:sldChg chg="modSp add mod ord">
        <pc:chgData name="Haroldy Makarim Sigero" userId="af451963-9ade-42ec-a1e5-e26c9f10ad0d" providerId="ADAL" clId="{99199D46-8834-4771-8C7E-CC3AC517C3E5}" dt="2026-10-07T07:10:45.737" v="152" actId="27636"/>
        <pc:sldMkLst>
          <pc:docMk/>
          <pc:sldMk cId="3472904574" sldId="293"/>
        </pc:sldMkLst>
        <pc:spChg chg="mod">
          <ac:chgData name="Haroldy Makarim Sigero" userId="af451963-9ade-42ec-a1e5-e26c9f10ad0d" providerId="ADAL" clId="{99199D46-8834-4771-8C7E-CC3AC517C3E5}" dt="2026-10-07T07:09:54.022" v="144" actId="27636"/>
          <ac:spMkLst>
            <pc:docMk/>
            <pc:sldMk cId="3472904574" sldId="293"/>
            <ac:spMk id="2" creationId="{11FAA3D9-A980-D5EE-82BD-CC75302927B0}"/>
          </ac:spMkLst>
        </pc:spChg>
        <pc:spChg chg="mod">
          <ac:chgData name="Haroldy Makarim Sigero" userId="af451963-9ade-42ec-a1e5-e26c9f10ad0d" providerId="ADAL" clId="{99199D46-8834-4771-8C7E-CC3AC517C3E5}" dt="2026-10-07T07:10:21.297" v="148" actId="27636"/>
          <ac:spMkLst>
            <pc:docMk/>
            <pc:sldMk cId="3472904574" sldId="293"/>
            <ac:spMk id="6" creationId="{FA8FE75C-14FD-4B3E-AA79-B5A20EE45E22}"/>
          </ac:spMkLst>
        </pc:spChg>
        <pc:spChg chg="mod">
          <ac:chgData name="Haroldy Makarim Sigero" userId="af451963-9ade-42ec-a1e5-e26c9f10ad0d" providerId="ADAL" clId="{99199D46-8834-4771-8C7E-CC3AC517C3E5}" dt="2026-10-07T07:10:34.366" v="150" actId="27636"/>
          <ac:spMkLst>
            <pc:docMk/>
            <pc:sldMk cId="3472904574" sldId="293"/>
            <ac:spMk id="7" creationId="{51B508CB-5DB0-6DAA-33D5-1CD82F1120A9}"/>
          </ac:spMkLst>
        </pc:spChg>
        <pc:spChg chg="mod">
          <ac:chgData name="Haroldy Makarim Sigero" userId="af451963-9ade-42ec-a1e5-e26c9f10ad0d" providerId="ADAL" clId="{99199D46-8834-4771-8C7E-CC3AC517C3E5}" dt="2026-10-07T07:10:45.737" v="152" actId="27636"/>
          <ac:spMkLst>
            <pc:docMk/>
            <pc:sldMk cId="3472904574" sldId="293"/>
            <ac:spMk id="10" creationId="{77F0F197-FF89-7029-F7B0-09D3CB60A5F7}"/>
          </ac:spMkLst>
        </pc:spChg>
        <pc:spChg chg="mod">
          <ac:chgData name="Haroldy Makarim Sigero" userId="af451963-9ade-42ec-a1e5-e26c9f10ad0d" providerId="ADAL" clId="{99199D46-8834-4771-8C7E-CC3AC517C3E5}" dt="2026-10-07T07:10:08.297" v="146" actId="27636"/>
          <ac:spMkLst>
            <pc:docMk/>
            <pc:sldMk cId="3472904574" sldId="293"/>
            <ac:spMk id="15" creationId="{8CAA7170-AD94-3C97-1767-21D596020146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12:02.862" v="163" actId="27636"/>
        <pc:sldMkLst>
          <pc:docMk/>
          <pc:sldMk cId="1011172941" sldId="294"/>
        </pc:sldMkLst>
        <pc:spChg chg="mod">
          <ac:chgData name="Haroldy Makarim Sigero" userId="af451963-9ade-42ec-a1e5-e26c9f10ad0d" providerId="ADAL" clId="{99199D46-8834-4771-8C7E-CC3AC517C3E5}" dt="2026-10-07T07:11:13.165" v="155" actId="27636"/>
          <ac:spMkLst>
            <pc:docMk/>
            <pc:sldMk cId="1011172941" sldId="294"/>
            <ac:spMk id="2" creationId="{39942A7D-E17E-BE81-8725-D7C90926BE81}"/>
          </ac:spMkLst>
        </pc:spChg>
        <pc:spChg chg="mod">
          <ac:chgData name="Haroldy Makarim Sigero" userId="af451963-9ade-42ec-a1e5-e26c9f10ad0d" providerId="ADAL" clId="{99199D46-8834-4771-8C7E-CC3AC517C3E5}" dt="2026-10-07T07:11:40.843" v="159" actId="27636"/>
          <ac:spMkLst>
            <pc:docMk/>
            <pc:sldMk cId="1011172941" sldId="294"/>
            <ac:spMk id="6" creationId="{F6B26C0D-102A-EC37-B311-87E8CEEE57AF}"/>
          </ac:spMkLst>
        </pc:spChg>
        <pc:spChg chg="mod">
          <ac:chgData name="Haroldy Makarim Sigero" userId="af451963-9ade-42ec-a1e5-e26c9f10ad0d" providerId="ADAL" clId="{99199D46-8834-4771-8C7E-CC3AC517C3E5}" dt="2026-10-07T07:11:50.792" v="161" actId="27636"/>
          <ac:spMkLst>
            <pc:docMk/>
            <pc:sldMk cId="1011172941" sldId="294"/>
            <ac:spMk id="7" creationId="{519FB9DC-93DD-5C4E-C41D-E5EC3009BD63}"/>
          </ac:spMkLst>
        </pc:spChg>
        <pc:spChg chg="mod">
          <ac:chgData name="Haroldy Makarim Sigero" userId="af451963-9ade-42ec-a1e5-e26c9f10ad0d" providerId="ADAL" clId="{99199D46-8834-4771-8C7E-CC3AC517C3E5}" dt="2026-10-07T07:12:02.862" v="163" actId="27636"/>
          <ac:spMkLst>
            <pc:docMk/>
            <pc:sldMk cId="1011172941" sldId="294"/>
            <ac:spMk id="10" creationId="{7010E21E-6585-7CA5-BAFE-FAF76160AD86}"/>
          </ac:spMkLst>
        </pc:spChg>
        <pc:spChg chg="mod">
          <ac:chgData name="Haroldy Makarim Sigero" userId="af451963-9ade-42ec-a1e5-e26c9f10ad0d" providerId="ADAL" clId="{99199D46-8834-4771-8C7E-CC3AC517C3E5}" dt="2026-10-07T07:11:28.610" v="157" actId="27636"/>
          <ac:spMkLst>
            <pc:docMk/>
            <pc:sldMk cId="1011172941" sldId="294"/>
            <ac:spMk id="15" creationId="{41E5C4E7-8DCA-A7DB-597D-EACF36C6A81A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07:13:15.717" v="181"/>
        <pc:sldMkLst>
          <pc:docMk/>
          <pc:sldMk cId="3222289495" sldId="296"/>
        </pc:sldMkLst>
        <pc:spChg chg="mod">
          <ac:chgData name="Haroldy Makarim Sigero" userId="af451963-9ade-42ec-a1e5-e26c9f10ad0d" providerId="ADAL" clId="{99199D46-8834-4771-8C7E-CC3AC517C3E5}" dt="2026-10-07T07:12:34.067" v="166" actId="27636"/>
          <ac:spMkLst>
            <pc:docMk/>
            <pc:sldMk cId="3222289495" sldId="296"/>
            <ac:spMk id="2" creationId="{EBDF4A70-648C-C6C5-AE0D-9945C1AD0305}"/>
          </ac:spMkLst>
        </pc:spChg>
        <pc:spChg chg="add del mod">
          <ac:chgData name="Haroldy Makarim Sigero" userId="af451963-9ade-42ec-a1e5-e26c9f10ad0d" providerId="ADAL" clId="{99199D46-8834-4771-8C7E-CC3AC517C3E5}" dt="2026-10-07T07:13:15.717" v="181"/>
          <ac:spMkLst>
            <pc:docMk/>
            <pc:sldMk cId="3222289495" sldId="296"/>
            <ac:spMk id="3" creationId="{DFD595F6-5CE5-653B-130F-1DF8339D34D2}"/>
          </ac:spMkLst>
        </pc:spChg>
        <pc:spChg chg="mod">
          <ac:chgData name="Haroldy Makarim Sigero" userId="af451963-9ade-42ec-a1e5-e26c9f10ad0d" providerId="ADAL" clId="{99199D46-8834-4771-8C7E-CC3AC517C3E5}" dt="2026-10-07T07:12:55.794" v="170" actId="27636"/>
          <ac:spMkLst>
            <pc:docMk/>
            <pc:sldMk cId="3222289495" sldId="296"/>
            <ac:spMk id="6" creationId="{F4C6B23A-4EEF-0A90-AD55-2D326524489C}"/>
          </ac:spMkLst>
        </pc:spChg>
        <pc:spChg chg="mod">
          <ac:chgData name="Haroldy Makarim Sigero" userId="af451963-9ade-42ec-a1e5-e26c9f10ad0d" providerId="ADAL" clId="{99199D46-8834-4771-8C7E-CC3AC517C3E5}" dt="2026-10-07T07:13:07.322" v="178"/>
          <ac:spMkLst>
            <pc:docMk/>
            <pc:sldMk cId="3222289495" sldId="296"/>
            <ac:spMk id="7" creationId="{63A2EFCC-7B69-F932-1B31-47D36FDEA62D}"/>
          </ac:spMkLst>
        </pc:spChg>
        <pc:spChg chg="mod">
          <ac:chgData name="Haroldy Makarim Sigero" userId="af451963-9ade-42ec-a1e5-e26c9f10ad0d" providerId="ADAL" clId="{99199D46-8834-4771-8C7E-CC3AC517C3E5}" dt="2026-10-07T07:13:14.777" v="179"/>
          <ac:spMkLst>
            <pc:docMk/>
            <pc:sldMk cId="3222289495" sldId="296"/>
            <ac:spMk id="10" creationId="{EDA83341-56E2-7355-AF03-C43434F8C7F2}"/>
          </ac:spMkLst>
        </pc:spChg>
        <pc:spChg chg="mod">
          <ac:chgData name="Haroldy Makarim Sigero" userId="af451963-9ade-42ec-a1e5-e26c9f10ad0d" providerId="ADAL" clId="{99199D46-8834-4771-8C7E-CC3AC517C3E5}" dt="2026-10-07T07:12:47.995" v="168"/>
          <ac:spMkLst>
            <pc:docMk/>
            <pc:sldMk cId="3222289495" sldId="296"/>
            <ac:spMk id="15" creationId="{CA640F9F-13DE-8B0B-EB45-91184B27A49E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14:37.853" v="191" actId="27636"/>
        <pc:sldMkLst>
          <pc:docMk/>
          <pc:sldMk cId="1889340252" sldId="298"/>
        </pc:sldMkLst>
        <pc:spChg chg="mod">
          <ac:chgData name="Haroldy Makarim Sigero" userId="af451963-9ade-42ec-a1e5-e26c9f10ad0d" providerId="ADAL" clId="{99199D46-8834-4771-8C7E-CC3AC517C3E5}" dt="2026-10-07T07:13:49.440" v="184" actId="27636"/>
          <ac:spMkLst>
            <pc:docMk/>
            <pc:sldMk cId="1889340252" sldId="298"/>
            <ac:spMk id="2" creationId="{D665B137-12C8-D6C4-70EB-2F74222B7B1A}"/>
          </ac:spMkLst>
        </pc:spChg>
        <pc:spChg chg="mod">
          <ac:chgData name="Haroldy Makarim Sigero" userId="af451963-9ade-42ec-a1e5-e26c9f10ad0d" providerId="ADAL" clId="{99199D46-8834-4771-8C7E-CC3AC517C3E5}" dt="2026-10-07T07:14:18.824" v="188" actId="27636"/>
          <ac:spMkLst>
            <pc:docMk/>
            <pc:sldMk cId="1889340252" sldId="298"/>
            <ac:spMk id="6" creationId="{63CA22F1-086E-66CE-0C28-59A12E403BB6}"/>
          </ac:spMkLst>
        </pc:spChg>
        <pc:spChg chg="mod">
          <ac:chgData name="Haroldy Makarim Sigero" userId="af451963-9ade-42ec-a1e5-e26c9f10ad0d" providerId="ADAL" clId="{99199D46-8834-4771-8C7E-CC3AC517C3E5}" dt="2026-10-07T07:14:29.726" v="189"/>
          <ac:spMkLst>
            <pc:docMk/>
            <pc:sldMk cId="1889340252" sldId="298"/>
            <ac:spMk id="7" creationId="{CBF6FB4A-D011-0EA3-62C2-9013D5FFE760}"/>
          </ac:spMkLst>
        </pc:spChg>
        <pc:spChg chg="mod">
          <ac:chgData name="Haroldy Makarim Sigero" userId="af451963-9ade-42ec-a1e5-e26c9f10ad0d" providerId="ADAL" clId="{99199D46-8834-4771-8C7E-CC3AC517C3E5}" dt="2026-10-07T07:14:37.853" v="191" actId="27636"/>
          <ac:spMkLst>
            <pc:docMk/>
            <pc:sldMk cId="1889340252" sldId="298"/>
            <ac:spMk id="10" creationId="{411BF2D9-E3EF-1D59-4EC4-68FA7B0A4537}"/>
          </ac:spMkLst>
        </pc:spChg>
        <pc:spChg chg="mod">
          <ac:chgData name="Haroldy Makarim Sigero" userId="af451963-9ade-42ec-a1e5-e26c9f10ad0d" providerId="ADAL" clId="{99199D46-8834-4771-8C7E-CC3AC517C3E5}" dt="2026-10-07T07:14:00.727" v="186" actId="27636"/>
          <ac:spMkLst>
            <pc:docMk/>
            <pc:sldMk cId="1889340252" sldId="298"/>
            <ac:spMk id="15" creationId="{985045A4-5EFB-4D24-2D8B-5D9FB19279DB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16:05.703" v="200" actId="27636"/>
        <pc:sldMkLst>
          <pc:docMk/>
          <pc:sldMk cId="1437772012" sldId="301"/>
        </pc:sldMkLst>
        <pc:spChg chg="mod">
          <ac:chgData name="Haroldy Makarim Sigero" userId="af451963-9ade-42ec-a1e5-e26c9f10ad0d" providerId="ADAL" clId="{99199D46-8834-4771-8C7E-CC3AC517C3E5}" dt="2026-10-07T07:15:04.101" v="194" actId="27636"/>
          <ac:spMkLst>
            <pc:docMk/>
            <pc:sldMk cId="1437772012" sldId="301"/>
            <ac:spMk id="2" creationId="{51B02527-1785-467D-2615-2C73C82007E3}"/>
          </ac:spMkLst>
        </pc:spChg>
        <pc:spChg chg="mod">
          <ac:chgData name="Haroldy Makarim Sigero" userId="af451963-9ade-42ec-a1e5-e26c9f10ad0d" providerId="ADAL" clId="{99199D46-8834-4771-8C7E-CC3AC517C3E5}" dt="2026-10-07T07:15:26.266" v="196"/>
          <ac:spMkLst>
            <pc:docMk/>
            <pc:sldMk cId="1437772012" sldId="301"/>
            <ac:spMk id="6" creationId="{CF846009-8C75-F919-F707-EBBDA84191A5}"/>
          </ac:spMkLst>
        </pc:spChg>
        <pc:spChg chg="mod">
          <ac:chgData name="Haroldy Makarim Sigero" userId="af451963-9ade-42ec-a1e5-e26c9f10ad0d" providerId="ADAL" clId="{99199D46-8834-4771-8C7E-CC3AC517C3E5}" dt="2026-10-07T07:15:56.733" v="198" actId="27636"/>
          <ac:spMkLst>
            <pc:docMk/>
            <pc:sldMk cId="1437772012" sldId="301"/>
            <ac:spMk id="7" creationId="{2B15BDFC-932A-7609-2E34-1C9528824199}"/>
          </ac:spMkLst>
        </pc:spChg>
        <pc:spChg chg="mod">
          <ac:chgData name="Haroldy Makarim Sigero" userId="af451963-9ade-42ec-a1e5-e26c9f10ad0d" providerId="ADAL" clId="{99199D46-8834-4771-8C7E-CC3AC517C3E5}" dt="2026-10-07T07:16:05.703" v="200" actId="27636"/>
          <ac:spMkLst>
            <pc:docMk/>
            <pc:sldMk cId="1437772012" sldId="301"/>
            <ac:spMk id="10" creationId="{1AC7EBE1-AAFB-FC7C-50FE-880888FCE961}"/>
          </ac:spMkLst>
        </pc:spChg>
        <pc:spChg chg="mod">
          <ac:chgData name="Haroldy Makarim Sigero" userId="af451963-9ade-42ec-a1e5-e26c9f10ad0d" providerId="ADAL" clId="{99199D46-8834-4771-8C7E-CC3AC517C3E5}" dt="2026-10-07T07:15:13.892" v="195"/>
          <ac:spMkLst>
            <pc:docMk/>
            <pc:sldMk cId="1437772012" sldId="301"/>
            <ac:spMk id="15" creationId="{7AAB3E9B-2499-8714-5DB7-75A3CD5B87B7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18:46.798" v="215" actId="27636"/>
        <pc:sldMkLst>
          <pc:docMk/>
          <pc:sldMk cId="1455049337" sldId="303"/>
        </pc:sldMkLst>
        <pc:spChg chg="mod">
          <ac:chgData name="Haroldy Makarim Sigero" userId="af451963-9ade-42ec-a1e5-e26c9f10ad0d" providerId="ADAL" clId="{99199D46-8834-4771-8C7E-CC3AC517C3E5}" dt="2026-10-07T07:17:47.036" v="203" actId="27636"/>
          <ac:spMkLst>
            <pc:docMk/>
            <pc:sldMk cId="1455049337" sldId="303"/>
            <ac:spMk id="2" creationId="{45763A2F-A985-A716-14A2-2B72A037FBF7}"/>
          </ac:spMkLst>
        </pc:spChg>
        <pc:spChg chg="mod">
          <ac:chgData name="Haroldy Makarim Sigero" userId="af451963-9ade-42ec-a1e5-e26c9f10ad0d" providerId="ADAL" clId="{99199D46-8834-4771-8C7E-CC3AC517C3E5}" dt="2026-10-07T07:18:08.291" v="206"/>
          <ac:spMkLst>
            <pc:docMk/>
            <pc:sldMk cId="1455049337" sldId="303"/>
            <ac:spMk id="6" creationId="{62C7EA93-4C26-574B-5BD2-7C528F0A917D}"/>
          </ac:spMkLst>
        </pc:spChg>
        <pc:spChg chg="mod">
          <ac:chgData name="Haroldy Makarim Sigero" userId="af451963-9ade-42ec-a1e5-e26c9f10ad0d" providerId="ADAL" clId="{99199D46-8834-4771-8C7E-CC3AC517C3E5}" dt="2026-10-07T07:18:33.655" v="213" actId="27636"/>
          <ac:spMkLst>
            <pc:docMk/>
            <pc:sldMk cId="1455049337" sldId="303"/>
            <ac:spMk id="7" creationId="{EE0BF086-DDBC-6CA0-E339-5EB2D3787971}"/>
          </ac:spMkLst>
        </pc:spChg>
        <pc:spChg chg="mod">
          <ac:chgData name="Haroldy Makarim Sigero" userId="af451963-9ade-42ec-a1e5-e26c9f10ad0d" providerId="ADAL" clId="{99199D46-8834-4771-8C7E-CC3AC517C3E5}" dt="2026-10-07T07:18:46.798" v="215" actId="27636"/>
          <ac:spMkLst>
            <pc:docMk/>
            <pc:sldMk cId="1455049337" sldId="303"/>
            <ac:spMk id="10" creationId="{A3A79ADB-E9EF-D89A-AA43-B04D97F48AF8}"/>
          </ac:spMkLst>
        </pc:spChg>
        <pc:spChg chg="mod">
          <ac:chgData name="Haroldy Makarim Sigero" userId="af451963-9ade-42ec-a1e5-e26c9f10ad0d" providerId="ADAL" clId="{99199D46-8834-4771-8C7E-CC3AC517C3E5}" dt="2026-10-07T07:17:59.723" v="205" actId="27636"/>
          <ac:spMkLst>
            <pc:docMk/>
            <pc:sldMk cId="1455049337" sldId="303"/>
            <ac:spMk id="15" creationId="{553B57FB-A3C1-469F-5A1E-AD70DDCF3D00}"/>
          </ac:spMkLst>
        </pc:spChg>
      </pc:sldChg>
      <pc:sldChg chg="modSp add">
        <pc:chgData name="Haroldy Makarim Sigero" userId="af451963-9ade-42ec-a1e5-e26c9f10ad0d" providerId="ADAL" clId="{99199D46-8834-4771-8C7E-CC3AC517C3E5}" dt="2026-10-07T07:21:02.443" v="217"/>
        <pc:sldMkLst>
          <pc:docMk/>
          <pc:sldMk cId="1744113127" sldId="305"/>
        </pc:sldMkLst>
        <pc:spChg chg="mod">
          <ac:chgData name="Haroldy Makarim Sigero" userId="af451963-9ade-42ec-a1e5-e26c9f10ad0d" providerId="ADAL" clId="{99199D46-8834-4771-8C7E-CC3AC517C3E5}" dt="2026-10-07T07:21:02.443" v="217"/>
          <ac:spMkLst>
            <pc:docMk/>
            <pc:sldMk cId="1744113127" sldId="305"/>
            <ac:spMk id="2" creationId="{A87D9E84-76ED-0093-6C3D-9E56608C4775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26:35.221" v="255" actId="27636"/>
        <pc:sldMkLst>
          <pc:docMk/>
          <pc:sldMk cId="1436798805" sldId="308"/>
        </pc:sldMkLst>
        <pc:spChg chg="mod">
          <ac:chgData name="Haroldy Makarim Sigero" userId="af451963-9ade-42ec-a1e5-e26c9f10ad0d" providerId="ADAL" clId="{99199D46-8834-4771-8C7E-CC3AC517C3E5}" dt="2026-10-07T07:24:01.057" v="225"/>
          <ac:spMkLst>
            <pc:docMk/>
            <pc:sldMk cId="1436798805" sldId="308"/>
            <ac:spMk id="2" creationId="{ED4FB0AC-B3E7-518D-496F-F6513BDA4EB5}"/>
          </ac:spMkLst>
        </pc:spChg>
        <pc:spChg chg="mod">
          <ac:chgData name="Haroldy Makarim Sigero" userId="af451963-9ade-42ec-a1e5-e26c9f10ad0d" providerId="ADAL" clId="{99199D46-8834-4771-8C7E-CC3AC517C3E5}" dt="2026-10-07T07:26:09.372" v="252" actId="14100"/>
          <ac:spMkLst>
            <pc:docMk/>
            <pc:sldMk cId="1436798805" sldId="308"/>
            <ac:spMk id="6" creationId="{8062CBF6-FE9C-4E6B-8F88-AACDF32256FC}"/>
          </ac:spMkLst>
        </pc:spChg>
        <pc:spChg chg="mod">
          <ac:chgData name="Haroldy Makarim Sigero" userId="af451963-9ade-42ec-a1e5-e26c9f10ad0d" providerId="ADAL" clId="{99199D46-8834-4771-8C7E-CC3AC517C3E5}" dt="2026-10-07T07:26:22.938" v="253"/>
          <ac:spMkLst>
            <pc:docMk/>
            <pc:sldMk cId="1436798805" sldId="308"/>
            <ac:spMk id="7" creationId="{5D60287E-7725-77AC-7A60-9868A846400D}"/>
          </ac:spMkLst>
        </pc:spChg>
        <pc:spChg chg="mod">
          <ac:chgData name="Haroldy Makarim Sigero" userId="af451963-9ade-42ec-a1e5-e26c9f10ad0d" providerId="ADAL" clId="{99199D46-8834-4771-8C7E-CC3AC517C3E5}" dt="2026-10-07T07:26:35.221" v="255" actId="27636"/>
          <ac:spMkLst>
            <pc:docMk/>
            <pc:sldMk cId="1436798805" sldId="308"/>
            <ac:spMk id="10" creationId="{B00595F2-C86B-4DE5-2DB5-D38C831D8EFF}"/>
          </ac:spMkLst>
        </pc:spChg>
        <pc:spChg chg="mod">
          <ac:chgData name="Haroldy Makarim Sigero" userId="af451963-9ade-42ec-a1e5-e26c9f10ad0d" providerId="ADAL" clId="{99199D46-8834-4771-8C7E-CC3AC517C3E5}" dt="2026-10-07T07:24:15.718" v="227" actId="27636"/>
          <ac:spMkLst>
            <pc:docMk/>
            <pc:sldMk cId="1436798805" sldId="308"/>
            <ac:spMk id="15" creationId="{60D51634-6AB6-CC7B-8089-CD45BEF57B4B}"/>
          </ac:spMkLst>
        </pc:spChg>
      </pc:sldChg>
      <pc:sldChg chg="modSp add mod ord">
        <pc:chgData name="Haroldy Makarim Sigero" userId="af451963-9ade-42ec-a1e5-e26c9f10ad0d" providerId="ADAL" clId="{99199D46-8834-4771-8C7E-CC3AC517C3E5}" dt="2026-10-07T07:28:02.347" v="265" actId="27636"/>
        <pc:sldMkLst>
          <pc:docMk/>
          <pc:sldMk cId="1052177989" sldId="312"/>
        </pc:sldMkLst>
        <pc:spChg chg="mod">
          <ac:chgData name="Haroldy Makarim Sigero" userId="af451963-9ade-42ec-a1e5-e26c9f10ad0d" providerId="ADAL" clId="{99199D46-8834-4771-8C7E-CC3AC517C3E5}" dt="2026-10-07T07:27:11.400" v="259"/>
          <ac:spMkLst>
            <pc:docMk/>
            <pc:sldMk cId="1052177989" sldId="312"/>
            <ac:spMk id="2" creationId="{AFFD04BF-995D-2713-B135-AAEED0431E00}"/>
          </ac:spMkLst>
        </pc:spChg>
        <pc:spChg chg="mod">
          <ac:chgData name="Haroldy Makarim Sigero" userId="af451963-9ade-42ec-a1e5-e26c9f10ad0d" providerId="ADAL" clId="{99199D46-8834-4771-8C7E-CC3AC517C3E5}" dt="2026-10-07T07:27:35.378" v="262" actId="27636"/>
          <ac:spMkLst>
            <pc:docMk/>
            <pc:sldMk cId="1052177989" sldId="312"/>
            <ac:spMk id="6" creationId="{510CB0FD-0251-BD34-18F0-64FB89C63397}"/>
          </ac:spMkLst>
        </pc:spChg>
        <pc:spChg chg="mod">
          <ac:chgData name="Haroldy Makarim Sigero" userId="af451963-9ade-42ec-a1e5-e26c9f10ad0d" providerId="ADAL" clId="{99199D46-8834-4771-8C7E-CC3AC517C3E5}" dt="2026-10-07T07:27:46.303" v="263"/>
          <ac:spMkLst>
            <pc:docMk/>
            <pc:sldMk cId="1052177989" sldId="312"/>
            <ac:spMk id="7" creationId="{DB177D1D-6AD1-F0F2-F90C-24441E794810}"/>
          </ac:spMkLst>
        </pc:spChg>
        <pc:spChg chg="mod">
          <ac:chgData name="Haroldy Makarim Sigero" userId="af451963-9ade-42ec-a1e5-e26c9f10ad0d" providerId="ADAL" clId="{99199D46-8834-4771-8C7E-CC3AC517C3E5}" dt="2026-10-07T07:28:02.347" v="265" actId="27636"/>
          <ac:spMkLst>
            <pc:docMk/>
            <pc:sldMk cId="1052177989" sldId="312"/>
            <ac:spMk id="10" creationId="{441ABA72-84CD-6149-5122-A94785F33445}"/>
          </ac:spMkLst>
        </pc:spChg>
        <pc:spChg chg="mod">
          <ac:chgData name="Haroldy Makarim Sigero" userId="af451963-9ade-42ec-a1e5-e26c9f10ad0d" providerId="ADAL" clId="{99199D46-8834-4771-8C7E-CC3AC517C3E5}" dt="2026-10-07T07:27:24.194" v="260"/>
          <ac:spMkLst>
            <pc:docMk/>
            <pc:sldMk cId="1052177989" sldId="312"/>
            <ac:spMk id="15" creationId="{29D04186-15B7-EF17-F837-F5A778325E93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29:41.816" v="276"/>
        <pc:sldMkLst>
          <pc:docMk/>
          <pc:sldMk cId="4042024238" sldId="314"/>
        </pc:sldMkLst>
        <pc:spChg chg="mod">
          <ac:chgData name="Haroldy Makarim Sigero" userId="af451963-9ade-42ec-a1e5-e26c9f10ad0d" providerId="ADAL" clId="{99199D46-8834-4771-8C7E-CC3AC517C3E5}" dt="2026-10-07T07:28:34.700" v="268" actId="27636"/>
          <ac:spMkLst>
            <pc:docMk/>
            <pc:sldMk cId="4042024238" sldId="314"/>
            <ac:spMk id="2" creationId="{193D2722-B308-3B84-30D7-32DB3CE884E8}"/>
          </ac:spMkLst>
        </pc:spChg>
        <pc:spChg chg="mod">
          <ac:chgData name="Haroldy Makarim Sigero" userId="af451963-9ade-42ec-a1e5-e26c9f10ad0d" providerId="ADAL" clId="{99199D46-8834-4771-8C7E-CC3AC517C3E5}" dt="2026-10-07T07:29:19.379" v="274"/>
          <ac:spMkLst>
            <pc:docMk/>
            <pc:sldMk cId="4042024238" sldId="314"/>
            <ac:spMk id="6" creationId="{644668F5-BA26-BAEF-518C-BEBF3C686263}"/>
          </ac:spMkLst>
        </pc:spChg>
        <pc:spChg chg="mod">
          <ac:chgData name="Haroldy Makarim Sigero" userId="af451963-9ade-42ec-a1e5-e26c9f10ad0d" providerId="ADAL" clId="{99199D46-8834-4771-8C7E-CC3AC517C3E5}" dt="2026-10-07T07:29:31.303" v="275"/>
          <ac:spMkLst>
            <pc:docMk/>
            <pc:sldMk cId="4042024238" sldId="314"/>
            <ac:spMk id="7" creationId="{EF49D07F-2C42-68F8-6A72-EC00CEA51067}"/>
          </ac:spMkLst>
        </pc:spChg>
        <pc:spChg chg="mod">
          <ac:chgData name="Haroldy Makarim Sigero" userId="af451963-9ade-42ec-a1e5-e26c9f10ad0d" providerId="ADAL" clId="{99199D46-8834-4771-8C7E-CC3AC517C3E5}" dt="2026-10-07T07:29:41.816" v="276"/>
          <ac:spMkLst>
            <pc:docMk/>
            <pc:sldMk cId="4042024238" sldId="314"/>
            <ac:spMk id="10" creationId="{56B9DE6A-D60E-55A2-F786-1B3425086FEA}"/>
          </ac:spMkLst>
        </pc:spChg>
        <pc:spChg chg="mod">
          <ac:chgData name="Haroldy Makarim Sigero" userId="af451963-9ade-42ec-a1e5-e26c9f10ad0d" providerId="ADAL" clId="{99199D46-8834-4771-8C7E-CC3AC517C3E5}" dt="2026-10-07T07:28:52.340" v="269"/>
          <ac:spMkLst>
            <pc:docMk/>
            <pc:sldMk cId="4042024238" sldId="314"/>
            <ac:spMk id="15" creationId="{FCC8DF27-1485-4909-BDFD-51014A6D563E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31:44.801" v="286" actId="27636"/>
        <pc:sldMkLst>
          <pc:docMk/>
          <pc:sldMk cId="112881939" sldId="318"/>
        </pc:sldMkLst>
        <pc:spChg chg="mod">
          <ac:chgData name="Haroldy Makarim Sigero" userId="af451963-9ade-42ec-a1e5-e26c9f10ad0d" providerId="ADAL" clId="{99199D46-8834-4771-8C7E-CC3AC517C3E5}" dt="2026-10-07T07:30:58.068" v="279" actId="27636"/>
          <ac:spMkLst>
            <pc:docMk/>
            <pc:sldMk cId="112881939" sldId="318"/>
            <ac:spMk id="2" creationId="{E487CAF7-8967-FE4C-56BE-B228B4C916C7}"/>
          </ac:spMkLst>
        </pc:spChg>
        <pc:spChg chg="mod">
          <ac:chgData name="Haroldy Makarim Sigero" userId="af451963-9ade-42ec-a1e5-e26c9f10ad0d" providerId="ADAL" clId="{99199D46-8834-4771-8C7E-CC3AC517C3E5}" dt="2026-10-07T07:31:21.118" v="282" actId="27636"/>
          <ac:spMkLst>
            <pc:docMk/>
            <pc:sldMk cId="112881939" sldId="318"/>
            <ac:spMk id="6" creationId="{5C551529-D79B-8B94-2A26-CAC9E078DCFB}"/>
          </ac:spMkLst>
        </pc:spChg>
        <pc:spChg chg="mod">
          <ac:chgData name="Haroldy Makarim Sigero" userId="af451963-9ade-42ec-a1e5-e26c9f10ad0d" providerId="ADAL" clId="{99199D46-8834-4771-8C7E-CC3AC517C3E5}" dt="2026-10-07T07:31:34.791" v="284" actId="27636"/>
          <ac:spMkLst>
            <pc:docMk/>
            <pc:sldMk cId="112881939" sldId="318"/>
            <ac:spMk id="7" creationId="{04DBA1BB-483B-F2C8-CFA4-971B1B4A1E83}"/>
          </ac:spMkLst>
        </pc:spChg>
        <pc:spChg chg="mod">
          <ac:chgData name="Haroldy Makarim Sigero" userId="af451963-9ade-42ec-a1e5-e26c9f10ad0d" providerId="ADAL" clId="{99199D46-8834-4771-8C7E-CC3AC517C3E5}" dt="2026-10-07T07:31:44.801" v="286" actId="27636"/>
          <ac:spMkLst>
            <pc:docMk/>
            <pc:sldMk cId="112881939" sldId="318"/>
            <ac:spMk id="10" creationId="{8A137303-4460-AB31-5AE3-F34B033DBC5B}"/>
          </ac:spMkLst>
        </pc:spChg>
        <pc:spChg chg="mod">
          <ac:chgData name="Haroldy Makarim Sigero" userId="af451963-9ade-42ec-a1e5-e26c9f10ad0d" providerId="ADAL" clId="{99199D46-8834-4771-8C7E-CC3AC517C3E5}" dt="2026-10-07T07:31:08.848" v="280"/>
          <ac:spMkLst>
            <pc:docMk/>
            <pc:sldMk cId="112881939" sldId="318"/>
            <ac:spMk id="15" creationId="{2746C126-7367-457E-DDE4-3501FD010C60}"/>
          </ac:spMkLst>
        </pc:spChg>
      </pc:sldChg>
      <pc:sldChg chg="add">
        <pc:chgData name="Haroldy Makarim Sigero" userId="af451963-9ade-42ec-a1e5-e26c9f10ad0d" providerId="ADAL" clId="{99199D46-8834-4771-8C7E-CC3AC517C3E5}" dt="2026-10-07T07:32:03.086" v="287" actId="2890"/>
        <pc:sldMkLst>
          <pc:docMk/>
          <pc:sldMk cId="3760264782" sldId="320"/>
        </pc:sldMkLst>
      </pc:sldChg>
      <pc:sldChg chg="modSp mod">
        <pc:chgData name="Haroldy Makarim Sigero" userId="af451963-9ade-42ec-a1e5-e26c9f10ad0d" providerId="ADAL" clId="{99199D46-8834-4771-8C7E-CC3AC517C3E5}" dt="2026-10-07T07:33:02.770" v="297" actId="27636"/>
        <pc:sldMkLst>
          <pc:docMk/>
          <pc:sldMk cId="3760264782" sldId="321"/>
        </pc:sldMkLst>
        <pc:spChg chg="mod">
          <ac:chgData name="Haroldy Makarim Sigero" userId="af451963-9ade-42ec-a1e5-e26c9f10ad0d" providerId="ADAL" clId="{99199D46-8834-4771-8C7E-CC3AC517C3E5}" dt="2026-10-07T07:32:20.640" v="289" actId="27636"/>
          <ac:spMkLst>
            <pc:docMk/>
            <pc:sldMk cId="3760264782" sldId="321"/>
            <ac:spMk id="2" creationId="{3FDDA515-7760-010C-86A1-941777673421}"/>
          </ac:spMkLst>
        </pc:spChg>
        <pc:spChg chg="mod">
          <ac:chgData name="Haroldy Makarim Sigero" userId="af451963-9ade-42ec-a1e5-e26c9f10ad0d" providerId="ADAL" clId="{99199D46-8834-4771-8C7E-CC3AC517C3E5}" dt="2026-10-07T07:32:44.036" v="293" actId="27636"/>
          <ac:spMkLst>
            <pc:docMk/>
            <pc:sldMk cId="3760264782" sldId="321"/>
            <ac:spMk id="6" creationId="{46B4E7CD-B17A-D3CC-4F0A-9745E0335739}"/>
          </ac:spMkLst>
        </pc:spChg>
        <pc:spChg chg="mod">
          <ac:chgData name="Haroldy Makarim Sigero" userId="af451963-9ade-42ec-a1e5-e26c9f10ad0d" providerId="ADAL" clId="{99199D46-8834-4771-8C7E-CC3AC517C3E5}" dt="2026-10-07T07:32:51.369" v="295" actId="27636"/>
          <ac:spMkLst>
            <pc:docMk/>
            <pc:sldMk cId="3760264782" sldId="321"/>
            <ac:spMk id="7" creationId="{5842331F-F9DC-D0D8-5D0D-A2ACAB3361B4}"/>
          </ac:spMkLst>
        </pc:spChg>
        <pc:spChg chg="mod">
          <ac:chgData name="Haroldy Makarim Sigero" userId="af451963-9ade-42ec-a1e5-e26c9f10ad0d" providerId="ADAL" clId="{99199D46-8834-4771-8C7E-CC3AC517C3E5}" dt="2026-10-07T07:33:02.770" v="297" actId="27636"/>
          <ac:spMkLst>
            <pc:docMk/>
            <pc:sldMk cId="3760264782" sldId="321"/>
            <ac:spMk id="10" creationId="{7D850D2A-EFBF-A44B-A111-1985A22D81B2}"/>
          </ac:spMkLst>
        </pc:spChg>
        <pc:spChg chg="mod">
          <ac:chgData name="Haroldy Makarim Sigero" userId="af451963-9ade-42ec-a1e5-e26c9f10ad0d" providerId="ADAL" clId="{99199D46-8834-4771-8C7E-CC3AC517C3E5}" dt="2026-10-07T07:32:33.101" v="290"/>
          <ac:spMkLst>
            <pc:docMk/>
            <pc:sldMk cId="3760264782" sldId="321"/>
            <ac:spMk id="15" creationId="{CF6B5916-8E46-2410-4FEC-C117964F7B8E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07:34:25.175" v="319"/>
        <pc:sldMkLst>
          <pc:docMk/>
          <pc:sldMk cId="2273492583" sldId="322"/>
        </pc:sldMkLst>
        <pc:spChg chg="mod">
          <ac:chgData name="Haroldy Makarim Sigero" userId="af451963-9ade-42ec-a1e5-e26c9f10ad0d" providerId="ADAL" clId="{99199D46-8834-4771-8C7E-CC3AC517C3E5}" dt="2026-10-07T07:33:22.823" v="299"/>
          <ac:spMkLst>
            <pc:docMk/>
            <pc:sldMk cId="2273492583" sldId="322"/>
            <ac:spMk id="2" creationId="{00004C4B-732E-71B7-3045-AF27D8CEE3BD}"/>
          </ac:spMkLst>
        </pc:spChg>
        <pc:spChg chg="add del mod">
          <ac:chgData name="Haroldy Makarim Sigero" userId="af451963-9ade-42ec-a1e5-e26c9f10ad0d" providerId="ADAL" clId="{99199D46-8834-4771-8C7E-CC3AC517C3E5}" dt="2026-10-07T07:33:43.928" v="314"/>
          <ac:spMkLst>
            <pc:docMk/>
            <pc:sldMk cId="2273492583" sldId="322"/>
            <ac:spMk id="3" creationId="{FCFCC859-95FF-B5A0-82F6-8380596953F5}"/>
          </ac:spMkLst>
        </pc:spChg>
        <pc:spChg chg="mod">
          <ac:chgData name="Haroldy Makarim Sigero" userId="af451963-9ade-42ec-a1e5-e26c9f10ad0d" providerId="ADAL" clId="{99199D46-8834-4771-8C7E-CC3AC517C3E5}" dt="2026-10-07T07:33:56.421" v="316" actId="27636"/>
          <ac:spMkLst>
            <pc:docMk/>
            <pc:sldMk cId="2273492583" sldId="322"/>
            <ac:spMk id="6" creationId="{B188B0BC-3CD1-562E-DB29-B78F18FD17A5}"/>
          </ac:spMkLst>
        </pc:spChg>
        <pc:spChg chg="mod">
          <ac:chgData name="Haroldy Makarim Sigero" userId="af451963-9ade-42ec-a1e5-e26c9f10ad0d" providerId="ADAL" clId="{99199D46-8834-4771-8C7E-CC3AC517C3E5}" dt="2026-10-07T07:34:09.287" v="318" actId="27636"/>
          <ac:spMkLst>
            <pc:docMk/>
            <pc:sldMk cId="2273492583" sldId="322"/>
            <ac:spMk id="7" creationId="{603958D1-40D1-4E55-3897-03829224C9F5}"/>
          </ac:spMkLst>
        </pc:spChg>
        <pc:spChg chg="mod">
          <ac:chgData name="Haroldy Makarim Sigero" userId="af451963-9ade-42ec-a1e5-e26c9f10ad0d" providerId="ADAL" clId="{99199D46-8834-4771-8C7E-CC3AC517C3E5}" dt="2026-10-07T07:34:25.175" v="319"/>
          <ac:spMkLst>
            <pc:docMk/>
            <pc:sldMk cId="2273492583" sldId="322"/>
            <ac:spMk id="10" creationId="{44F4C732-BB8C-E411-3CD1-92893D5D278F}"/>
          </ac:spMkLst>
        </pc:spChg>
        <pc:spChg chg="mod">
          <ac:chgData name="Haroldy Makarim Sigero" userId="af451963-9ade-42ec-a1e5-e26c9f10ad0d" providerId="ADAL" clId="{99199D46-8834-4771-8C7E-CC3AC517C3E5}" dt="2026-10-07T07:33:42.642" v="312" actId="27636"/>
          <ac:spMkLst>
            <pc:docMk/>
            <pc:sldMk cId="2273492583" sldId="322"/>
            <ac:spMk id="15" creationId="{3A44093D-6B27-9C6B-D6E9-24A9E148E5A3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35:39.888" v="329" actId="27636"/>
        <pc:sldMkLst>
          <pc:docMk/>
          <pc:sldMk cId="1436079937" sldId="325"/>
        </pc:sldMkLst>
        <pc:spChg chg="mod">
          <ac:chgData name="Haroldy Makarim Sigero" userId="af451963-9ade-42ec-a1e5-e26c9f10ad0d" providerId="ADAL" clId="{99199D46-8834-4771-8C7E-CC3AC517C3E5}" dt="2026-10-07T07:34:51.583" v="322" actId="27636"/>
          <ac:spMkLst>
            <pc:docMk/>
            <pc:sldMk cId="1436079937" sldId="325"/>
            <ac:spMk id="2" creationId="{6501A0F3-B9D3-D237-2A00-04F80FD9F4AC}"/>
          </ac:spMkLst>
        </pc:spChg>
        <pc:spChg chg="mod">
          <ac:chgData name="Haroldy Makarim Sigero" userId="af451963-9ade-42ec-a1e5-e26c9f10ad0d" providerId="ADAL" clId="{99199D46-8834-4771-8C7E-CC3AC517C3E5}" dt="2026-10-07T07:35:12.550" v="326" actId="27636"/>
          <ac:spMkLst>
            <pc:docMk/>
            <pc:sldMk cId="1436079937" sldId="325"/>
            <ac:spMk id="6" creationId="{BF0095A1-1BF9-EFD5-65CE-47684F7209D1}"/>
          </ac:spMkLst>
        </pc:spChg>
        <pc:spChg chg="mod">
          <ac:chgData name="Haroldy Makarim Sigero" userId="af451963-9ade-42ec-a1e5-e26c9f10ad0d" providerId="ADAL" clId="{99199D46-8834-4771-8C7E-CC3AC517C3E5}" dt="2026-10-07T07:35:21.950" v="327"/>
          <ac:spMkLst>
            <pc:docMk/>
            <pc:sldMk cId="1436079937" sldId="325"/>
            <ac:spMk id="7" creationId="{DD461760-C2BF-86B5-D489-20EC815BDCA4}"/>
          </ac:spMkLst>
        </pc:spChg>
        <pc:spChg chg="mod">
          <ac:chgData name="Haroldy Makarim Sigero" userId="af451963-9ade-42ec-a1e5-e26c9f10ad0d" providerId="ADAL" clId="{99199D46-8834-4771-8C7E-CC3AC517C3E5}" dt="2026-10-07T07:35:39.888" v="329" actId="27636"/>
          <ac:spMkLst>
            <pc:docMk/>
            <pc:sldMk cId="1436079937" sldId="325"/>
            <ac:spMk id="10" creationId="{91F89057-01FE-F6AC-5123-90516739D051}"/>
          </ac:spMkLst>
        </pc:spChg>
        <pc:spChg chg="mod">
          <ac:chgData name="Haroldy Makarim Sigero" userId="af451963-9ade-42ec-a1e5-e26c9f10ad0d" providerId="ADAL" clId="{99199D46-8834-4771-8C7E-CC3AC517C3E5}" dt="2026-10-07T07:35:03.295" v="324" actId="27636"/>
          <ac:spMkLst>
            <pc:docMk/>
            <pc:sldMk cId="1436079937" sldId="325"/>
            <ac:spMk id="15" creationId="{55DCF569-A88A-0737-B3C4-2E631B0A8580}"/>
          </ac:spMkLst>
        </pc:spChg>
      </pc:sldChg>
      <pc:sldChg chg="addSp delSp modSp mod">
        <pc:chgData name="Haroldy Makarim Sigero" userId="af451963-9ade-42ec-a1e5-e26c9f10ad0d" providerId="ADAL" clId="{99199D46-8834-4771-8C7E-CC3AC517C3E5}" dt="2026-10-07T11:56:07.133" v="333" actId="21"/>
        <pc:sldMkLst>
          <pc:docMk/>
          <pc:sldMk cId="246905895" sldId="351"/>
        </pc:sldMkLst>
        <pc:spChg chg="mod">
          <ac:chgData name="Haroldy Makarim Sigero" userId="af451963-9ade-42ec-a1e5-e26c9f10ad0d" providerId="ADAL" clId="{99199D46-8834-4771-8C7E-CC3AC517C3E5}" dt="2026-10-07T11:55:52.870" v="330" actId="113"/>
          <ac:spMkLst>
            <pc:docMk/>
            <pc:sldMk cId="246905895" sldId="351"/>
            <ac:spMk id="2" creationId="{C6AD64D4-80CD-34A1-127E-165B5EAC3535}"/>
          </ac:spMkLst>
        </pc:spChg>
        <pc:spChg chg="add del mod">
          <ac:chgData name="Haroldy Makarim Sigero" userId="af451963-9ade-42ec-a1e5-e26c9f10ad0d" providerId="ADAL" clId="{99199D46-8834-4771-8C7E-CC3AC517C3E5}" dt="2026-10-07T11:56:07.133" v="333" actId="21"/>
          <ac:spMkLst>
            <pc:docMk/>
            <pc:sldMk cId="246905895" sldId="351"/>
            <ac:spMk id="11" creationId="{5100FEDB-8654-91EE-5815-95307C2A2851}"/>
          </ac:spMkLst>
        </pc:spChg>
      </pc:sldChg>
    </pc:docChg>
  </pc:docChgLst>
  <pc:docChgLst>
    <pc:chgData name="Faza Fauzan Habibi" userId="S::faza.fauzan@vedapraxis.com::f07ce302-fd6c-42d1-b698-f0c587c7e391" providerId="AD" clId="Web-{CFB43431-31CC-3E2E-BEF5-A7E32CCF67A6}"/>
    <pc:docChg chg="modSld">
      <pc:chgData name="Faza Fauzan Habibi" userId="S::faza.fauzan@vedapraxis.com::f07ce302-fd6c-42d1-b698-f0c587c7e391" providerId="AD" clId="Web-{CFB43431-31CC-3E2E-BEF5-A7E32CCF67A6}" dt="2026-10-07T06:23:23.384" v="0" actId="14100"/>
      <pc:docMkLst>
        <pc:docMk/>
      </pc:docMkLst>
      <pc:sldChg chg="modSp">
        <pc:chgData name="Faza Fauzan Habibi" userId="S::faza.fauzan@vedapraxis.com::f07ce302-fd6c-42d1-b698-f0c587c7e391" providerId="AD" clId="Web-{CFB43431-31CC-3E2E-BEF5-A7E32CCF67A6}" dt="2026-10-07T06:23:23.384" v="0" actId="14100"/>
        <pc:sldMkLst>
          <pc:docMk/>
          <pc:sldMk cId="2009651753" sldId="259"/>
        </pc:sldMkLst>
        <pc:spChg chg="mod">
          <ac:chgData name="Faza Fauzan Habibi" userId="S::faza.fauzan@vedapraxis.com::f07ce302-fd6c-42d1-b698-f0c587c7e391" providerId="AD" clId="Web-{CFB43431-31CC-3E2E-BEF5-A7E32CCF67A6}" dt="2026-10-07T06:23:23.384" v="0" actId="14100"/>
          <ac:spMkLst>
            <pc:docMk/>
            <pc:sldMk cId="2009651753" sldId="259"/>
            <ac:spMk id="4" creationId="{949C5F2B-786C-8DA9-6D1F-2E7D8A50CA98}"/>
          </ac:spMkLst>
        </pc:spChg>
      </pc:sldChg>
    </pc:docChg>
  </pc:docChgLst>
  <pc:docChgLst>
    <pc:chgData name="Farhan Afif Aldiansyah" userId="S::farhan.aldiansyah@vedapraxis.com::53f0397b-3e7c-461c-ba9b-71b3db047852" providerId="AD" clId="Web-{F3EADFF3-082C-E42C-F63E-6C919F84B594}"/>
    <pc:docChg chg="modSld">
      <pc:chgData name="Farhan Afif Aldiansyah" userId="S::farhan.aldiansyah@vedapraxis.com::53f0397b-3e7c-461c-ba9b-71b3db047852" providerId="AD" clId="Web-{F3EADFF3-082C-E42C-F63E-6C919F84B594}" dt="2026-10-07T10:47:06.066" v="4" actId="14100"/>
      <pc:docMkLst>
        <pc:docMk/>
      </pc:docMkLst>
      <pc:sldChg chg="modSp">
        <pc:chgData name="Farhan Afif Aldiansyah" userId="S::farhan.aldiansyah@vedapraxis.com::53f0397b-3e7c-461c-ba9b-71b3db047852" providerId="AD" clId="Web-{F3EADFF3-082C-E42C-F63E-6C919F84B594}" dt="2026-10-07T10:47:06.066" v="4" actId="14100"/>
        <pc:sldMkLst>
          <pc:docMk/>
          <pc:sldMk cId="2376442821" sldId="278"/>
        </pc:sldMkLst>
        <pc:spChg chg="mod">
          <ac:chgData name="Farhan Afif Aldiansyah" userId="S::farhan.aldiansyah@vedapraxis.com::53f0397b-3e7c-461c-ba9b-71b3db047852" providerId="AD" clId="Web-{F3EADFF3-082C-E42C-F63E-6C919F84B594}" dt="2026-10-07T10:47:06.066" v="4" actId="14100"/>
          <ac:spMkLst>
            <pc:docMk/>
            <pc:sldMk cId="2376442821" sldId="278"/>
            <ac:spMk id="2" creationId="{7EFF36DC-20D2-014F-02CF-D2FD6660D09E}"/>
          </ac:spMkLst>
        </pc:spChg>
      </pc:sldChg>
      <pc:sldChg chg="modSp">
        <pc:chgData name="Farhan Afif Aldiansyah" userId="S::farhan.aldiansyah@vedapraxis.com::53f0397b-3e7c-461c-ba9b-71b3db047852" providerId="AD" clId="Web-{F3EADFF3-082C-E42C-F63E-6C919F84B594}" dt="2026-10-07T10:46:40.331" v="1" actId="20577"/>
        <pc:sldMkLst>
          <pc:docMk/>
          <pc:sldMk cId="997169840" sldId="281"/>
        </pc:sldMkLst>
        <pc:spChg chg="mod">
          <ac:chgData name="Farhan Afif Aldiansyah" userId="S::farhan.aldiansyah@vedapraxis.com::53f0397b-3e7c-461c-ba9b-71b3db047852" providerId="AD" clId="Web-{F3EADFF3-082C-E42C-F63E-6C919F84B594}" dt="2026-10-07T10:46:40.331" v="1" actId="20577"/>
          <ac:spMkLst>
            <pc:docMk/>
            <pc:sldMk cId="997169840" sldId="281"/>
            <ac:spMk id="2" creationId="{05A79A17-7DCD-7A84-406D-008B7ED062A0}"/>
          </ac:spMkLst>
        </pc:spChg>
      </pc:sldChg>
    </pc:docChg>
  </pc:docChgLst>
  <pc:docChgLst>
    <pc:chgData name="Faza Fauzan Habibi" userId="f07ce302-fd6c-42d1-b698-f0c587c7e391" providerId="ADAL" clId="{6376A2CB-D03A-4FC6-82DD-BDF867217337}"/>
    <pc:docChg chg="undo custSel addSld delSld modSld sldOrd modMainMaster">
      <pc:chgData name="Faza Fauzan Habibi" userId="f07ce302-fd6c-42d1-b698-f0c587c7e391" providerId="ADAL" clId="{6376A2CB-D03A-4FC6-82DD-BDF867217337}" dt="2026-10-07T11:03:18.489" v="699"/>
      <pc:docMkLst>
        <pc:docMk/>
      </pc:docMkLst>
      <pc:sldChg chg="delSp modSp del mod">
        <pc:chgData name="Faza Fauzan Habibi" userId="f07ce302-fd6c-42d1-b698-f0c587c7e391" providerId="ADAL" clId="{6376A2CB-D03A-4FC6-82DD-BDF867217337}" dt="2026-10-07T06:36:35.853" v="81" actId="47"/>
        <pc:sldMkLst>
          <pc:docMk/>
          <pc:sldMk cId="2009651753" sldId="259"/>
        </pc:sldMkLst>
        <pc:spChg chg="mod">
          <ac:chgData name="Faza Fauzan Habibi" userId="f07ce302-fd6c-42d1-b698-f0c587c7e391" providerId="ADAL" clId="{6376A2CB-D03A-4FC6-82DD-BDF867217337}" dt="2026-10-07T06:24:48.854" v="7" actId="27636"/>
          <ac:spMkLst>
            <pc:docMk/>
            <pc:sldMk cId="2009651753" sldId="259"/>
            <ac:spMk id="2" creationId="{605B2017-BC98-B480-CD63-F01A514C49FB}"/>
          </ac:spMkLst>
        </pc:spChg>
        <pc:spChg chg="del">
          <ac:chgData name="Faza Fauzan Habibi" userId="f07ce302-fd6c-42d1-b698-f0c587c7e391" providerId="ADAL" clId="{6376A2CB-D03A-4FC6-82DD-BDF867217337}" dt="2026-10-07T06:24:31.438" v="5" actId="478"/>
          <ac:spMkLst>
            <pc:docMk/>
            <pc:sldMk cId="2009651753" sldId="259"/>
            <ac:spMk id="3" creationId="{0EFA6AAA-2E5D-FF09-894A-270C2FD4C0F9}"/>
          </ac:spMkLst>
        </pc:spChg>
        <pc:spChg chg="mod">
          <ac:chgData name="Faza Fauzan Habibi" userId="f07ce302-fd6c-42d1-b698-f0c587c7e391" providerId="ADAL" clId="{6376A2CB-D03A-4FC6-82DD-BDF867217337}" dt="2026-10-07T06:25:00.692" v="11" actId="14100"/>
          <ac:spMkLst>
            <pc:docMk/>
            <pc:sldMk cId="2009651753" sldId="259"/>
            <ac:spMk id="4" creationId="{949C5F2B-786C-8DA9-6D1F-2E7D8A50CA98}"/>
          </ac:spMkLst>
        </pc:spChg>
        <pc:spChg chg="del">
          <ac:chgData name="Faza Fauzan Habibi" userId="f07ce302-fd6c-42d1-b698-f0c587c7e391" providerId="ADAL" clId="{6376A2CB-D03A-4FC6-82DD-BDF867217337}" dt="2026-10-07T06:24:29.512" v="4" actId="478"/>
          <ac:spMkLst>
            <pc:docMk/>
            <pc:sldMk cId="2009651753" sldId="259"/>
            <ac:spMk id="5" creationId="{BCDD7B82-9EA7-F288-2AC0-603D904CC39C}"/>
          </ac:spMkLst>
        </pc:spChg>
      </pc:sldChg>
      <pc:sldChg chg="modSp mod">
        <pc:chgData name="Faza Fauzan Habibi" userId="f07ce302-fd6c-42d1-b698-f0c587c7e391" providerId="ADAL" clId="{6376A2CB-D03A-4FC6-82DD-BDF867217337}" dt="2026-10-07T06:24:48.870" v="9" actId="27636"/>
        <pc:sldMkLst>
          <pc:docMk/>
          <pc:sldMk cId="1585192538" sldId="266"/>
        </pc:sldMkLst>
        <pc:spChg chg="mod">
          <ac:chgData name="Faza Fauzan Habibi" userId="f07ce302-fd6c-42d1-b698-f0c587c7e391" providerId="ADAL" clId="{6376A2CB-D03A-4FC6-82DD-BDF867217337}" dt="2026-10-07T06:24:48.868" v="8" actId="27636"/>
          <ac:spMkLst>
            <pc:docMk/>
            <pc:sldMk cId="1585192538" sldId="266"/>
            <ac:spMk id="3" creationId="{55158AC5-278F-B97F-7B4A-9D271638A940}"/>
          </ac:spMkLst>
        </pc:spChg>
        <pc:spChg chg="mod">
          <ac:chgData name="Faza Fauzan Habibi" userId="f07ce302-fd6c-42d1-b698-f0c587c7e391" providerId="ADAL" clId="{6376A2CB-D03A-4FC6-82DD-BDF867217337}" dt="2026-10-07T06:24:48.870" v="9" actId="27636"/>
          <ac:spMkLst>
            <pc:docMk/>
            <pc:sldMk cId="1585192538" sldId="266"/>
            <ac:spMk id="5" creationId="{04BDD015-ECCA-10C8-5EFD-A324ABBBA014}"/>
          </ac:spMkLst>
        </pc:spChg>
      </pc:sldChg>
      <pc:sldChg chg="modSp new del mod">
        <pc:chgData name="Faza Fauzan Habibi" userId="f07ce302-fd6c-42d1-b698-f0c587c7e391" providerId="ADAL" clId="{6376A2CB-D03A-4FC6-82DD-BDF867217337}" dt="2026-10-07T06:50:14.010" v="190" actId="47"/>
        <pc:sldMkLst>
          <pc:docMk/>
          <pc:sldMk cId="1337396463" sldId="268"/>
        </pc:sldMkLst>
        <pc:spChg chg="mod">
          <ac:chgData name="Faza Fauzan Habibi" userId="f07ce302-fd6c-42d1-b698-f0c587c7e391" providerId="ADAL" clId="{6376A2CB-D03A-4FC6-82DD-BDF867217337}" dt="2026-10-07T06:29:11.874" v="38" actId="20577"/>
          <ac:spMkLst>
            <pc:docMk/>
            <pc:sldMk cId="1337396463" sldId="268"/>
            <ac:spMk id="2" creationId="{D74CE796-3D2A-1087-310A-314E5069F309}"/>
          </ac:spMkLst>
        </pc:spChg>
        <pc:spChg chg="mod">
          <ac:chgData name="Faza Fauzan Habibi" userId="f07ce302-fd6c-42d1-b698-f0c587c7e391" providerId="ADAL" clId="{6376A2CB-D03A-4FC6-82DD-BDF867217337}" dt="2026-10-07T06:33:13.256" v="69" actId="1035"/>
          <ac:spMkLst>
            <pc:docMk/>
            <pc:sldMk cId="1337396463" sldId="268"/>
            <ac:spMk id="3" creationId="{DE9E6FAE-6503-C8B0-1B45-DA7B883AB204}"/>
          </ac:spMkLst>
        </pc:spChg>
        <pc:spChg chg="mod">
          <ac:chgData name="Faza Fauzan Habibi" userId="f07ce302-fd6c-42d1-b698-f0c587c7e391" providerId="ADAL" clId="{6376A2CB-D03A-4FC6-82DD-BDF867217337}" dt="2026-10-07T06:46:41.439" v="136" actId="27636"/>
          <ac:spMkLst>
            <pc:docMk/>
            <pc:sldMk cId="1337396463" sldId="268"/>
            <ac:spMk id="4" creationId="{5E8CB79E-6875-1ED5-935C-DA1DB823E7A7}"/>
          </ac:spMkLst>
        </pc:spChg>
        <pc:spChg chg="mod">
          <ac:chgData name="Faza Fauzan Habibi" userId="f07ce302-fd6c-42d1-b698-f0c587c7e391" providerId="ADAL" clId="{6376A2CB-D03A-4FC6-82DD-BDF867217337}" dt="2026-10-07T06:33:13.256" v="69" actId="1035"/>
          <ac:spMkLst>
            <pc:docMk/>
            <pc:sldMk cId="1337396463" sldId="268"/>
            <ac:spMk id="5" creationId="{1F0E426F-E730-B588-7E40-CF74936DAE6B}"/>
          </ac:spMkLst>
        </pc:spChg>
        <pc:spChg chg="mod">
          <ac:chgData name="Faza Fauzan Habibi" userId="f07ce302-fd6c-42d1-b698-f0c587c7e391" providerId="ADAL" clId="{6376A2CB-D03A-4FC6-82DD-BDF867217337}" dt="2026-10-07T06:46:41.442" v="137" actId="27636"/>
          <ac:spMkLst>
            <pc:docMk/>
            <pc:sldMk cId="1337396463" sldId="268"/>
            <ac:spMk id="6" creationId="{15D2C9B9-CBC3-98A5-CCB4-40D61B2573D4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6:52:53.938" v="221" actId="47"/>
        <pc:sldMkLst>
          <pc:docMk/>
          <pc:sldMk cId="412831354" sldId="269"/>
        </pc:sldMkLst>
        <pc:spChg chg="mod">
          <ac:chgData name="Faza Fauzan Habibi" userId="f07ce302-fd6c-42d1-b698-f0c587c7e391" providerId="ADAL" clId="{6376A2CB-D03A-4FC6-82DD-BDF867217337}" dt="2026-10-07T06:30:53.015" v="46"/>
          <ac:spMkLst>
            <pc:docMk/>
            <pc:sldMk cId="412831354" sldId="269"/>
            <ac:spMk id="2" creationId="{8CC186EA-858D-D663-6C4A-29DF34EF0834}"/>
          </ac:spMkLst>
        </pc:spChg>
        <pc:spChg chg="mod">
          <ac:chgData name="Faza Fauzan Habibi" userId="f07ce302-fd6c-42d1-b698-f0c587c7e391" providerId="ADAL" clId="{6376A2CB-D03A-4FC6-82DD-BDF867217337}" dt="2026-10-07T06:33:35.454" v="70" actId="255"/>
          <ac:spMkLst>
            <pc:docMk/>
            <pc:sldMk cId="412831354" sldId="269"/>
            <ac:spMk id="3" creationId="{6FD782E6-210A-7120-F0AF-C6777B170DE1}"/>
          </ac:spMkLst>
        </pc:spChg>
        <pc:spChg chg="mod">
          <ac:chgData name="Faza Fauzan Habibi" userId="f07ce302-fd6c-42d1-b698-f0c587c7e391" providerId="ADAL" clId="{6376A2CB-D03A-4FC6-82DD-BDF867217337}" dt="2026-10-07T06:33:35.454" v="70" actId="255"/>
          <ac:spMkLst>
            <pc:docMk/>
            <pc:sldMk cId="412831354" sldId="269"/>
            <ac:spMk id="4" creationId="{D79EE8B5-F744-6323-A83C-48C68F81A671}"/>
          </ac:spMkLst>
        </pc:spChg>
        <pc:spChg chg="mod">
          <ac:chgData name="Faza Fauzan Habibi" userId="f07ce302-fd6c-42d1-b698-f0c587c7e391" providerId="ADAL" clId="{6376A2CB-D03A-4FC6-82DD-BDF867217337}" dt="2026-10-07T06:33:35.454" v="70" actId="255"/>
          <ac:spMkLst>
            <pc:docMk/>
            <pc:sldMk cId="412831354" sldId="269"/>
            <ac:spMk id="5" creationId="{0D928026-8F34-3995-F4FD-FC60524CE667}"/>
          </ac:spMkLst>
        </pc:spChg>
        <pc:spChg chg="mod">
          <ac:chgData name="Faza Fauzan Habibi" userId="f07ce302-fd6c-42d1-b698-f0c587c7e391" providerId="ADAL" clId="{6376A2CB-D03A-4FC6-82DD-BDF867217337}" dt="2026-10-07T06:45:35.158" v="123" actId="1076"/>
          <ac:spMkLst>
            <pc:docMk/>
            <pc:sldMk cId="412831354" sldId="269"/>
            <ac:spMk id="6" creationId="{EBA3ED59-36ED-48D8-7D84-325C51BB50EB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6:55:20.641" v="266" actId="47"/>
        <pc:sldMkLst>
          <pc:docMk/>
          <pc:sldMk cId="4098752733" sldId="270"/>
        </pc:sldMkLst>
        <pc:spChg chg="mod">
          <ac:chgData name="Faza Fauzan Habibi" userId="f07ce302-fd6c-42d1-b698-f0c587c7e391" providerId="ADAL" clId="{6376A2CB-D03A-4FC6-82DD-BDF867217337}" dt="2026-10-07T06:33:49.002" v="72"/>
          <ac:spMkLst>
            <pc:docMk/>
            <pc:sldMk cId="4098752733" sldId="270"/>
            <ac:spMk id="2" creationId="{F73893CF-7EB6-D6DC-A949-716A2A91E139}"/>
          </ac:spMkLst>
        </pc:spChg>
        <pc:spChg chg="mod">
          <ac:chgData name="Faza Fauzan Habibi" userId="f07ce302-fd6c-42d1-b698-f0c587c7e391" providerId="ADAL" clId="{6376A2CB-D03A-4FC6-82DD-BDF867217337}" dt="2026-10-07T06:34:26.880" v="74" actId="27636"/>
          <ac:spMkLst>
            <pc:docMk/>
            <pc:sldMk cId="4098752733" sldId="270"/>
            <ac:spMk id="3" creationId="{1F11A32C-EDE5-E9CD-BDA7-697A8335B49F}"/>
          </ac:spMkLst>
        </pc:spChg>
        <pc:spChg chg="mod">
          <ac:chgData name="Faza Fauzan Habibi" userId="f07ce302-fd6c-42d1-b698-f0c587c7e391" providerId="ADAL" clId="{6376A2CB-D03A-4FC6-82DD-BDF867217337}" dt="2026-10-07T06:46:41.450" v="138" actId="27636"/>
          <ac:spMkLst>
            <pc:docMk/>
            <pc:sldMk cId="4098752733" sldId="270"/>
            <ac:spMk id="4" creationId="{78E5E968-351E-F579-F93C-00CB8354BD67}"/>
          </ac:spMkLst>
        </pc:spChg>
        <pc:spChg chg="mod">
          <ac:chgData name="Faza Fauzan Habibi" userId="f07ce302-fd6c-42d1-b698-f0c587c7e391" providerId="ADAL" clId="{6376A2CB-D03A-4FC6-82DD-BDF867217337}" dt="2026-10-07T06:46:41.454" v="139" actId="27636"/>
          <ac:spMkLst>
            <pc:docMk/>
            <pc:sldMk cId="4098752733" sldId="270"/>
            <ac:spMk id="5" creationId="{2BF281CB-0348-A557-F548-F082EFE82034}"/>
          </ac:spMkLst>
        </pc:spChg>
        <pc:spChg chg="mod">
          <ac:chgData name="Faza Fauzan Habibi" userId="f07ce302-fd6c-42d1-b698-f0c587c7e391" providerId="ADAL" clId="{6376A2CB-D03A-4FC6-82DD-BDF867217337}" dt="2026-10-07T06:34:59.258" v="79"/>
          <ac:spMkLst>
            <pc:docMk/>
            <pc:sldMk cId="4098752733" sldId="270"/>
            <ac:spMk id="6" creationId="{9E160D11-CDF6-408D-B0C6-E2F77952E377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6:58:20.615" v="286" actId="47"/>
        <pc:sldMkLst>
          <pc:docMk/>
          <pc:sldMk cId="2431338753" sldId="271"/>
        </pc:sldMkLst>
        <pc:spChg chg="mod">
          <ac:chgData name="Faza Fauzan Habibi" userId="f07ce302-fd6c-42d1-b698-f0c587c7e391" providerId="ADAL" clId="{6376A2CB-D03A-4FC6-82DD-BDF867217337}" dt="2026-10-07T06:37:12.125" v="82"/>
          <ac:spMkLst>
            <pc:docMk/>
            <pc:sldMk cId="2431338753" sldId="271"/>
            <ac:spMk id="2" creationId="{EDF6CA94-67AB-D439-2D8C-525EEB7C9E9C}"/>
          </ac:spMkLst>
        </pc:spChg>
        <pc:spChg chg="mod">
          <ac:chgData name="Faza Fauzan Habibi" userId="f07ce302-fd6c-42d1-b698-f0c587c7e391" providerId="ADAL" clId="{6376A2CB-D03A-4FC6-82DD-BDF867217337}" dt="2026-10-07T06:37:21.337" v="83"/>
          <ac:spMkLst>
            <pc:docMk/>
            <pc:sldMk cId="2431338753" sldId="271"/>
            <ac:spMk id="3" creationId="{8D44B21F-ACDA-4778-FFA1-59A12A176E14}"/>
          </ac:spMkLst>
        </pc:spChg>
        <pc:spChg chg="mod">
          <ac:chgData name="Faza Fauzan Habibi" userId="f07ce302-fd6c-42d1-b698-f0c587c7e391" providerId="ADAL" clId="{6376A2CB-D03A-4FC6-82DD-BDF867217337}" dt="2026-10-07T06:46:41.460" v="140" actId="27636"/>
          <ac:spMkLst>
            <pc:docMk/>
            <pc:sldMk cId="2431338753" sldId="271"/>
            <ac:spMk id="4" creationId="{F72F05AD-FEF7-B80E-EFE5-87ED03476488}"/>
          </ac:spMkLst>
        </pc:spChg>
        <pc:spChg chg="mod">
          <ac:chgData name="Faza Fauzan Habibi" userId="f07ce302-fd6c-42d1-b698-f0c587c7e391" providerId="ADAL" clId="{6376A2CB-D03A-4FC6-82DD-BDF867217337}" dt="2026-10-07T06:46:41.463" v="141" actId="27636"/>
          <ac:spMkLst>
            <pc:docMk/>
            <pc:sldMk cId="2431338753" sldId="271"/>
            <ac:spMk id="5" creationId="{D324488E-979B-FE53-FDC5-D2F93A13FD2D}"/>
          </ac:spMkLst>
        </pc:spChg>
        <pc:spChg chg="mod">
          <ac:chgData name="Faza Fauzan Habibi" userId="f07ce302-fd6c-42d1-b698-f0c587c7e391" providerId="ADAL" clId="{6376A2CB-D03A-4FC6-82DD-BDF867217337}" dt="2026-10-07T06:39:01.283" v="88" actId="1076"/>
          <ac:spMkLst>
            <pc:docMk/>
            <pc:sldMk cId="2431338753" sldId="271"/>
            <ac:spMk id="6" creationId="{95568853-FCD4-1384-E286-BDA1FA4A77E3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6:59:36.370" v="300" actId="47"/>
        <pc:sldMkLst>
          <pc:docMk/>
          <pc:sldMk cId="3661409179" sldId="272"/>
        </pc:sldMkLst>
        <pc:spChg chg="mod">
          <ac:chgData name="Faza Fauzan Habibi" userId="f07ce302-fd6c-42d1-b698-f0c587c7e391" providerId="ADAL" clId="{6376A2CB-D03A-4FC6-82DD-BDF867217337}" dt="2026-10-07T06:39:25.156" v="90"/>
          <ac:spMkLst>
            <pc:docMk/>
            <pc:sldMk cId="3661409179" sldId="272"/>
            <ac:spMk id="2" creationId="{5911991E-B690-B568-8B7D-B8A6C9E5FDE2}"/>
          </ac:spMkLst>
        </pc:spChg>
        <pc:spChg chg="mod">
          <ac:chgData name="Faza Fauzan Habibi" userId="f07ce302-fd6c-42d1-b698-f0c587c7e391" providerId="ADAL" clId="{6376A2CB-D03A-4FC6-82DD-BDF867217337}" dt="2026-10-07T06:39:34.652" v="91"/>
          <ac:spMkLst>
            <pc:docMk/>
            <pc:sldMk cId="3661409179" sldId="272"/>
            <ac:spMk id="3" creationId="{01791E2C-058B-6BA8-6AEA-505D30A6C961}"/>
          </ac:spMkLst>
        </pc:spChg>
        <pc:spChg chg="mod">
          <ac:chgData name="Faza Fauzan Habibi" userId="f07ce302-fd6c-42d1-b698-f0c587c7e391" providerId="ADAL" clId="{6376A2CB-D03A-4FC6-82DD-BDF867217337}" dt="2026-10-07T06:46:41.470" v="142" actId="27636"/>
          <ac:spMkLst>
            <pc:docMk/>
            <pc:sldMk cId="3661409179" sldId="272"/>
            <ac:spMk id="4" creationId="{1264410C-3A01-428E-386D-500307E1B7B1}"/>
          </ac:spMkLst>
        </pc:spChg>
        <pc:spChg chg="mod">
          <ac:chgData name="Faza Fauzan Habibi" userId="f07ce302-fd6c-42d1-b698-f0c587c7e391" providerId="ADAL" clId="{6376A2CB-D03A-4FC6-82DD-BDF867217337}" dt="2026-10-07T06:46:41.474" v="143" actId="27636"/>
          <ac:spMkLst>
            <pc:docMk/>
            <pc:sldMk cId="3661409179" sldId="272"/>
            <ac:spMk id="5" creationId="{5BAB8BE5-E86F-7C51-27D6-45F6517E48C5}"/>
          </ac:spMkLst>
        </pc:spChg>
        <pc:spChg chg="mod">
          <ac:chgData name="Faza Fauzan Habibi" userId="f07ce302-fd6c-42d1-b698-f0c587c7e391" providerId="ADAL" clId="{6376A2CB-D03A-4FC6-82DD-BDF867217337}" dt="2026-10-07T06:40:44.833" v="96" actId="14100"/>
          <ac:spMkLst>
            <pc:docMk/>
            <pc:sldMk cId="3661409179" sldId="272"/>
            <ac:spMk id="6" creationId="{88DB5EDA-9C58-8F17-8CD3-0DA3B18FBBC0}"/>
          </ac:spMkLst>
        </pc:spChg>
      </pc:sldChg>
      <pc:sldChg chg="modSp mod">
        <pc:chgData name="Faza Fauzan Habibi" userId="f07ce302-fd6c-42d1-b698-f0c587c7e391" providerId="ADAL" clId="{6376A2CB-D03A-4FC6-82DD-BDF867217337}" dt="2026-10-07T06:46:41.511" v="150" actId="27636"/>
        <pc:sldMkLst>
          <pc:docMk/>
          <pc:sldMk cId="3007287590" sldId="273"/>
        </pc:sldMkLst>
        <pc:spChg chg="mod">
          <ac:chgData name="Faza Fauzan Habibi" userId="f07ce302-fd6c-42d1-b698-f0c587c7e391" providerId="ADAL" clId="{6376A2CB-D03A-4FC6-82DD-BDF867217337}" dt="2026-10-07T06:46:41.509" v="149" actId="27636"/>
          <ac:spMkLst>
            <pc:docMk/>
            <pc:sldMk cId="3007287590" sldId="273"/>
            <ac:spMk id="4" creationId="{B5CBE491-B3DE-9615-333E-06FEC88B289E}"/>
          </ac:spMkLst>
        </pc:spChg>
        <pc:spChg chg="mod">
          <ac:chgData name="Faza Fauzan Habibi" userId="f07ce302-fd6c-42d1-b698-f0c587c7e391" providerId="ADAL" clId="{6376A2CB-D03A-4FC6-82DD-BDF867217337}" dt="2026-10-07T06:46:41.511" v="150" actId="27636"/>
          <ac:spMkLst>
            <pc:docMk/>
            <pc:sldMk cId="3007287590" sldId="273"/>
            <ac:spMk id="5" creationId="{10760C03-F3D4-6201-D08F-3001FF545BE2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7:02:05.123" v="334" actId="47"/>
        <pc:sldMkLst>
          <pc:docMk/>
          <pc:sldMk cId="4277841245" sldId="274"/>
        </pc:sldMkLst>
        <pc:spChg chg="mod">
          <ac:chgData name="Faza Fauzan Habibi" userId="f07ce302-fd6c-42d1-b698-f0c587c7e391" providerId="ADAL" clId="{6376A2CB-D03A-4FC6-82DD-BDF867217337}" dt="2026-10-07T06:42:13.195" v="105"/>
          <ac:spMkLst>
            <pc:docMk/>
            <pc:sldMk cId="4277841245" sldId="274"/>
            <ac:spMk id="2" creationId="{A5B75239-4EB4-9190-2C88-4B0925491101}"/>
          </ac:spMkLst>
        </pc:spChg>
        <pc:spChg chg="mod">
          <ac:chgData name="Faza Fauzan Habibi" userId="f07ce302-fd6c-42d1-b698-f0c587c7e391" providerId="ADAL" clId="{6376A2CB-D03A-4FC6-82DD-BDF867217337}" dt="2026-10-07T06:41:10.066" v="99"/>
          <ac:spMkLst>
            <pc:docMk/>
            <pc:sldMk cId="4277841245" sldId="274"/>
            <ac:spMk id="3" creationId="{2F11F188-A904-066B-9DCA-EC163276D951}"/>
          </ac:spMkLst>
        </pc:spChg>
        <pc:spChg chg="mod">
          <ac:chgData name="Faza Fauzan Habibi" userId="f07ce302-fd6c-42d1-b698-f0c587c7e391" providerId="ADAL" clId="{6376A2CB-D03A-4FC6-82DD-BDF867217337}" dt="2026-10-07T06:46:41.485" v="145" actId="27636"/>
          <ac:spMkLst>
            <pc:docMk/>
            <pc:sldMk cId="4277841245" sldId="274"/>
            <ac:spMk id="4" creationId="{F5F8AB9F-5A9F-0E73-E056-0D995FA3BE0D}"/>
          </ac:spMkLst>
        </pc:spChg>
        <pc:spChg chg="mod">
          <ac:chgData name="Faza Fauzan Habibi" userId="f07ce302-fd6c-42d1-b698-f0c587c7e391" providerId="ADAL" clId="{6376A2CB-D03A-4FC6-82DD-BDF867217337}" dt="2026-10-07T06:46:41.481" v="144" actId="27636"/>
          <ac:spMkLst>
            <pc:docMk/>
            <pc:sldMk cId="4277841245" sldId="274"/>
            <ac:spMk id="5" creationId="{E6D5A7E0-B16B-D6FD-9B4F-B4234CCC0D6C}"/>
          </ac:spMkLst>
        </pc:spChg>
        <pc:spChg chg="mod">
          <ac:chgData name="Faza Fauzan Habibi" userId="f07ce302-fd6c-42d1-b698-f0c587c7e391" providerId="ADAL" clId="{6376A2CB-D03A-4FC6-82DD-BDF867217337}" dt="2026-10-07T06:41:36.545" v="104"/>
          <ac:spMkLst>
            <pc:docMk/>
            <pc:sldMk cId="4277841245" sldId="274"/>
            <ac:spMk id="6" creationId="{F45B0E80-6AE4-EAA6-39E5-8C97CC18A0F8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7:06:56.008" v="357" actId="47"/>
        <pc:sldMkLst>
          <pc:docMk/>
          <pc:sldMk cId="1728760029" sldId="275"/>
        </pc:sldMkLst>
        <pc:spChg chg="mod">
          <ac:chgData name="Faza Fauzan Habibi" userId="f07ce302-fd6c-42d1-b698-f0c587c7e391" providerId="ADAL" clId="{6376A2CB-D03A-4FC6-82DD-BDF867217337}" dt="2026-10-07T06:42:45.413" v="107"/>
          <ac:spMkLst>
            <pc:docMk/>
            <pc:sldMk cId="1728760029" sldId="275"/>
            <ac:spMk id="2" creationId="{FCEFC78B-412D-9462-0BB2-85096DC4420E}"/>
          </ac:spMkLst>
        </pc:spChg>
        <pc:spChg chg="mod">
          <ac:chgData name="Faza Fauzan Habibi" userId="f07ce302-fd6c-42d1-b698-f0c587c7e391" providerId="ADAL" clId="{6376A2CB-D03A-4FC6-82DD-BDF867217337}" dt="2026-10-07T07:02:28.490" v="337"/>
          <ac:spMkLst>
            <pc:docMk/>
            <pc:sldMk cId="1728760029" sldId="275"/>
            <ac:spMk id="3" creationId="{15BFE4E0-A8B2-7031-71B8-50D48ACD4A53}"/>
          </ac:spMkLst>
        </pc:spChg>
        <pc:spChg chg="mod">
          <ac:chgData name="Faza Fauzan Habibi" userId="f07ce302-fd6c-42d1-b698-f0c587c7e391" providerId="ADAL" clId="{6376A2CB-D03A-4FC6-82DD-BDF867217337}" dt="2026-10-07T06:46:41.495" v="147" actId="27636"/>
          <ac:spMkLst>
            <pc:docMk/>
            <pc:sldMk cId="1728760029" sldId="275"/>
            <ac:spMk id="4" creationId="{4F6115CA-0A6F-7526-DD1D-E2AAC022341A}"/>
          </ac:spMkLst>
        </pc:spChg>
        <pc:spChg chg="mod">
          <ac:chgData name="Faza Fauzan Habibi" userId="f07ce302-fd6c-42d1-b698-f0c587c7e391" providerId="ADAL" clId="{6376A2CB-D03A-4FC6-82DD-BDF867217337}" dt="2026-10-07T06:46:41.491" v="146" actId="27636"/>
          <ac:spMkLst>
            <pc:docMk/>
            <pc:sldMk cId="1728760029" sldId="275"/>
            <ac:spMk id="5" creationId="{0C24ED08-EDD4-F17B-266F-D9F8579565FA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7:06:57.507" v="358" actId="47"/>
        <pc:sldMkLst>
          <pc:docMk/>
          <pc:sldMk cId="372316311" sldId="276"/>
        </pc:sldMkLst>
        <pc:spChg chg="mod">
          <ac:chgData name="Faza Fauzan Habibi" userId="f07ce302-fd6c-42d1-b698-f0c587c7e391" providerId="ADAL" clId="{6376A2CB-D03A-4FC6-82DD-BDF867217337}" dt="2026-10-07T06:44:45.475" v="118" actId="27636"/>
          <ac:spMkLst>
            <pc:docMk/>
            <pc:sldMk cId="372316311" sldId="276"/>
            <ac:spMk id="2" creationId="{528B8779-9549-87BD-4457-ADDFB24937E8}"/>
          </ac:spMkLst>
        </pc:spChg>
        <pc:spChg chg="mod">
          <ac:chgData name="Faza Fauzan Habibi" userId="f07ce302-fd6c-42d1-b698-f0c587c7e391" providerId="ADAL" clId="{6376A2CB-D03A-4FC6-82DD-BDF867217337}" dt="2026-10-07T06:44:56.729" v="119"/>
          <ac:spMkLst>
            <pc:docMk/>
            <pc:sldMk cId="372316311" sldId="276"/>
            <ac:spMk id="3" creationId="{82EF9537-D72F-50D9-8CB2-A96D18540C02}"/>
          </ac:spMkLst>
        </pc:spChg>
        <pc:spChg chg="mod">
          <ac:chgData name="Faza Fauzan Habibi" userId="f07ce302-fd6c-42d1-b698-f0c587c7e391" providerId="ADAL" clId="{6376A2CB-D03A-4FC6-82DD-BDF867217337}" dt="2026-10-07T06:45:16.122" v="122" actId="27636"/>
          <ac:spMkLst>
            <pc:docMk/>
            <pc:sldMk cId="372316311" sldId="276"/>
            <ac:spMk id="4" creationId="{FD00CFA7-6DF0-8F51-7FAE-1E32AAF483C8}"/>
          </ac:spMkLst>
        </pc:spChg>
        <pc:spChg chg="mod">
          <ac:chgData name="Faza Fauzan Habibi" userId="f07ce302-fd6c-42d1-b698-f0c587c7e391" providerId="ADAL" clId="{6376A2CB-D03A-4FC6-82DD-BDF867217337}" dt="2026-10-07T06:46:41.503" v="148" actId="27636"/>
          <ac:spMkLst>
            <pc:docMk/>
            <pc:sldMk cId="372316311" sldId="276"/>
            <ac:spMk id="5" creationId="{D6ED8A7E-6854-4AE4-2947-68E6E5250BF5}"/>
          </ac:spMkLst>
        </pc:spChg>
      </pc:sldChg>
      <pc:sldChg chg="modSp mod">
        <pc:chgData name="Faza Fauzan Habibi" userId="f07ce302-fd6c-42d1-b698-f0c587c7e391" providerId="ADAL" clId="{6376A2CB-D03A-4FC6-82DD-BDF867217337}" dt="2026-10-07T06:46:41.517" v="152" actId="27636"/>
        <pc:sldMkLst>
          <pc:docMk/>
          <pc:sldMk cId="3297365108" sldId="277"/>
        </pc:sldMkLst>
        <pc:spChg chg="mod">
          <ac:chgData name="Faza Fauzan Habibi" userId="f07ce302-fd6c-42d1-b698-f0c587c7e391" providerId="ADAL" clId="{6376A2CB-D03A-4FC6-82DD-BDF867217337}" dt="2026-10-07T06:46:41.515" v="151" actId="27636"/>
          <ac:spMkLst>
            <pc:docMk/>
            <pc:sldMk cId="3297365108" sldId="277"/>
            <ac:spMk id="4" creationId="{EB048FA9-4A57-416B-D50C-7A16002C61F9}"/>
          </ac:spMkLst>
        </pc:spChg>
        <pc:spChg chg="mod">
          <ac:chgData name="Faza Fauzan Habibi" userId="f07ce302-fd6c-42d1-b698-f0c587c7e391" providerId="ADAL" clId="{6376A2CB-D03A-4FC6-82DD-BDF867217337}" dt="2026-10-07T06:46:41.517" v="152" actId="27636"/>
          <ac:spMkLst>
            <pc:docMk/>
            <pc:sldMk cId="3297365108" sldId="277"/>
            <ac:spMk id="5" creationId="{634EC340-C69F-36F4-D4EC-1EF033CDA2DC}"/>
          </ac:spMkLst>
        </pc:spChg>
      </pc:sldChg>
      <pc:sldChg chg="modSp new mod">
        <pc:chgData name="Faza Fauzan Habibi" userId="f07ce302-fd6c-42d1-b698-f0c587c7e391" providerId="ADAL" clId="{6376A2CB-D03A-4FC6-82DD-BDF867217337}" dt="2026-10-07T06:49:54.059" v="189" actId="120"/>
        <pc:sldMkLst>
          <pc:docMk/>
          <pc:sldMk cId="2376442821" sldId="278"/>
        </pc:sldMkLst>
        <pc:spChg chg="mod">
          <ac:chgData name="Faza Fauzan Habibi" userId="f07ce302-fd6c-42d1-b698-f0c587c7e391" providerId="ADAL" clId="{6376A2CB-D03A-4FC6-82DD-BDF867217337}" dt="2026-10-07T06:48:40.851" v="172" actId="27636"/>
          <ac:spMkLst>
            <pc:docMk/>
            <pc:sldMk cId="2376442821" sldId="278"/>
            <ac:spMk id="2" creationId="{7EFF36DC-20D2-014F-02CF-D2FD6660D09E}"/>
          </ac:spMkLst>
        </pc:spChg>
        <pc:spChg chg="mod">
          <ac:chgData name="Faza Fauzan Habibi" userId="f07ce302-fd6c-42d1-b698-f0c587c7e391" providerId="ADAL" clId="{6376A2CB-D03A-4FC6-82DD-BDF867217337}" dt="2026-10-07T06:49:54.059" v="189" actId="120"/>
          <ac:spMkLst>
            <pc:docMk/>
            <pc:sldMk cId="2376442821" sldId="278"/>
            <ac:spMk id="3" creationId="{F56F273B-9DA4-221A-65D1-DE84D909F4FC}"/>
          </ac:spMkLst>
        </pc:spChg>
        <pc:spChg chg="mod">
          <ac:chgData name="Faza Fauzan Habibi" userId="f07ce302-fd6c-42d1-b698-f0c587c7e391" providerId="ADAL" clId="{6376A2CB-D03A-4FC6-82DD-BDF867217337}" dt="2026-10-07T06:49:34.089" v="185" actId="20577"/>
          <ac:spMkLst>
            <pc:docMk/>
            <pc:sldMk cId="2376442821" sldId="278"/>
            <ac:spMk id="4" creationId="{FEB9AAF2-3BD8-5F60-0027-19A2F81C170F}"/>
          </ac:spMkLst>
        </pc:spChg>
        <pc:spChg chg="mod">
          <ac:chgData name="Faza Fauzan Habibi" userId="f07ce302-fd6c-42d1-b698-f0c587c7e391" providerId="ADAL" clId="{6376A2CB-D03A-4FC6-82DD-BDF867217337}" dt="2026-10-07T06:49:37.253" v="186" actId="20577"/>
          <ac:spMkLst>
            <pc:docMk/>
            <pc:sldMk cId="2376442821" sldId="278"/>
            <ac:spMk id="5" creationId="{FDDA4771-4B05-CB8D-CC7A-5CBBCF609E54}"/>
          </ac:spMkLst>
        </pc:spChg>
        <pc:spChg chg="mod">
          <ac:chgData name="Faza Fauzan Habibi" userId="f07ce302-fd6c-42d1-b698-f0c587c7e391" providerId="ADAL" clId="{6376A2CB-D03A-4FC6-82DD-BDF867217337}" dt="2026-10-07T06:49:54.059" v="189" actId="120"/>
          <ac:spMkLst>
            <pc:docMk/>
            <pc:sldMk cId="2376442821" sldId="278"/>
            <ac:spMk id="6" creationId="{02BCC7A0-709D-24C7-893D-64F42A64D315}"/>
          </ac:spMkLst>
        </pc:spChg>
        <pc:spChg chg="mod">
          <ac:chgData name="Faza Fauzan Habibi" userId="f07ce302-fd6c-42d1-b698-f0c587c7e391" providerId="ADAL" clId="{6376A2CB-D03A-4FC6-82DD-BDF867217337}" dt="2026-10-07T06:49:54.059" v="189" actId="120"/>
          <ac:spMkLst>
            <pc:docMk/>
            <pc:sldMk cId="2376442821" sldId="278"/>
            <ac:spMk id="7" creationId="{5DB0204B-C7F2-5B95-58EC-56FD3DCB804C}"/>
          </ac:spMkLst>
        </pc:spChg>
        <pc:spChg chg="mod">
          <ac:chgData name="Faza Fauzan Habibi" userId="f07ce302-fd6c-42d1-b698-f0c587c7e391" providerId="ADAL" clId="{6376A2CB-D03A-4FC6-82DD-BDF867217337}" dt="2026-10-07T06:48:07.020" v="168" actId="20577"/>
          <ac:spMkLst>
            <pc:docMk/>
            <pc:sldMk cId="2376442821" sldId="278"/>
            <ac:spMk id="8" creationId="{34E7FCBD-97D4-C6D2-2F98-6F7DFB3F1113}"/>
          </ac:spMkLst>
        </pc:spChg>
        <pc:spChg chg="mod">
          <ac:chgData name="Faza Fauzan Habibi" userId="f07ce302-fd6c-42d1-b698-f0c587c7e391" providerId="ADAL" clId="{6376A2CB-D03A-4FC6-82DD-BDF867217337}" dt="2026-10-07T06:49:41.428" v="187" actId="20577"/>
          <ac:spMkLst>
            <pc:docMk/>
            <pc:sldMk cId="2376442821" sldId="278"/>
            <ac:spMk id="9" creationId="{2F7337A1-25B2-CF8B-9E4F-959737072D03}"/>
          </ac:spMkLst>
        </pc:spChg>
        <pc:spChg chg="mod">
          <ac:chgData name="Faza Fauzan Habibi" userId="f07ce302-fd6c-42d1-b698-f0c587c7e391" providerId="ADAL" clId="{6376A2CB-D03A-4FC6-82DD-BDF867217337}" dt="2026-10-07T06:49:54.059" v="189" actId="120"/>
          <ac:spMkLst>
            <pc:docMk/>
            <pc:sldMk cId="2376442821" sldId="278"/>
            <ac:spMk id="10" creationId="{ABF1B76D-CBBC-49DA-5689-B397B8F0BCB4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6:52:51.728" v="220" actId="47"/>
        <pc:sldMkLst>
          <pc:docMk/>
          <pc:sldMk cId="1891556220" sldId="279"/>
        </pc:sldMkLst>
        <pc:spChg chg="mod">
          <ac:chgData name="Faza Fauzan Habibi" userId="f07ce302-fd6c-42d1-b698-f0c587c7e391" providerId="ADAL" clId="{6376A2CB-D03A-4FC6-82DD-BDF867217337}" dt="2026-10-07T06:50:25.264" v="192"/>
          <ac:spMkLst>
            <pc:docMk/>
            <pc:sldMk cId="1891556220" sldId="279"/>
            <ac:spMk id="2" creationId="{B9DC5FE3-8E23-8D8E-568B-585145F8934E}"/>
          </ac:spMkLst>
        </pc:spChg>
        <pc:spChg chg="mod">
          <ac:chgData name="Faza Fauzan Habibi" userId="f07ce302-fd6c-42d1-b698-f0c587c7e391" providerId="ADAL" clId="{6376A2CB-D03A-4FC6-82DD-BDF867217337}" dt="2026-10-07T06:50:58.295" v="200" actId="120"/>
          <ac:spMkLst>
            <pc:docMk/>
            <pc:sldMk cId="1891556220" sldId="279"/>
            <ac:spMk id="3" creationId="{948F01D6-A8A3-8D9F-6523-81D499AC7DFD}"/>
          </ac:spMkLst>
        </pc:spChg>
        <pc:spChg chg="mod">
          <ac:chgData name="Faza Fauzan Habibi" userId="f07ce302-fd6c-42d1-b698-f0c587c7e391" providerId="ADAL" clId="{6376A2CB-D03A-4FC6-82DD-BDF867217337}" dt="2026-10-07T06:50:58.295" v="200" actId="120"/>
          <ac:spMkLst>
            <pc:docMk/>
            <pc:sldMk cId="1891556220" sldId="279"/>
            <ac:spMk id="6" creationId="{E8E958B9-D2B7-B18C-E85D-13D0CFA1013D}"/>
          </ac:spMkLst>
        </pc:spChg>
        <pc:spChg chg="mod">
          <ac:chgData name="Faza Fauzan Habibi" userId="f07ce302-fd6c-42d1-b698-f0c587c7e391" providerId="ADAL" clId="{6376A2CB-D03A-4FC6-82DD-BDF867217337}" dt="2026-10-07T06:51:03.397" v="201" actId="120"/>
          <ac:spMkLst>
            <pc:docMk/>
            <pc:sldMk cId="1891556220" sldId="279"/>
            <ac:spMk id="7" creationId="{E3F50369-124A-FB50-5097-44C8AE1EA53D}"/>
          </ac:spMkLst>
        </pc:spChg>
        <pc:spChg chg="mod">
          <ac:chgData name="Faza Fauzan Habibi" userId="f07ce302-fd6c-42d1-b698-f0c587c7e391" providerId="ADAL" clId="{6376A2CB-D03A-4FC6-82DD-BDF867217337}" dt="2026-10-07T06:51:07.616" v="203" actId="27636"/>
          <ac:spMkLst>
            <pc:docMk/>
            <pc:sldMk cId="1891556220" sldId="279"/>
            <ac:spMk id="10" creationId="{B3A66F9E-8B19-03EC-E81E-5FAD85076E2B}"/>
          </ac:spMkLst>
        </pc:spChg>
      </pc:sldChg>
      <pc:sldChg chg="addSp delSp modSp mod">
        <pc:chgData name="Faza Fauzan Habibi" userId="f07ce302-fd6c-42d1-b698-f0c587c7e391" providerId="ADAL" clId="{6376A2CB-D03A-4FC6-82DD-BDF867217337}" dt="2026-10-07T06:51:51.881" v="213" actId="571"/>
        <pc:sldMkLst>
          <pc:docMk/>
          <pc:sldMk cId="2526635066" sldId="280"/>
        </pc:sldMkLst>
        <pc:spChg chg="del mod">
          <ac:chgData name="Faza Fauzan Habibi" userId="f07ce302-fd6c-42d1-b698-f0c587c7e391" providerId="ADAL" clId="{6376A2CB-D03A-4FC6-82DD-BDF867217337}" dt="2026-10-07T06:51:30.902" v="205" actId="478"/>
          <ac:spMkLst>
            <pc:docMk/>
            <pc:sldMk cId="2526635066" sldId="280"/>
            <ac:spMk id="3" creationId="{977C84E5-48EC-8752-C84F-4B5ECD77620E}"/>
          </ac:spMkLst>
        </pc:spChg>
        <pc:spChg chg="mod">
          <ac:chgData name="Faza Fauzan Habibi" userId="f07ce302-fd6c-42d1-b698-f0c587c7e391" providerId="ADAL" clId="{6376A2CB-D03A-4FC6-82DD-BDF867217337}" dt="2026-10-07T06:51:48.764" v="212" actId="1076"/>
          <ac:spMkLst>
            <pc:docMk/>
            <pc:sldMk cId="2526635066" sldId="280"/>
            <ac:spMk id="6" creationId="{4D7D07B3-4393-7C0B-1672-2E8CC80E02CE}"/>
          </ac:spMkLst>
        </pc:spChg>
        <pc:spChg chg="mod">
          <ac:chgData name="Faza Fauzan Habibi" userId="f07ce302-fd6c-42d1-b698-f0c587c7e391" providerId="ADAL" clId="{6376A2CB-D03A-4FC6-82DD-BDF867217337}" dt="2026-10-07T06:51:23.910" v="204" actId="120"/>
          <ac:spMkLst>
            <pc:docMk/>
            <pc:sldMk cId="2526635066" sldId="280"/>
            <ac:spMk id="7" creationId="{260BD448-0010-E684-A46C-B0B294974F0F}"/>
          </ac:spMkLst>
        </pc:spChg>
        <pc:spChg chg="mod">
          <ac:chgData name="Faza Fauzan Habibi" userId="f07ce302-fd6c-42d1-b698-f0c587c7e391" providerId="ADAL" clId="{6376A2CB-D03A-4FC6-82DD-BDF867217337}" dt="2026-10-07T06:51:23.910" v="204" actId="120"/>
          <ac:spMkLst>
            <pc:docMk/>
            <pc:sldMk cId="2526635066" sldId="280"/>
            <ac:spMk id="10" creationId="{3FAF94B9-E786-B9D1-4A7F-BF417C9B3CD8}"/>
          </ac:spMkLst>
        </pc:spChg>
        <pc:spChg chg="add del mod">
          <ac:chgData name="Faza Fauzan Habibi" userId="f07ce302-fd6c-42d1-b698-f0c587c7e391" providerId="ADAL" clId="{6376A2CB-D03A-4FC6-82DD-BDF867217337}" dt="2026-10-07T06:51:44.085" v="209" actId="478"/>
          <ac:spMkLst>
            <pc:docMk/>
            <pc:sldMk cId="2526635066" sldId="280"/>
            <ac:spMk id="12" creationId="{E586ACEE-A939-51F6-4A36-B0180054B774}"/>
          </ac:spMkLst>
        </pc:spChg>
        <pc:spChg chg="add del mod">
          <ac:chgData name="Faza Fauzan Habibi" userId="f07ce302-fd6c-42d1-b698-f0c587c7e391" providerId="ADAL" clId="{6376A2CB-D03A-4FC6-82DD-BDF867217337}" dt="2026-10-07T06:51:46.214" v="210" actId="478"/>
          <ac:spMkLst>
            <pc:docMk/>
            <pc:sldMk cId="2526635066" sldId="280"/>
            <ac:spMk id="14" creationId="{8BFCF07A-5C06-CFA2-B744-B46C545809E0}"/>
          </ac:spMkLst>
        </pc:spChg>
        <pc:spChg chg="add mod">
          <ac:chgData name="Faza Fauzan Habibi" userId="f07ce302-fd6c-42d1-b698-f0c587c7e391" providerId="ADAL" clId="{6376A2CB-D03A-4FC6-82DD-BDF867217337}" dt="2026-10-07T06:51:51.881" v="213" actId="571"/>
          <ac:spMkLst>
            <pc:docMk/>
            <pc:sldMk cId="2526635066" sldId="280"/>
            <ac:spMk id="15" creationId="{04D58460-F1F9-CA56-4A64-86FD0F24DE91}"/>
          </ac:spMkLst>
        </pc:spChg>
      </pc:sldChg>
      <pc:sldChg chg="modSp add mod">
        <pc:chgData name="Faza Fauzan Habibi" userId="f07ce302-fd6c-42d1-b698-f0c587c7e391" providerId="ADAL" clId="{6376A2CB-D03A-4FC6-82DD-BDF867217337}" dt="2026-10-07T06:52:46.759" v="219" actId="5793"/>
        <pc:sldMkLst>
          <pc:docMk/>
          <pc:sldMk cId="997169840" sldId="281"/>
        </pc:sldMkLst>
        <pc:spChg chg="mod">
          <ac:chgData name="Faza Fauzan Habibi" userId="f07ce302-fd6c-42d1-b698-f0c587c7e391" providerId="ADAL" clId="{6376A2CB-D03A-4FC6-82DD-BDF867217337}" dt="2026-10-07T06:52:32.131" v="216" actId="5793"/>
          <ac:spMkLst>
            <pc:docMk/>
            <pc:sldMk cId="997169840" sldId="281"/>
            <ac:spMk id="7" creationId="{ADA0E382-5E22-D2BA-75DF-DDB89C782CA7}"/>
          </ac:spMkLst>
        </pc:spChg>
        <pc:spChg chg="mod">
          <ac:chgData name="Faza Fauzan Habibi" userId="f07ce302-fd6c-42d1-b698-f0c587c7e391" providerId="ADAL" clId="{6376A2CB-D03A-4FC6-82DD-BDF867217337}" dt="2026-10-07T06:52:46.759" v="219" actId="5793"/>
          <ac:spMkLst>
            <pc:docMk/>
            <pc:sldMk cId="997169840" sldId="281"/>
            <ac:spMk id="10" creationId="{E320AD0C-8905-5E0B-D977-C228D034400A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47:52.297" v="607" actId="478"/>
        <pc:sldMkLst>
          <pc:docMk/>
          <pc:sldMk cId="2817302961" sldId="282"/>
        </pc:sldMkLst>
        <pc:spChg chg="mod">
          <ac:chgData name="Faza Fauzan Habibi" userId="f07ce302-fd6c-42d1-b698-f0c587c7e391" providerId="ADAL" clId="{6376A2CB-D03A-4FC6-82DD-BDF867217337}" dt="2026-10-07T06:53:03.029" v="223"/>
          <ac:spMkLst>
            <pc:docMk/>
            <pc:sldMk cId="2817302961" sldId="282"/>
            <ac:spMk id="2" creationId="{F06AE7DB-FDE6-3BCA-D9D1-3BDB3A21EAC5}"/>
          </ac:spMkLst>
        </pc:spChg>
        <pc:spChg chg="del mod">
          <ac:chgData name="Faza Fauzan Habibi" userId="f07ce302-fd6c-42d1-b698-f0c587c7e391" providerId="ADAL" clId="{6376A2CB-D03A-4FC6-82DD-BDF867217337}" dt="2026-10-07T06:54:23.300" v="247" actId="478"/>
          <ac:spMkLst>
            <pc:docMk/>
            <pc:sldMk cId="2817302961" sldId="282"/>
            <ac:spMk id="3" creationId="{B5C22401-2A4B-439D-D503-2258872A18E0}"/>
          </ac:spMkLst>
        </pc:spChg>
        <pc:spChg chg="mod">
          <ac:chgData name="Faza Fauzan Habibi" userId="f07ce302-fd6c-42d1-b698-f0c587c7e391" providerId="ADAL" clId="{6376A2CB-D03A-4FC6-82DD-BDF867217337}" dt="2026-10-07T06:54:13.958" v="246" actId="27636"/>
          <ac:spMkLst>
            <pc:docMk/>
            <pc:sldMk cId="2817302961" sldId="282"/>
            <ac:spMk id="6" creationId="{0A184CA6-A9A9-8D2B-BB65-A10CB7868B86}"/>
          </ac:spMkLst>
        </pc:spChg>
        <pc:spChg chg="mod">
          <ac:chgData name="Faza Fauzan Habibi" userId="f07ce302-fd6c-42d1-b698-f0c587c7e391" providerId="ADAL" clId="{6376A2CB-D03A-4FC6-82DD-BDF867217337}" dt="2026-10-07T06:55:05.992" v="261" actId="5793"/>
          <ac:spMkLst>
            <pc:docMk/>
            <pc:sldMk cId="2817302961" sldId="282"/>
            <ac:spMk id="7" creationId="{32C09DDE-F60D-C667-58A8-8FAE8A5E9D16}"/>
          </ac:spMkLst>
        </pc:spChg>
        <pc:spChg chg="mod">
          <ac:chgData name="Faza Fauzan Habibi" userId="f07ce302-fd6c-42d1-b698-f0c587c7e391" providerId="ADAL" clId="{6376A2CB-D03A-4FC6-82DD-BDF867217337}" dt="2026-10-07T06:55:17.528" v="265" actId="27636"/>
          <ac:spMkLst>
            <pc:docMk/>
            <pc:sldMk cId="2817302961" sldId="282"/>
            <ac:spMk id="10" creationId="{3D87A351-A90F-2D40-74A6-F3E43B8A6A34}"/>
          </ac:spMkLst>
        </pc:spChg>
        <pc:spChg chg="add del mod">
          <ac:chgData name="Faza Fauzan Habibi" userId="f07ce302-fd6c-42d1-b698-f0c587c7e391" providerId="ADAL" clId="{6376A2CB-D03A-4FC6-82DD-BDF867217337}" dt="2026-10-07T06:54:26.816" v="248" actId="478"/>
          <ac:spMkLst>
            <pc:docMk/>
            <pc:sldMk cId="2817302961" sldId="282"/>
            <ac:spMk id="12" creationId="{6B588DA8-F563-B2EE-78AC-F88500160436}"/>
          </ac:spMkLst>
        </pc:spChg>
        <pc:spChg chg="add mod">
          <ac:chgData name="Faza Fauzan Habibi" userId="f07ce302-fd6c-42d1-b698-f0c587c7e391" providerId="ADAL" clId="{6376A2CB-D03A-4FC6-82DD-BDF867217337}" dt="2026-10-07T06:54:51.431" v="256"/>
          <ac:spMkLst>
            <pc:docMk/>
            <pc:sldMk cId="2817302961" sldId="282"/>
            <ac:spMk id="13" creationId="{78A1282F-1B99-EB9D-F201-3B1A19731E80}"/>
          </ac:spMkLst>
        </pc:spChg>
        <pc:spChg chg="add del">
          <ac:chgData name="Faza Fauzan Habibi" userId="f07ce302-fd6c-42d1-b698-f0c587c7e391" providerId="ADAL" clId="{6376A2CB-D03A-4FC6-82DD-BDF867217337}" dt="2026-10-07T10:47:52.297" v="607" actId="478"/>
          <ac:spMkLst>
            <pc:docMk/>
            <pc:sldMk cId="2817302961" sldId="282"/>
            <ac:spMk id="15" creationId="{7DC4DA67-FDF2-8F3F-9D1A-37E9A18E5CE1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49:10.411" v="617" actId="478"/>
        <pc:sldMkLst>
          <pc:docMk/>
          <pc:sldMk cId="3880322846" sldId="283"/>
        </pc:sldMkLst>
        <pc:spChg chg="mod">
          <ac:chgData name="Faza Fauzan Habibi" userId="f07ce302-fd6c-42d1-b698-f0c587c7e391" providerId="ADAL" clId="{6376A2CB-D03A-4FC6-82DD-BDF867217337}" dt="2026-10-07T06:55:42.142" v="268"/>
          <ac:spMkLst>
            <pc:docMk/>
            <pc:sldMk cId="3880322846" sldId="283"/>
            <ac:spMk id="2" creationId="{021001DE-3914-5984-275C-5D13D425FBDF}"/>
          </ac:spMkLst>
        </pc:spChg>
        <pc:spChg chg="add mod">
          <ac:chgData name="Faza Fauzan Habibi" userId="f07ce302-fd6c-42d1-b698-f0c587c7e391" providerId="ADAL" clId="{6376A2CB-D03A-4FC6-82DD-BDF867217337}" dt="2026-10-07T06:56:04.355" v="274"/>
          <ac:spMkLst>
            <pc:docMk/>
            <pc:sldMk cId="3880322846" sldId="283"/>
            <ac:spMk id="3" creationId="{3672CB7A-162F-07CD-1EF5-D10DFBAAB630}"/>
          </ac:spMkLst>
        </pc:spChg>
        <pc:spChg chg="mod">
          <ac:chgData name="Faza Fauzan Habibi" userId="f07ce302-fd6c-42d1-b698-f0c587c7e391" providerId="ADAL" clId="{6376A2CB-D03A-4FC6-82DD-BDF867217337}" dt="2026-10-07T06:56:17.932" v="276" actId="5793"/>
          <ac:spMkLst>
            <pc:docMk/>
            <pc:sldMk cId="3880322846" sldId="283"/>
            <ac:spMk id="6" creationId="{3872E184-A131-1A40-54DE-4CBA8DB3A6CA}"/>
          </ac:spMkLst>
        </pc:spChg>
        <pc:spChg chg="mod">
          <ac:chgData name="Faza Fauzan Habibi" userId="f07ce302-fd6c-42d1-b698-f0c587c7e391" providerId="ADAL" clId="{6376A2CB-D03A-4FC6-82DD-BDF867217337}" dt="2026-10-07T06:56:34.723" v="281" actId="27636"/>
          <ac:spMkLst>
            <pc:docMk/>
            <pc:sldMk cId="3880322846" sldId="283"/>
            <ac:spMk id="7" creationId="{5E9CE641-0A3A-F7C8-0833-8713FE1F839D}"/>
          </ac:spMkLst>
        </pc:spChg>
        <pc:spChg chg="mod">
          <ac:chgData name="Faza Fauzan Habibi" userId="f07ce302-fd6c-42d1-b698-f0c587c7e391" providerId="ADAL" clId="{6376A2CB-D03A-4FC6-82DD-BDF867217337}" dt="2026-10-07T07:06:05.254" v="356"/>
          <ac:spMkLst>
            <pc:docMk/>
            <pc:sldMk cId="3880322846" sldId="283"/>
            <ac:spMk id="10" creationId="{0400413B-26E2-E03E-1384-3CEFC7C9F849}"/>
          </ac:spMkLst>
        </pc:spChg>
        <pc:spChg chg="add del mod">
          <ac:chgData name="Faza Fauzan Habibi" userId="f07ce302-fd6c-42d1-b698-f0c587c7e391" providerId="ADAL" clId="{6376A2CB-D03A-4FC6-82DD-BDF867217337}" dt="2026-10-07T10:49:10.411" v="617" actId="478"/>
          <ac:spMkLst>
            <pc:docMk/>
            <pc:sldMk cId="3880322846" sldId="283"/>
            <ac:spMk id="12" creationId="{146BD499-D839-DE9C-59EB-CD8C3CB423FA}"/>
          </ac:spMkLst>
        </pc:spChg>
        <pc:spChg chg="del mod">
          <ac:chgData name="Faza Fauzan Habibi" userId="f07ce302-fd6c-42d1-b698-f0c587c7e391" providerId="ADAL" clId="{6376A2CB-D03A-4FC6-82DD-BDF867217337}" dt="2026-10-07T06:55:57.378" v="272" actId="478"/>
          <ac:spMkLst>
            <pc:docMk/>
            <pc:sldMk cId="3880322846" sldId="283"/>
            <ac:spMk id="13" creationId="{D3FB4525-DCB7-5A30-1FF8-D94713BC5EF0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0:24.711" v="620" actId="478"/>
        <pc:sldMkLst>
          <pc:docMk/>
          <pc:sldMk cId="446188458" sldId="286"/>
        </pc:sldMkLst>
        <pc:spChg chg="mod">
          <ac:chgData name="Faza Fauzan Habibi" userId="f07ce302-fd6c-42d1-b698-f0c587c7e391" providerId="ADAL" clId="{6376A2CB-D03A-4FC6-82DD-BDF867217337}" dt="2026-10-07T06:58:38.153" v="287"/>
          <ac:spMkLst>
            <pc:docMk/>
            <pc:sldMk cId="446188458" sldId="286"/>
            <ac:spMk id="2" creationId="{270E9AF6-4835-F19B-9D13-0E3E2AC1B7FD}"/>
          </ac:spMkLst>
        </pc:spChg>
        <pc:spChg chg="mod">
          <ac:chgData name="Faza Fauzan Habibi" userId="f07ce302-fd6c-42d1-b698-f0c587c7e391" providerId="ADAL" clId="{6376A2CB-D03A-4FC6-82DD-BDF867217337}" dt="2026-10-07T06:58:49.581" v="288"/>
          <ac:spMkLst>
            <pc:docMk/>
            <pc:sldMk cId="446188458" sldId="286"/>
            <ac:spMk id="3" creationId="{0A3B465A-0F4F-A8CF-203F-3CA86F8CF5D4}"/>
          </ac:spMkLst>
        </pc:spChg>
        <pc:spChg chg="mod">
          <ac:chgData name="Faza Fauzan Habibi" userId="f07ce302-fd6c-42d1-b698-f0c587c7e391" providerId="ADAL" clId="{6376A2CB-D03A-4FC6-82DD-BDF867217337}" dt="2026-10-07T06:59:01.692" v="292" actId="27636"/>
          <ac:spMkLst>
            <pc:docMk/>
            <pc:sldMk cId="446188458" sldId="286"/>
            <ac:spMk id="6" creationId="{38A00C9B-3448-4A0C-1C0C-096F5285313A}"/>
          </ac:spMkLst>
        </pc:spChg>
        <pc:spChg chg="mod">
          <ac:chgData name="Faza Fauzan Habibi" userId="f07ce302-fd6c-42d1-b698-f0c587c7e391" providerId="ADAL" clId="{6376A2CB-D03A-4FC6-82DD-BDF867217337}" dt="2026-10-07T06:59:20.078" v="297" actId="27636"/>
          <ac:spMkLst>
            <pc:docMk/>
            <pc:sldMk cId="446188458" sldId="286"/>
            <ac:spMk id="7" creationId="{C137F470-2C78-F8BE-27FF-8003FAB594A1}"/>
          </ac:spMkLst>
        </pc:spChg>
        <pc:spChg chg="mod">
          <ac:chgData name="Faza Fauzan Habibi" userId="f07ce302-fd6c-42d1-b698-f0c587c7e391" providerId="ADAL" clId="{6376A2CB-D03A-4FC6-82DD-BDF867217337}" dt="2026-10-07T06:59:32.757" v="299" actId="5793"/>
          <ac:spMkLst>
            <pc:docMk/>
            <pc:sldMk cId="446188458" sldId="286"/>
            <ac:spMk id="10" creationId="{4211A67E-59D5-BB82-F91C-8CED6A7AA71E}"/>
          </ac:spMkLst>
        </pc:spChg>
        <pc:spChg chg="add del mod">
          <ac:chgData name="Faza Fauzan Habibi" userId="f07ce302-fd6c-42d1-b698-f0c587c7e391" providerId="ADAL" clId="{6376A2CB-D03A-4FC6-82DD-BDF867217337}" dt="2026-10-07T10:50:24.711" v="620" actId="478"/>
          <ac:spMkLst>
            <pc:docMk/>
            <pc:sldMk cId="446188458" sldId="286"/>
            <ac:spMk id="12" creationId="{6C1EE89A-4A16-BE7C-8499-735BD70673B2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1:04.027" v="624" actId="478"/>
        <pc:sldMkLst>
          <pc:docMk/>
          <pc:sldMk cId="3535291193" sldId="289"/>
        </pc:sldMkLst>
        <pc:spChg chg="mod">
          <ac:chgData name="Faza Fauzan Habibi" userId="f07ce302-fd6c-42d1-b698-f0c587c7e391" providerId="ADAL" clId="{6376A2CB-D03A-4FC6-82DD-BDF867217337}" dt="2026-10-07T06:59:46.691" v="302"/>
          <ac:spMkLst>
            <pc:docMk/>
            <pc:sldMk cId="3535291193" sldId="289"/>
            <ac:spMk id="2" creationId="{F3802B6F-DD05-787E-47F4-2E0B6FA1D511}"/>
          </ac:spMkLst>
        </pc:spChg>
        <pc:spChg chg="mod">
          <ac:chgData name="Faza Fauzan Habibi" userId="f07ce302-fd6c-42d1-b698-f0c587c7e391" providerId="ADAL" clId="{6376A2CB-D03A-4FC6-82DD-BDF867217337}" dt="2026-10-07T07:04:46.615" v="350"/>
          <ac:spMkLst>
            <pc:docMk/>
            <pc:sldMk cId="3535291193" sldId="289"/>
            <ac:spMk id="3" creationId="{85A7EFD5-9BF4-4F7F-C9D3-43869835CD77}"/>
          </ac:spMkLst>
        </pc:spChg>
        <pc:spChg chg="mod">
          <ac:chgData name="Faza Fauzan Habibi" userId="f07ce302-fd6c-42d1-b698-f0c587c7e391" providerId="ADAL" clId="{6376A2CB-D03A-4FC6-82DD-BDF867217337}" dt="2026-10-07T07:04:53.844" v="351"/>
          <ac:spMkLst>
            <pc:docMk/>
            <pc:sldMk cId="3535291193" sldId="289"/>
            <ac:spMk id="6" creationId="{8698D5C0-7BB1-AC00-FAB8-648B38F47FEA}"/>
          </ac:spMkLst>
        </pc:spChg>
        <pc:spChg chg="mod">
          <ac:chgData name="Faza Fauzan Habibi" userId="f07ce302-fd6c-42d1-b698-f0c587c7e391" providerId="ADAL" clId="{6376A2CB-D03A-4FC6-82DD-BDF867217337}" dt="2026-10-07T07:05:01.562" v="353" actId="27636"/>
          <ac:spMkLst>
            <pc:docMk/>
            <pc:sldMk cId="3535291193" sldId="289"/>
            <ac:spMk id="7" creationId="{D7FC5F73-0C4C-3018-1513-749E22AC7A16}"/>
          </ac:spMkLst>
        </pc:spChg>
        <pc:spChg chg="mod">
          <ac:chgData name="Faza Fauzan Habibi" userId="f07ce302-fd6c-42d1-b698-f0c587c7e391" providerId="ADAL" clId="{6376A2CB-D03A-4FC6-82DD-BDF867217337}" dt="2026-10-07T07:05:08.879" v="355" actId="27636"/>
          <ac:spMkLst>
            <pc:docMk/>
            <pc:sldMk cId="3535291193" sldId="289"/>
            <ac:spMk id="10" creationId="{BD78A86E-960F-96D3-81E1-72603CCB7E85}"/>
          </ac:spMkLst>
        </pc:spChg>
        <pc:spChg chg="add del mod">
          <ac:chgData name="Faza Fauzan Habibi" userId="f07ce302-fd6c-42d1-b698-f0c587c7e391" providerId="ADAL" clId="{6376A2CB-D03A-4FC6-82DD-BDF867217337}" dt="2026-10-07T10:51:04.027" v="624" actId="478"/>
          <ac:spMkLst>
            <pc:docMk/>
            <pc:sldMk cId="3535291193" sldId="289"/>
            <ac:spMk id="12" creationId="{3EE1979D-B8B4-EB9E-98DF-562BE42E7B7D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1:58.585" v="630" actId="478"/>
        <pc:sldMkLst>
          <pc:docMk/>
          <pc:sldMk cId="2065854300" sldId="292"/>
        </pc:sldMkLst>
        <pc:spChg chg="mod">
          <ac:chgData name="Faza Fauzan Habibi" userId="f07ce302-fd6c-42d1-b698-f0c587c7e391" providerId="ADAL" clId="{6376A2CB-D03A-4FC6-82DD-BDF867217337}" dt="2026-10-07T07:02:15.917" v="336"/>
          <ac:spMkLst>
            <pc:docMk/>
            <pc:sldMk cId="2065854300" sldId="292"/>
            <ac:spMk id="2" creationId="{00913F27-936C-E4F9-76A6-C6FEA9A1C25E}"/>
          </ac:spMkLst>
        </pc:spChg>
        <pc:spChg chg="mod">
          <ac:chgData name="Faza Fauzan Habibi" userId="f07ce302-fd6c-42d1-b698-f0c587c7e391" providerId="ADAL" clId="{6376A2CB-D03A-4FC6-82DD-BDF867217337}" dt="2026-10-07T07:02:37.776" v="339" actId="27636"/>
          <ac:spMkLst>
            <pc:docMk/>
            <pc:sldMk cId="2065854300" sldId="292"/>
            <ac:spMk id="3" creationId="{0B5CB9A2-9F60-6570-BD5F-89C3CD4E67BC}"/>
          </ac:spMkLst>
        </pc:spChg>
        <pc:spChg chg="mod">
          <ac:chgData name="Faza Fauzan Habibi" userId="f07ce302-fd6c-42d1-b698-f0c587c7e391" providerId="ADAL" clId="{6376A2CB-D03A-4FC6-82DD-BDF867217337}" dt="2026-10-07T07:02:47.627" v="341" actId="5793"/>
          <ac:spMkLst>
            <pc:docMk/>
            <pc:sldMk cId="2065854300" sldId="292"/>
            <ac:spMk id="6" creationId="{09B054FE-CAA3-FD65-A88C-9BE940FD02E5}"/>
          </ac:spMkLst>
        </pc:spChg>
        <pc:spChg chg="mod">
          <ac:chgData name="Faza Fauzan Habibi" userId="f07ce302-fd6c-42d1-b698-f0c587c7e391" providerId="ADAL" clId="{6376A2CB-D03A-4FC6-82DD-BDF867217337}" dt="2026-10-07T07:03:15.037" v="343" actId="5793"/>
          <ac:spMkLst>
            <pc:docMk/>
            <pc:sldMk cId="2065854300" sldId="292"/>
            <ac:spMk id="7" creationId="{B0A190A9-7759-609A-8F9F-52B632874393}"/>
          </ac:spMkLst>
        </pc:spChg>
        <pc:spChg chg="mod">
          <ac:chgData name="Faza Fauzan Habibi" userId="f07ce302-fd6c-42d1-b698-f0c587c7e391" providerId="ADAL" clId="{6376A2CB-D03A-4FC6-82DD-BDF867217337}" dt="2026-10-07T07:04:11.889" v="349" actId="27636"/>
          <ac:spMkLst>
            <pc:docMk/>
            <pc:sldMk cId="2065854300" sldId="292"/>
            <ac:spMk id="10" creationId="{4D8E2687-7609-90E8-97D4-725CBD138D4E}"/>
          </ac:spMkLst>
        </pc:spChg>
        <pc:spChg chg="add del mod">
          <ac:chgData name="Faza Fauzan Habibi" userId="f07ce302-fd6c-42d1-b698-f0c587c7e391" providerId="ADAL" clId="{6376A2CB-D03A-4FC6-82DD-BDF867217337}" dt="2026-10-07T10:51:58.585" v="630" actId="478"/>
          <ac:spMkLst>
            <pc:docMk/>
            <pc:sldMk cId="2065854300" sldId="292"/>
            <ac:spMk id="12" creationId="{EB224933-7B0A-EC03-679A-C4C9A568C1CB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2:38.264" v="634" actId="478"/>
        <pc:sldMkLst>
          <pc:docMk/>
          <pc:sldMk cId="555631698" sldId="295"/>
        </pc:sldMkLst>
        <pc:spChg chg="mod">
          <ac:chgData name="Faza Fauzan Habibi" userId="f07ce302-fd6c-42d1-b698-f0c587c7e391" providerId="ADAL" clId="{6376A2CB-D03A-4FC6-82DD-BDF867217337}" dt="2026-10-07T07:07:22.604" v="361" actId="27636"/>
          <ac:spMkLst>
            <pc:docMk/>
            <pc:sldMk cId="555631698" sldId="295"/>
            <ac:spMk id="2" creationId="{EF79A47E-8801-71E6-DB76-60468E6E125C}"/>
          </ac:spMkLst>
        </pc:spChg>
        <pc:spChg chg="mod">
          <ac:chgData name="Faza Fauzan Habibi" userId="f07ce302-fd6c-42d1-b698-f0c587c7e391" providerId="ADAL" clId="{6376A2CB-D03A-4FC6-82DD-BDF867217337}" dt="2026-10-07T07:07:32.349" v="362"/>
          <ac:spMkLst>
            <pc:docMk/>
            <pc:sldMk cId="555631698" sldId="295"/>
            <ac:spMk id="3" creationId="{43BFEF36-40DA-5AC6-CEA5-0E8C47D046A0}"/>
          </ac:spMkLst>
        </pc:spChg>
        <pc:spChg chg="mod">
          <ac:chgData name="Faza Fauzan Habibi" userId="f07ce302-fd6c-42d1-b698-f0c587c7e391" providerId="ADAL" clId="{6376A2CB-D03A-4FC6-82DD-BDF867217337}" dt="2026-10-07T07:07:39.901" v="363"/>
          <ac:spMkLst>
            <pc:docMk/>
            <pc:sldMk cId="555631698" sldId="295"/>
            <ac:spMk id="6" creationId="{C0205270-8158-9554-851D-012BFCEAAECE}"/>
          </ac:spMkLst>
        </pc:spChg>
        <pc:spChg chg="mod">
          <ac:chgData name="Faza Fauzan Habibi" userId="f07ce302-fd6c-42d1-b698-f0c587c7e391" providerId="ADAL" clId="{6376A2CB-D03A-4FC6-82DD-BDF867217337}" dt="2026-10-07T07:07:47.107" v="365" actId="27636"/>
          <ac:spMkLst>
            <pc:docMk/>
            <pc:sldMk cId="555631698" sldId="295"/>
            <ac:spMk id="7" creationId="{A7A9540E-4B67-334C-963C-31897FABA208}"/>
          </ac:spMkLst>
        </pc:spChg>
        <pc:spChg chg="mod">
          <ac:chgData name="Faza Fauzan Habibi" userId="f07ce302-fd6c-42d1-b698-f0c587c7e391" providerId="ADAL" clId="{6376A2CB-D03A-4FC6-82DD-BDF867217337}" dt="2026-10-07T07:07:54.586" v="367" actId="27636"/>
          <ac:spMkLst>
            <pc:docMk/>
            <pc:sldMk cId="555631698" sldId="295"/>
            <ac:spMk id="10" creationId="{2BC292E1-A34D-0098-D0EB-860A5321FD16}"/>
          </ac:spMkLst>
        </pc:spChg>
        <pc:spChg chg="add del">
          <ac:chgData name="Faza Fauzan Habibi" userId="f07ce302-fd6c-42d1-b698-f0c587c7e391" providerId="ADAL" clId="{6376A2CB-D03A-4FC6-82DD-BDF867217337}" dt="2026-10-07T10:52:38.264" v="634" actId="478"/>
          <ac:spMkLst>
            <pc:docMk/>
            <pc:sldMk cId="555631698" sldId="295"/>
            <ac:spMk id="12" creationId="{9DF0741D-8AA6-7F9E-EC7C-22439AAB265F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3:01.862" v="639" actId="478"/>
        <pc:sldMkLst>
          <pc:docMk/>
          <pc:sldMk cId="1647795267" sldId="297"/>
        </pc:sldMkLst>
        <pc:spChg chg="mod">
          <ac:chgData name="Faza Fauzan Habibi" userId="f07ce302-fd6c-42d1-b698-f0c587c7e391" providerId="ADAL" clId="{6376A2CB-D03A-4FC6-82DD-BDF867217337}" dt="2026-10-07T07:08:07.434" v="370" actId="27636"/>
          <ac:spMkLst>
            <pc:docMk/>
            <pc:sldMk cId="1647795267" sldId="297"/>
            <ac:spMk id="2" creationId="{49225946-B3DB-B4E7-8091-CAEC8DA37D76}"/>
          </ac:spMkLst>
        </pc:spChg>
        <pc:spChg chg="mod">
          <ac:chgData name="Faza Fauzan Habibi" userId="f07ce302-fd6c-42d1-b698-f0c587c7e391" providerId="ADAL" clId="{6376A2CB-D03A-4FC6-82DD-BDF867217337}" dt="2026-10-07T07:08:14.328" v="371"/>
          <ac:spMkLst>
            <pc:docMk/>
            <pc:sldMk cId="1647795267" sldId="297"/>
            <ac:spMk id="3" creationId="{4DD1544C-6A01-B3F9-E5EF-1686EEC3DA71}"/>
          </ac:spMkLst>
        </pc:spChg>
        <pc:spChg chg="mod">
          <ac:chgData name="Faza Fauzan Habibi" userId="f07ce302-fd6c-42d1-b698-f0c587c7e391" providerId="ADAL" clId="{6376A2CB-D03A-4FC6-82DD-BDF867217337}" dt="2026-10-07T07:08:21.658" v="373" actId="27636"/>
          <ac:spMkLst>
            <pc:docMk/>
            <pc:sldMk cId="1647795267" sldId="297"/>
            <ac:spMk id="6" creationId="{3CADA6D5-9333-1637-6909-B713F792E55E}"/>
          </ac:spMkLst>
        </pc:spChg>
        <pc:spChg chg="mod">
          <ac:chgData name="Faza Fauzan Habibi" userId="f07ce302-fd6c-42d1-b698-f0c587c7e391" providerId="ADAL" clId="{6376A2CB-D03A-4FC6-82DD-BDF867217337}" dt="2026-10-07T07:08:31.303" v="374"/>
          <ac:spMkLst>
            <pc:docMk/>
            <pc:sldMk cId="1647795267" sldId="297"/>
            <ac:spMk id="7" creationId="{D35BBF91-CFA7-550D-67CA-A8D1F2E55148}"/>
          </ac:spMkLst>
        </pc:spChg>
        <pc:spChg chg="mod">
          <ac:chgData name="Faza Fauzan Habibi" userId="f07ce302-fd6c-42d1-b698-f0c587c7e391" providerId="ADAL" clId="{6376A2CB-D03A-4FC6-82DD-BDF867217337}" dt="2026-10-07T07:08:38.170" v="375"/>
          <ac:spMkLst>
            <pc:docMk/>
            <pc:sldMk cId="1647795267" sldId="297"/>
            <ac:spMk id="10" creationId="{AA4EDB21-A707-EBC7-A3D1-756D8BCD0EAB}"/>
          </ac:spMkLst>
        </pc:spChg>
        <pc:spChg chg="add del">
          <ac:chgData name="Faza Fauzan Habibi" userId="f07ce302-fd6c-42d1-b698-f0c587c7e391" providerId="ADAL" clId="{6376A2CB-D03A-4FC6-82DD-BDF867217337}" dt="2026-10-07T10:53:01.862" v="639" actId="478"/>
          <ac:spMkLst>
            <pc:docMk/>
            <pc:sldMk cId="1647795267" sldId="297"/>
            <ac:spMk id="12" creationId="{FD4D977A-8477-51C0-7D0C-ABB8A9BF0296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3:24.722" v="645" actId="478"/>
        <pc:sldMkLst>
          <pc:docMk/>
          <pc:sldMk cId="3444036275" sldId="299"/>
        </pc:sldMkLst>
        <pc:spChg chg="mod">
          <ac:chgData name="Faza Fauzan Habibi" userId="f07ce302-fd6c-42d1-b698-f0c587c7e391" providerId="ADAL" clId="{6376A2CB-D03A-4FC6-82DD-BDF867217337}" dt="2026-10-07T07:08:47.405" v="377"/>
          <ac:spMkLst>
            <pc:docMk/>
            <pc:sldMk cId="3444036275" sldId="299"/>
            <ac:spMk id="2" creationId="{79784323-7235-AF5A-64B6-0AC2A9E35396}"/>
          </ac:spMkLst>
        </pc:spChg>
        <pc:spChg chg="mod">
          <ac:chgData name="Faza Fauzan Habibi" userId="f07ce302-fd6c-42d1-b698-f0c587c7e391" providerId="ADAL" clId="{6376A2CB-D03A-4FC6-82DD-BDF867217337}" dt="2026-10-07T07:08:53.952" v="379" actId="27636"/>
          <ac:spMkLst>
            <pc:docMk/>
            <pc:sldMk cId="3444036275" sldId="299"/>
            <ac:spMk id="3" creationId="{26A44BA3-0C5C-7B32-BB6A-A18AF2FD75A7}"/>
          </ac:spMkLst>
        </pc:spChg>
        <pc:spChg chg="mod">
          <ac:chgData name="Faza Fauzan Habibi" userId="f07ce302-fd6c-42d1-b698-f0c587c7e391" providerId="ADAL" clId="{6376A2CB-D03A-4FC6-82DD-BDF867217337}" dt="2026-10-07T10:53:17.603" v="643" actId="1036"/>
          <ac:spMkLst>
            <pc:docMk/>
            <pc:sldMk cId="3444036275" sldId="299"/>
            <ac:spMk id="6" creationId="{E5116932-40B8-7AC8-B1C0-EA309E9470A4}"/>
          </ac:spMkLst>
        </pc:spChg>
        <pc:spChg chg="mod">
          <ac:chgData name="Faza Fauzan Habibi" userId="f07ce302-fd6c-42d1-b698-f0c587c7e391" providerId="ADAL" clId="{6376A2CB-D03A-4FC6-82DD-BDF867217337}" dt="2026-10-07T07:09:10.623" v="383" actId="27636"/>
          <ac:spMkLst>
            <pc:docMk/>
            <pc:sldMk cId="3444036275" sldId="299"/>
            <ac:spMk id="7" creationId="{4102CFE6-7D1A-3D84-0D8E-621E57D52E18}"/>
          </ac:spMkLst>
        </pc:spChg>
        <pc:spChg chg="mod">
          <ac:chgData name="Faza Fauzan Habibi" userId="f07ce302-fd6c-42d1-b698-f0c587c7e391" providerId="ADAL" clId="{6376A2CB-D03A-4FC6-82DD-BDF867217337}" dt="2026-10-07T07:09:18.298" v="384"/>
          <ac:spMkLst>
            <pc:docMk/>
            <pc:sldMk cId="3444036275" sldId="299"/>
            <ac:spMk id="10" creationId="{26A2368B-2B84-DFCF-1438-F8893C407BE4}"/>
          </ac:spMkLst>
        </pc:spChg>
        <pc:spChg chg="add del">
          <ac:chgData name="Faza Fauzan Habibi" userId="f07ce302-fd6c-42d1-b698-f0c587c7e391" providerId="ADAL" clId="{6376A2CB-D03A-4FC6-82DD-BDF867217337}" dt="2026-10-07T10:53:24.722" v="645" actId="478"/>
          <ac:spMkLst>
            <pc:docMk/>
            <pc:sldMk cId="3444036275" sldId="299"/>
            <ac:spMk id="12" creationId="{28B565A0-A710-FEDE-BBB0-FE5FA08F0B4D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4:08.157" v="649" actId="478"/>
        <pc:sldMkLst>
          <pc:docMk/>
          <pc:sldMk cId="168873690" sldId="300"/>
        </pc:sldMkLst>
        <pc:spChg chg="mod">
          <ac:chgData name="Faza Fauzan Habibi" userId="f07ce302-fd6c-42d1-b698-f0c587c7e391" providerId="ADAL" clId="{6376A2CB-D03A-4FC6-82DD-BDF867217337}" dt="2026-10-07T07:15:02.888" v="430"/>
          <ac:spMkLst>
            <pc:docMk/>
            <pc:sldMk cId="168873690" sldId="300"/>
            <ac:spMk id="2" creationId="{BC760F4C-EBAB-71A2-0973-D02AA9511DE5}"/>
          </ac:spMkLst>
        </pc:spChg>
        <pc:spChg chg="mod">
          <ac:chgData name="Faza Fauzan Habibi" userId="f07ce302-fd6c-42d1-b698-f0c587c7e391" providerId="ADAL" clId="{6376A2CB-D03A-4FC6-82DD-BDF867217337}" dt="2026-10-07T07:09:49.514" v="388"/>
          <ac:spMkLst>
            <pc:docMk/>
            <pc:sldMk cId="168873690" sldId="300"/>
            <ac:spMk id="3" creationId="{3418D271-BF16-2FAF-BE5C-720D2F0481B1}"/>
          </ac:spMkLst>
        </pc:spChg>
        <pc:spChg chg="mod">
          <ac:chgData name="Faza Fauzan Habibi" userId="f07ce302-fd6c-42d1-b698-f0c587c7e391" providerId="ADAL" clId="{6376A2CB-D03A-4FC6-82DD-BDF867217337}" dt="2026-10-07T07:10:01.672" v="390" actId="27636"/>
          <ac:spMkLst>
            <pc:docMk/>
            <pc:sldMk cId="168873690" sldId="300"/>
            <ac:spMk id="6" creationId="{0CDF8FEB-8745-083B-8093-78204F362B71}"/>
          </ac:spMkLst>
        </pc:spChg>
        <pc:spChg chg="mod">
          <ac:chgData name="Faza Fauzan Habibi" userId="f07ce302-fd6c-42d1-b698-f0c587c7e391" providerId="ADAL" clId="{6376A2CB-D03A-4FC6-82DD-BDF867217337}" dt="2026-10-07T07:10:08.748" v="392" actId="27636"/>
          <ac:spMkLst>
            <pc:docMk/>
            <pc:sldMk cId="168873690" sldId="300"/>
            <ac:spMk id="7" creationId="{D586D247-0805-6080-72B3-C779967D09A4}"/>
          </ac:spMkLst>
        </pc:spChg>
        <pc:spChg chg="mod">
          <ac:chgData name="Faza Fauzan Habibi" userId="f07ce302-fd6c-42d1-b698-f0c587c7e391" providerId="ADAL" clId="{6376A2CB-D03A-4FC6-82DD-BDF867217337}" dt="2026-10-07T07:10:16.808" v="394" actId="27636"/>
          <ac:spMkLst>
            <pc:docMk/>
            <pc:sldMk cId="168873690" sldId="300"/>
            <ac:spMk id="10" creationId="{C017B435-B758-82C3-5BAD-4B4F0F7E473E}"/>
          </ac:spMkLst>
        </pc:spChg>
        <pc:spChg chg="add del mod">
          <ac:chgData name="Faza Fauzan Habibi" userId="f07ce302-fd6c-42d1-b698-f0c587c7e391" providerId="ADAL" clId="{6376A2CB-D03A-4FC6-82DD-BDF867217337}" dt="2026-10-07T10:54:08.157" v="649" actId="478"/>
          <ac:spMkLst>
            <pc:docMk/>
            <pc:sldMk cId="168873690" sldId="300"/>
            <ac:spMk id="12" creationId="{0A71B0AD-CE17-E839-3768-3F0DE25CD6AD}"/>
          </ac:spMkLst>
        </pc:spChg>
      </pc:sldChg>
      <pc:sldChg chg="addSp modSp add mod">
        <pc:chgData name="Faza Fauzan Habibi" userId="f07ce302-fd6c-42d1-b698-f0c587c7e391" providerId="ADAL" clId="{6376A2CB-D03A-4FC6-82DD-BDF867217337}" dt="2026-10-07T10:54:48.592" v="653" actId="1076"/>
        <pc:sldMkLst>
          <pc:docMk/>
          <pc:sldMk cId="3389241385" sldId="302"/>
        </pc:sldMkLst>
        <pc:spChg chg="mod">
          <ac:chgData name="Faza Fauzan Habibi" userId="f07ce302-fd6c-42d1-b698-f0c587c7e391" providerId="ADAL" clId="{6376A2CB-D03A-4FC6-82DD-BDF867217337}" dt="2026-10-07T07:15:08.227" v="432" actId="27636"/>
          <ac:spMkLst>
            <pc:docMk/>
            <pc:sldMk cId="3389241385" sldId="302"/>
            <ac:spMk id="2" creationId="{980F19B5-3691-A5A2-EB15-9B768C8C1205}"/>
          </ac:spMkLst>
        </pc:spChg>
        <pc:spChg chg="mod">
          <ac:chgData name="Faza Fauzan Habibi" userId="f07ce302-fd6c-42d1-b698-f0c587c7e391" providerId="ADAL" clId="{6376A2CB-D03A-4FC6-82DD-BDF867217337}" dt="2026-10-07T07:12:03.482" v="397" actId="27636"/>
          <ac:spMkLst>
            <pc:docMk/>
            <pc:sldMk cId="3389241385" sldId="302"/>
            <ac:spMk id="3" creationId="{BF7ACE87-5311-931C-71A2-7AAB44C81123}"/>
          </ac:spMkLst>
        </pc:spChg>
        <pc:spChg chg="mod">
          <ac:chgData name="Faza Fauzan Habibi" userId="f07ce302-fd6c-42d1-b698-f0c587c7e391" providerId="ADAL" clId="{6376A2CB-D03A-4FC6-82DD-BDF867217337}" dt="2026-10-07T07:12:10.523" v="399" actId="27636"/>
          <ac:spMkLst>
            <pc:docMk/>
            <pc:sldMk cId="3389241385" sldId="302"/>
            <ac:spMk id="6" creationId="{198954DF-587D-572B-871F-F2DEBBC24F3B}"/>
          </ac:spMkLst>
        </pc:spChg>
        <pc:spChg chg="mod">
          <ac:chgData name="Faza Fauzan Habibi" userId="f07ce302-fd6c-42d1-b698-f0c587c7e391" providerId="ADAL" clId="{6376A2CB-D03A-4FC6-82DD-BDF867217337}" dt="2026-10-07T07:12:19.159" v="401" actId="27636"/>
          <ac:spMkLst>
            <pc:docMk/>
            <pc:sldMk cId="3389241385" sldId="302"/>
            <ac:spMk id="7" creationId="{435ECD53-1329-9BFB-326F-C51868E9186E}"/>
          </ac:spMkLst>
        </pc:spChg>
        <pc:spChg chg="mod">
          <ac:chgData name="Faza Fauzan Habibi" userId="f07ce302-fd6c-42d1-b698-f0c587c7e391" providerId="ADAL" clId="{6376A2CB-D03A-4FC6-82DD-BDF867217337}" dt="2026-10-07T07:12:27.924" v="403" actId="27636"/>
          <ac:spMkLst>
            <pc:docMk/>
            <pc:sldMk cId="3389241385" sldId="302"/>
            <ac:spMk id="10" creationId="{2F6C4B37-F967-FD6B-B37B-C69A62DC4893}"/>
          </ac:spMkLst>
        </pc:spChg>
        <pc:spChg chg="add mod">
          <ac:chgData name="Faza Fauzan Habibi" userId="f07ce302-fd6c-42d1-b698-f0c587c7e391" providerId="ADAL" clId="{6376A2CB-D03A-4FC6-82DD-BDF867217337}" dt="2026-10-07T10:54:48.592" v="653" actId="1076"/>
          <ac:spMkLst>
            <pc:docMk/>
            <pc:sldMk cId="3389241385" sldId="302"/>
            <ac:spMk id="12" creationId="{F72F0E39-2078-CBD3-C3DF-A3F65A76CDB9}"/>
          </ac:spMkLst>
        </pc:spChg>
      </pc:sldChg>
      <pc:sldChg chg="addSp modSp add mod ord">
        <pc:chgData name="Faza Fauzan Habibi" userId="f07ce302-fd6c-42d1-b698-f0c587c7e391" providerId="ADAL" clId="{6376A2CB-D03A-4FC6-82DD-BDF867217337}" dt="2026-10-07T10:55:37.336" v="659" actId="1076"/>
        <pc:sldMkLst>
          <pc:docMk/>
          <pc:sldMk cId="987753032" sldId="304"/>
        </pc:sldMkLst>
        <pc:spChg chg="mod">
          <ac:chgData name="Faza Fauzan Habibi" userId="f07ce302-fd6c-42d1-b698-f0c587c7e391" providerId="ADAL" clId="{6376A2CB-D03A-4FC6-82DD-BDF867217337}" dt="2026-10-07T07:15:16.411" v="434" actId="27636"/>
          <ac:spMkLst>
            <pc:docMk/>
            <pc:sldMk cId="987753032" sldId="304"/>
            <ac:spMk id="2" creationId="{2BEF4DC3-7CAB-E4C2-827F-26075CD89CCB}"/>
          </ac:spMkLst>
        </pc:spChg>
        <pc:spChg chg="mod">
          <ac:chgData name="Faza Fauzan Habibi" userId="f07ce302-fd6c-42d1-b698-f0c587c7e391" providerId="ADAL" clId="{6376A2CB-D03A-4FC6-82DD-BDF867217337}" dt="2026-10-07T07:16:26.108" v="452" actId="1036"/>
          <ac:spMkLst>
            <pc:docMk/>
            <pc:sldMk cId="987753032" sldId="304"/>
            <ac:spMk id="3" creationId="{3AA8A3B2-A2AF-AC3F-A5D4-22C9B134B883}"/>
          </ac:spMkLst>
        </pc:spChg>
        <pc:spChg chg="mod">
          <ac:chgData name="Faza Fauzan Habibi" userId="f07ce302-fd6c-42d1-b698-f0c587c7e391" providerId="ADAL" clId="{6376A2CB-D03A-4FC6-82DD-BDF867217337}" dt="2026-10-07T07:16:30.143" v="454" actId="27636"/>
          <ac:spMkLst>
            <pc:docMk/>
            <pc:sldMk cId="987753032" sldId="304"/>
            <ac:spMk id="6" creationId="{A5693A4A-0040-A0F9-E13E-99C84B13DBB2}"/>
          </ac:spMkLst>
        </pc:spChg>
        <pc:spChg chg="mod">
          <ac:chgData name="Faza Fauzan Habibi" userId="f07ce302-fd6c-42d1-b698-f0c587c7e391" providerId="ADAL" clId="{6376A2CB-D03A-4FC6-82DD-BDF867217337}" dt="2026-10-07T07:16:42.423" v="456" actId="27636"/>
          <ac:spMkLst>
            <pc:docMk/>
            <pc:sldMk cId="987753032" sldId="304"/>
            <ac:spMk id="7" creationId="{B30B4B06-373D-8A30-30A5-62AE2661A470}"/>
          </ac:spMkLst>
        </pc:spChg>
        <pc:spChg chg="mod">
          <ac:chgData name="Faza Fauzan Habibi" userId="f07ce302-fd6c-42d1-b698-f0c587c7e391" providerId="ADAL" clId="{6376A2CB-D03A-4FC6-82DD-BDF867217337}" dt="2026-10-07T07:16:49.231" v="458" actId="27636"/>
          <ac:spMkLst>
            <pc:docMk/>
            <pc:sldMk cId="987753032" sldId="304"/>
            <ac:spMk id="10" creationId="{51FCD808-A378-78D3-8E58-9A928000D24D}"/>
          </ac:spMkLst>
        </pc:spChg>
        <pc:spChg chg="add mod">
          <ac:chgData name="Faza Fauzan Habibi" userId="f07ce302-fd6c-42d1-b698-f0c587c7e391" providerId="ADAL" clId="{6376A2CB-D03A-4FC6-82DD-BDF867217337}" dt="2026-10-07T10:55:37.336" v="659" actId="1076"/>
          <ac:spMkLst>
            <pc:docMk/>
            <pc:sldMk cId="987753032" sldId="304"/>
            <ac:spMk id="12" creationId="{29A93CB5-C411-EBA4-CB0E-21AC5511065D}"/>
          </ac:spMkLst>
        </pc:spChg>
      </pc:sldChg>
      <pc:sldChg chg="modSp add del mod">
        <pc:chgData name="Faza Fauzan Habibi" userId="f07ce302-fd6c-42d1-b698-f0c587c7e391" providerId="ADAL" clId="{6376A2CB-D03A-4FC6-82DD-BDF867217337}" dt="2026-10-07T07:13:19" v="423" actId="47"/>
        <pc:sldMkLst>
          <pc:docMk/>
          <pc:sldMk cId="4132356489" sldId="304"/>
        </pc:sldMkLst>
        <pc:spChg chg="mod">
          <ac:chgData name="Faza Fauzan Habibi" userId="f07ce302-fd6c-42d1-b698-f0c587c7e391" providerId="ADAL" clId="{6376A2CB-D03A-4FC6-82DD-BDF867217337}" dt="2026-10-07T07:12:45.614" v="406" actId="27636"/>
          <ac:spMkLst>
            <pc:docMk/>
            <pc:sldMk cId="4132356489" sldId="304"/>
            <ac:spMk id="2" creationId="{72D89D9C-830B-3668-E882-30DD3F2AF1B8}"/>
          </ac:spMkLst>
        </pc:spChg>
        <pc:spChg chg="mod">
          <ac:chgData name="Faza Fauzan Habibi" userId="f07ce302-fd6c-42d1-b698-f0c587c7e391" providerId="ADAL" clId="{6376A2CB-D03A-4FC6-82DD-BDF867217337}" dt="2026-10-07T07:13:12.113" v="422" actId="27636"/>
          <ac:spMkLst>
            <pc:docMk/>
            <pc:sldMk cId="4132356489" sldId="304"/>
            <ac:spMk id="3" creationId="{6AB71337-9838-921D-E321-8DF05D9D12A7}"/>
          </ac:spMkLst>
        </pc:spChg>
      </pc:sldChg>
      <pc:sldChg chg="add del ord">
        <pc:chgData name="Faza Fauzan Habibi" userId="f07ce302-fd6c-42d1-b698-f0c587c7e391" providerId="ADAL" clId="{6376A2CB-D03A-4FC6-82DD-BDF867217337}" dt="2026-10-07T07:17:04.719" v="462" actId="47"/>
        <pc:sldMkLst>
          <pc:docMk/>
          <pc:sldMk cId="996630687" sldId="306"/>
        </pc:sldMkLst>
      </pc:sldChg>
      <pc:sldChg chg="modSp add ord">
        <pc:chgData name="Faza Fauzan Habibi" userId="f07ce302-fd6c-42d1-b698-f0c587c7e391" providerId="ADAL" clId="{6376A2CB-D03A-4FC6-82DD-BDF867217337}" dt="2026-10-07T07:17:54.312" v="470"/>
        <pc:sldMkLst>
          <pc:docMk/>
          <pc:sldMk cId="1033841894" sldId="306"/>
        </pc:sldMkLst>
        <pc:spChg chg="mod">
          <ac:chgData name="Faza Fauzan Habibi" userId="f07ce302-fd6c-42d1-b698-f0c587c7e391" providerId="ADAL" clId="{6376A2CB-D03A-4FC6-82DD-BDF867217337}" dt="2026-10-07T07:17:16.623" v="466"/>
          <ac:spMkLst>
            <pc:docMk/>
            <pc:sldMk cId="1033841894" sldId="306"/>
            <ac:spMk id="2" creationId="{AF4D648A-F493-259B-A710-D77ECFFB9C2B}"/>
          </ac:spMkLst>
        </pc:spChg>
        <pc:spChg chg="mod">
          <ac:chgData name="Faza Fauzan Habibi" userId="f07ce302-fd6c-42d1-b698-f0c587c7e391" providerId="ADAL" clId="{6376A2CB-D03A-4FC6-82DD-BDF867217337}" dt="2026-10-07T07:17:40.543" v="468"/>
          <ac:spMkLst>
            <pc:docMk/>
            <pc:sldMk cId="1033841894" sldId="306"/>
            <ac:spMk id="6" creationId="{AAEE2A48-E083-5A9A-98D5-014792348049}"/>
          </ac:spMkLst>
        </pc:spChg>
        <pc:spChg chg="mod">
          <ac:chgData name="Faza Fauzan Habibi" userId="f07ce302-fd6c-42d1-b698-f0c587c7e391" providerId="ADAL" clId="{6376A2CB-D03A-4FC6-82DD-BDF867217337}" dt="2026-10-07T07:17:54.312" v="470"/>
          <ac:spMkLst>
            <pc:docMk/>
            <pc:sldMk cId="1033841894" sldId="306"/>
            <ac:spMk id="7" creationId="{7D62B617-089C-C6F6-C646-370467EE0BB9}"/>
          </ac:spMkLst>
        </pc:spChg>
        <pc:spChg chg="mod">
          <ac:chgData name="Faza Fauzan Habibi" userId="f07ce302-fd6c-42d1-b698-f0c587c7e391" providerId="ADAL" clId="{6376A2CB-D03A-4FC6-82DD-BDF867217337}" dt="2026-10-07T07:17:46.823" v="469"/>
          <ac:spMkLst>
            <pc:docMk/>
            <pc:sldMk cId="1033841894" sldId="306"/>
            <ac:spMk id="10" creationId="{42B019ED-D2FC-5A50-2998-CFF747593660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8:36.823" v="664" actId="478"/>
        <pc:sldMkLst>
          <pc:docMk/>
          <pc:sldMk cId="3713600362" sldId="307"/>
        </pc:sldMkLst>
        <pc:spChg chg="mod">
          <ac:chgData name="Faza Fauzan Habibi" userId="f07ce302-fd6c-42d1-b698-f0c587c7e391" providerId="ADAL" clId="{6376A2CB-D03A-4FC6-82DD-BDF867217337}" dt="2026-10-07T07:18:29.544" v="473" actId="27636"/>
          <ac:spMkLst>
            <pc:docMk/>
            <pc:sldMk cId="3713600362" sldId="307"/>
            <ac:spMk id="2" creationId="{0D52228C-1498-45C7-0FAC-C54F8FE9DD14}"/>
          </ac:spMkLst>
        </pc:spChg>
        <pc:spChg chg="mod">
          <ac:chgData name="Faza Fauzan Habibi" userId="f07ce302-fd6c-42d1-b698-f0c587c7e391" providerId="ADAL" clId="{6376A2CB-D03A-4FC6-82DD-BDF867217337}" dt="2026-10-07T07:18:37.511" v="474"/>
          <ac:spMkLst>
            <pc:docMk/>
            <pc:sldMk cId="3713600362" sldId="307"/>
            <ac:spMk id="3" creationId="{13948B06-C7FB-BAC4-7AA4-96AE574EE9D7}"/>
          </ac:spMkLst>
        </pc:spChg>
        <pc:spChg chg="mod">
          <ac:chgData name="Faza Fauzan Habibi" userId="f07ce302-fd6c-42d1-b698-f0c587c7e391" providerId="ADAL" clId="{6376A2CB-D03A-4FC6-82DD-BDF867217337}" dt="2026-10-07T07:18:43.681" v="476" actId="27636"/>
          <ac:spMkLst>
            <pc:docMk/>
            <pc:sldMk cId="3713600362" sldId="307"/>
            <ac:spMk id="6" creationId="{5BB4BB1F-18BA-0EEC-0D46-3A0153A2598B}"/>
          </ac:spMkLst>
        </pc:spChg>
        <pc:spChg chg="mod">
          <ac:chgData name="Faza Fauzan Habibi" userId="f07ce302-fd6c-42d1-b698-f0c587c7e391" providerId="ADAL" clId="{6376A2CB-D03A-4FC6-82DD-BDF867217337}" dt="2026-10-07T07:18:50.764" v="478" actId="27636"/>
          <ac:spMkLst>
            <pc:docMk/>
            <pc:sldMk cId="3713600362" sldId="307"/>
            <ac:spMk id="7" creationId="{C50AEE4E-5196-2A40-10F0-2F6E4B84D199}"/>
          </ac:spMkLst>
        </pc:spChg>
        <pc:spChg chg="mod">
          <ac:chgData name="Faza Fauzan Habibi" userId="f07ce302-fd6c-42d1-b698-f0c587c7e391" providerId="ADAL" clId="{6376A2CB-D03A-4FC6-82DD-BDF867217337}" dt="2026-10-07T07:18:59.463" v="480" actId="27636"/>
          <ac:spMkLst>
            <pc:docMk/>
            <pc:sldMk cId="3713600362" sldId="307"/>
            <ac:spMk id="10" creationId="{09EFBAE5-E1E1-2C5F-EC6D-3558B306C81B}"/>
          </ac:spMkLst>
        </pc:spChg>
        <pc:spChg chg="add del">
          <ac:chgData name="Faza Fauzan Habibi" userId="f07ce302-fd6c-42d1-b698-f0c587c7e391" providerId="ADAL" clId="{6376A2CB-D03A-4FC6-82DD-BDF867217337}" dt="2026-10-07T10:58:36.823" v="664" actId="478"/>
          <ac:spMkLst>
            <pc:docMk/>
            <pc:sldMk cId="3713600362" sldId="307"/>
            <ac:spMk id="12" creationId="{B3BAF03B-CA64-EB46-CFB0-AD8489507033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0:58:53.720" v="667" actId="478"/>
        <pc:sldMkLst>
          <pc:docMk/>
          <pc:sldMk cId="2813916479" sldId="309"/>
        </pc:sldMkLst>
        <pc:spChg chg="mod">
          <ac:chgData name="Faza Fauzan Habibi" userId="f07ce302-fd6c-42d1-b698-f0c587c7e391" providerId="ADAL" clId="{6376A2CB-D03A-4FC6-82DD-BDF867217337}" dt="2026-10-07T07:19:22.814" v="483" actId="27636"/>
          <ac:spMkLst>
            <pc:docMk/>
            <pc:sldMk cId="2813916479" sldId="309"/>
            <ac:spMk id="2" creationId="{A344CB3E-1468-07FF-5E2D-1F4B4E6547D7}"/>
          </ac:spMkLst>
        </pc:spChg>
        <pc:spChg chg="mod">
          <ac:chgData name="Faza Fauzan Habibi" userId="f07ce302-fd6c-42d1-b698-f0c587c7e391" providerId="ADAL" clId="{6376A2CB-D03A-4FC6-82DD-BDF867217337}" dt="2026-10-07T07:19:30.553" v="484"/>
          <ac:spMkLst>
            <pc:docMk/>
            <pc:sldMk cId="2813916479" sldId="309"/>
            <ac:spMk id="3" creationId="{AD2CF5CC-C068-B577-14CE-AF8974FAFEAD}"/>
          </ac:spMkLst>
        </pc:spChg>
        <pc:spChg chg="mod">
          <ac:chgData name="Faza Fauzan Habibi" userId="f07ce302-fd6c-42d1-b698-f0c587c7e391" providerId="ADAL" clId="{6376A2CB-D03A-4FC6-82DD-BDF867217337}" dt="2026-10-07T07:19:36.837" v="486" actId="27636"/>
          <ac:spMkLst>
            <pc:docMk/>
            <pc:sldMk cId="2813916479" sldId="309"/>
            <ac:spMk id="6" creationId="{3FB6AC23-D9ED-962B-45A6-F0E78A3CF429}"/>
          </ac:spMkLst>
        </pc:spChg>
        <pc:spChg chg="mod">
          <ac:chgData name="Faza Fauzan Habibi" userId="f07ce302-fd6c-42d1-b698-f0c587c7e391" providerId="ADAL" clId="{6376A2CB-D03A-4FC6-82DD-BDF867217337}" dt="2026-10-07T07:19:42.778" v="488" actId="27636"/>
          <ac:spMkLst>
            <pc:docMk/>
            <pc:sldMk cId="2813916479" sldId="309"/>
            <ac:spMk id="7" creationId="{A5FCD8F4-FB43-DCC7-CE89-C814002AE0FD}"/>
          </ac:spMkLst>
        </pc:spChg>
        <pc:spChg chg="mod">
          <ac:chgData name="Faza Fauzan Habibi" userId="f07ce302-fd6c-42d1-b698-f0c587c7e391" providerId="ADAL" clId="{6376A2CB-D03A-4FC6-82DD-BDF867217337}" dt="2026-10-07T07:19:48.935" v="490" actId="27636"/>
          <ac:spMkLst>
            <pc:docMk/>
            <pc:sldMk cId="2813916479" sldId="309"/>
            <ac:spMk id="10" creationId="{75030193-F907-B152-A1BE-5FD472E5F43A}"/>
          </ac:spMkLst>
        </pc:spChg>
        <pc:spChg chg="add del">
          <ac:chgData name="Faza Fauzan Habibi" userId="f07ce302-fd6c-42d1-b698-f0c587c7e391" providerId="ADAL" clId="{6376A2CB-D03A-4FC6-82DD-BDF867217337}" dt="2026-10-07T10:58:53.720" v="667" actId="478"/>
          <ac:spMkLst>
            <pc:docMk/>
            <pc:sldMk cId="2813916479" sldId="309"/>
            <ac:spMk id="12" creationId="{BF2FF845-7B53-E008-3D98-73774338AA7A}"/>
          </ac:spMkLst>
        </pc:spChg>
      </pc:sldChg>
      <pc:sldChg chg="addSp modSp add mod ord">
        <pc:chgData name="Faza Fauzan Habibi" userId="f07ce302-fd6c-42d1-b698-f0c587c7e391" providerId="ADAL" clId="{6376A2CB-D03A-4FC6-82DD-BDF867217337}" dt="2026-10-07T10:59:25.504" v="674"/>
        <pc:sldMkLst>
          <pc:docMk/>
          <pc:sldMk cId="3471445776" sldId="310"/>
        </pc:sldMkLst>
        <pc:spChg chg="mod">
          <ac:chgData name="Faza Fauzan Habibi" userId="f07ce302-fd6c-42d1-b698-f0c587c7e391" providerId="ADAL" clId="{6376A2CB-D03A-4FC6-82DD-BDF867217337}" dt="2026-10-07T07:20:40.780" v="493" actId="27636"/>
          <ac:spMkLst>
            <pc:docMk/>
            <pc:sldMk cId="3471445776" sldId="310"/>
            <ac:spMk id="2" creationId="{3E9AD01A-9E3C-DA4B-787A-46A2F268A04F}"/>
          </ac:spMkLst>
        </pc:spChg>
        <pc:spChg chg="mod">
          <ac:chgData name="Faza Fauzan Habibi" userId="f07ce302-fd6c-42d1-b698-f0c587c7e391" providerId="ADAL" clId="{6376A2CB-D03A-4FC6-82DD-BDF867217337}" dt="2026-10-07T07:20:49.493" v="494"/>
          <ac:spMkLst>
            <pc:docMk/>
            <pc:sldMk cId="3471445776" sldId="310"/>
            <ac:spMk id="3" creationId="{9FCF0A92-F4F2-9311-A4FD-2F285153D547}"/>
          </ac:spMkLst>
        </pc:spChg>
        <pc:spChg chg="mod">
          <ac:chgData name="Faza Fauzan Habibi" userId="f07ce302-fd6c-42d1-b698-f0c587c7e391" providerId="ADAL" clId="{6376A2CB-D03A-4FC6-82DD-BDF867217337}" dt="2026-10-07T07:20:56.733" v="495"/>
          <ac:spMkLst>
            <pc:docMk/>
            <pc:sldMk cId="3471445776" sldId="310"/>
            <ac:spMk id="6" creationId="{2C17B4A0-3745-9621-AFBE-DE897DEED16D}"/>
          </ac:spMkLst>
        </pc:spChg>
        <pc:spChg chg="mod">
          <ac:chgData name="Faza Fauzan Habibi" userId="f07ce302-fd6c-42d1-b698-f0c587c7e391" providerId="ADAL" clId="{6376A2CB-D03A-4FC6-82DD-BDF867217337}" dt="2026-10-07T07:21:03.504" v="497" actId="27636"/>
          <ac:spMkLst>
            <pc:docMk/>
            <pc:sldMk cId="3471445776" sldId="310"/>
            <ac:spMk id="7" creationId="{5FE98A52-EFBE-2702-72C6-631EFE78B457}"/>
          </ac:spMkLst>
        </pc:spChg>
        <pc:spChg chg="mod">
          <ac:chgData name="Faza Fauzan Habibi" userId="f07ce302-fd6c-42d1-b698-f0c587c7e391" providerId="ADAL" clId="{6376A2CB-D03A-4FC6-82DD-BDF867217337}" dt="2026-10-07T07:21:12.194" v="498"/>
          <ac:spMkLst>
            <pc:docMk/>
            <pc:sldMk cId="3471445776" sldId="310"/>
            <ac:spMk id="10" creationId="{48435C31-A643-1545-B7EA-3329073D7FAF}"/>
          </ac:spMkLst>
        </pc:spChg>
        <pc:spChg chg="add">
          <ac:chgData name="Faza Fauzan Habibi" userId="f07ce302-fd6c-42d1-b698-f0c587c7e391" providerId="ADAL" clId="{6376A2CB-D03A-4FC6-82DD-BDF867217337}" dt="2026-10-07T10:59:10.114" v="670" actId="22"/>
          <ac:spMkLst>
            <pc:docMk/>
            <pc:sldMk cId="3471445776" sldId="310"/>
            <ac:spMk id="12" creationId="{A1ABF845-6FF6-A135-1A25-EE52FC4ED3F4}"/>
          </ac:spMkLst>
        </pc:spChg>
      </pc:sldChg>
      <pc:sldChg chg="addSp modSp add mod">
        <pc:chgData name="Faza Fauzan Habibi" userId="f07ce302-fd6c-42d1-b698-f0c587c7e391" providerId="ADAL" clId="{6376A2CB-D03A-4FC6-82DD-BDF867217337}" dt="2026-10-07T11:01:12.191" v="677" actId="14100"/>
        <pc:sldMkLst>
          <pc:docMk/>
          <pc:sldMk cId="2909650367" sldId="311"/>
        </pc:sldMkLst>
        <pc:spChg chg="mod">
          <ac:chgData name="Faza Fauzan Habibi" userId="f07ce302-fd6c-42d1-b698-f0c587c7e391" providerId="ADAL" clId="{6376A2CB-D03A-4FC6-82DD-BDF867217337}" dt="2026-10-07T07:21:53.222" v="500"/>
          <ac:spMkLst>
            <pc:docMk/>
            <pc:sldMk cId="2909650367" sldId="311"/>
            <ac:spMk id="2" creationId="{F1DAC57E-BA48-2A64-04EF-B1EF1DDCAF7E}"/>
          </ac:spMkLst>
        </pc:spChg>
        <pc:spChg chg="mod">
          <ac:chgData name="Faza Fauzan Habibi" userId="f07ce302-fd6c-42d1-b698-f0c587c7e391" providerId="ADAL" clId="{6376A2CB-D03A-4FC6-82DD-BDF867217337}" dt="2026-10-07T07:22:01.494" v="501"/>
          <ac:spMkLst>
            <pc:docMk/>
            <pc:sldMk cId="2909650367" sldId="311"/>
            <ac:spMk id="3" creationId="{B4BC3ABA-D244-E5DC-DA0B-94FD71D38EDA}"/>
          </ac:spMkLst>
        </pc:spChg>
        <pc:spChg chg="mod">
          <ac:chgData name="Faza Fauzan Habibi" userId="f07ce302-fd6c-42d1-b698-f0c587c7e391" providerId="ADAL" clId="{6376A2CB-D03A-4FC6-82DD-BDF867217337}" dt="2026-10-07T07:22:07.752" v="503" actId="27636"/>
          <ac:spMkLst>
            <pc:docMk/>
            <pc:sldMk cId="2909650367" sldId="311"/>
            <ac:spMk id="6" creationId="{A243282C-3871-A5CC-DE5F-1F7973EB37AA}"/>
          </ac:spMkLst>
        </pc:spChg>
        <pc:spChg chg="mod">
          <ac:chgData name="Faza Fauzan Habibi" userId="f07ce302-fd6c-42d1-b698-f0c587c7e391" providerId="ADAL" clId="{6376A2CB-D03A-4FC6-82DD-BDF867217337}" dt="2026-10-07T07:22:34.909" v="505" actId="27636"/>
          <ac:spMkLst>
            <pc:docMk/>
            <pc:sldMk cId="2909650367" sldId="311"/>
            <ac:spMk id="7" creationId="{511F621E-B0E5-184C-1D0C-8CA3F7A73985}"/>
          </ac:spMkLst>
        </pc:spChg>
        <pc:spChg chg="mod">
          <ac:chgData name="Faza Fauzan Habibi" userId="f07ce302-fd6c-42d1-b698-f0c587c7e391" providerId="ADAL" clId="{6376A2CB-D03A-4FC6-82DD-BDF867217337}" dt="2026-10-07T07:22:42.820" v="507" actId="27636"/>
          <ac:spMkLst>
            <pc:docMk/>
            <pc:sldMk cId="2909650367" sldId="311"/>
            <ac:spMk id="10" creationId="{AA68FEEE-AAE1-1EB2-BA5F-FC3E7EBA6517}"/>
          </ac:spMkLst>
        </pc:spChg>
        <pc:spChg chg="add mod">
          <ac:chgData name="Faza Fauzan Habibi" userId="f07ce302-fd6c-42d1-b698-f0c587c7e391" providerId="ADAL" clId="{6376A2CB-D03A-4FC6-82DD-BDF867217337}" dt="2026-10-07T11:01:12.191" v="677" actId="14100"/>
          <ac:spMkLst>
            <pc:docMk/>
            <pc:sldMk cId="2909650367" sldId="311"/>
            <ac:spMk id="12" creationId="{4ACA95E8-1178-FEE1-0221-89E1CCC41AF7}"/>
          </ac:spMkLst>
        </pc:spChg>
      </pc:sldChg>
      <pc:sldChg chg="addSp delSp modSp add mod">
        <pc:chgData name="Faza Fauzan Habibi" userId="f07ce302-fd6c-42d1-b698-f0c587c7e391" providerId="ADAL" clId="{6376A2CB-D03A-4FC6-82DD-BDF867217337}" dt="2026-10-07T11:01:46.423" v="686" actId="478"/>
        <pc:sldMkLst>
          <pc:docMk/>
          <pc:sldMk cId="853209421" sldId="313"/>
        </pc:sldMkLst>
        <pc:spChg chg="mod">
          <ac:chgData name="Faza Fauzan Habibi" userId="f07ce302-fd6c-42d1-b698-f0c587c7e391" providerId="ADAL" clId="{6376A2CB-D03A-4FC6-82DD-BDF867217337}" dt="2026-10-07T07:23:11.791" v="510" actId="27636"/>
          <ac:spMkLst>
            <pc:docMk/>
            <pc:sldMk cId="853209421" sldId="313"/>
            <ac:spMk id="2" creationId="{7F2719A8-690C-0C7A-7F97-FC78B525B4D1}"/>
          </ac:spMkLst>
        </pc:spChg>
        <pc:spChg chg="mod">
          <ac:chgData name="Faza Fauzan Habibi" userId="f07ce302-fd6c-42d1-b698-f0c587c7e391" providerId="ADAL" clId="{6376A2CB-D03A-4FC6-82DD-BDF867217337}" dt="2026-10-07T07:23:18.955" v="511"/>
          <ac:spMkLst>
            <pc:docMk/>
            <pc:sldMk cId="853209421" sldId="313"/>
            <ac:spMk id="3" creationId="{69DFB907-BDFA-F61D-1994-7C5785033568}"/>
          </ac:spMkLst>
        </pc:spChg>
        <pc:spChg chg="mod">
          <ac:chgData name="Faza Fauzan Habibi" userId="f07ce302-fd6c-42d1-b698-f0c587c7e391" providerId="ADAL" clId="{6376A2CB-D03A-4FC6-82DD-BDF867217337}" dt="2026-10-07T07:23:27.615" v="513" actId="27636"/>
          <ac:spMkLst>
            <pc:docMk/>
            <pc:sldMk cId="853209421" sldId="313"/>
            <ac:spMk id="6" creationId="{1AFA57C3-4E8B-289C-34B3-2F4A3791A1CC}"/>
          </ac:spMkLst>
        </pc:spChg>
        <pc:spChg chg="mod">
          <ac:chgData name="Faza Fauzan Habibi" userId="f07ce302-fd6c-42d1-b698-f0c587c7e391" providerId="ADAL" clId="{6376A2CB-D03A-4FC6-82DD-BDF867217337}" dt="2026-10-07T07:23:33.577" v="514"/>
          <ac:spMkLst>
            <pc:docMk/>
            <pc:sldMk cId="853209421" sldId="313"/>
            <ac:spMk id="7" creationId="{CFC23255-84DE-A481-51A1-DD2367763AC7}"/>
          </ac:spMkLst>
        </pc:spChg>
        <pc:spChg chg="mod">
          <ac:chgData name="Faza Fauzan Habibi" userId="f07ce302-fd6c-42d1-b698-f0c587c7e391" providerId="ADAL" clId="{6376A2CB-D03A-4FC6-82DD-BDF867217337}" dt="2026-10-07T07:23:42.385" v="516" actId="27636"/>
          <ac:spMkLst>
            <pc:docMk/>
            <pc:sldMk cId="853209421" sldId="313"/>
            <ac:spMk id="10" creationId="{104E8DF7-EFE2-5B35-C6D7-32FA8784774E}"/>
          </ac:spMkLst>
        </pc:spChg>
        <pc:spChg chg="add del mod">
          <ac:chgData name="Faza Fauzan Habibi" userId="f07ce302-fd6c-42d1-b698-f0c587c7e391" providerId="ADAL" clId="{6376A2CB-D03A-4FC6-82DD-BDF867217337}" dt="2026-10-07T11:01:46.423" v="686" actId="478"/>
          <ac:spMkLst>
            <pc:docMk/>
            <pc:sldMk cId="853209421" sldId="313"/>
            <ac:spMk id="12" creationId="{C05BFF3C-B5E6-4B81-A6D9-5354B6B43E3C}"/>
          </ac:spMkLst>
        </pc:spChg>
      </pc:sldChg>
      <pc:sldChg chg="addSp modSp add mod">
        <pc:chgData name="Faza Fauzan Habibi" userId="f07ce302-fd6c-42d1-b698-f0c587c7e391" providerId="ADAL" clId="{6376A2CB-D03A-4FC6-82DD-BDF867217337}" dt="2026-10-07T11:02:34.041" v="687" actId="22"/>
        <pc:sldMkLst>
          <pc:docMk/>
          <pc:sldMk cId="3856149296" sldId="315"/>
        </pc:sldMkLst>
        <pc:spChg chg="mod">
          <ac:chgData name="Faza Fauzan Habibi" userId="f07ce302-fd6c-42d1-b698-f0c587c7e391" providerId="ADAL" clId="{6376A2CB-D03A-4FC6-82DD-BDF867217337}" dt="2026-10-07T07:24:13.693" v="518"/>
          <ac:spMkLst>
            <pc:docMk/>
            <pc:sldMk cId="3856149296" sldId="315"/>
            <ac:spMk id="2" creationId="{985FADA1-099F-E782-8AFA-8E5A6240D0E2}"/>
          </ac:spMkLst>
        </pc:spChg>
        <pc:spChg chg="mod">
          <ac:chgData name="Faza Fauzan Habibi" userId="f07ce302-fd6c-42d1-b698-f0c587c7e391" providerId="ADAL" clId="{6376A2CB-D03A-4FC6-82DD-BDF867217337}" dt="2026-10-07T07:24:22.484" v="519"/>
          <ac:spMkLst>
            <pc:docMk/>
            <pc:sldMk cId="3856149296" sldId="315"/>
            <ac:spMk id="3" creationId="{8D9ED675-4CCE-7592-C516-A175546A1CB5}"/>
          </ac:spMkLst>
        </pc:spChg>
        <pc:spChg chg="mod">
          <ac:chgData name="Faza Fauzan Habibi" userId="f07ce302-fd6c-42d1-b698-f0c587c7e391" providerId="ADAL" clId="{6376A2CB-D03A-4FC6-82DD-BDF867217337}" dt="2026-10-07T07:24:28.968" v="520"/>
          <ac:spMkLst>
            <pc:docMk/>
            <pc:sldMk cId="3856149296" sldId="315"/>
            <ac:spMk id="6" creationId="{50F49D5C-C627-6C7C-C893-7E2C008DAB2C}"/>
          </ac:spMkLst>
        </pc:spChg>
        <pc:spChg chg="mod">
          <ac:chgData name="Faza Fauzan Habibi" userId="f07ce302-fd6c-42d1-b698-f0c587c7e391" providerId="ADAL" clId="{6376A2CB-D03A-4FC6-82DD-BDF867217337}" dt="2026-10-07T07:24:42.916" v="521"/>
          <ac:spMkLst>
            <pc:docMk/>
            <pc:sldMk cId="3856149296" sldId="315"/>
            <ac:spMk id="10" creationId="{1D62C9E8-0B83-CC19-FD58-0D6A946AF40B}"/>
          </ac:spMkLst>
        </pc:spChg>
        <pc:spChg chg="add">
          <ac:chgData name="Faza Fauzan Habibi" userId="f07ce302-fd6c-42d1-b698-f0c587c7e391" providerId="ADAL" clId="{6376A2CB-D03A-4FC6-82DD-BDF867217337}" dt="2026-10-07T11:02:34.041" v="687" actId="22"/>
          <ac:spMkLst>
            <pc:docMk/>
            <pc:sldMk cId="3856149296" sldId="315"/>
            <ac:spMk id="12" creationId="{1C7F2D85-82E0-8A65-F141-6AE79A041511}"/>
          </ac:spMkLst>
        </pc:spChg>
      </pc:sldChg>
      <pc:sldChg chg="addSp modSp add mod">
        <pc:chgData name="Faza Fauzan Habibi" userId="f07ce302-fd6c-42d1-b698-f0c587c7e391" providerId="ADAL" clId="{6376A2CB-D03A-4FC6-82DD-BDF867217337}" dt="2026-10-07T11:03:05.957" v="695" actId="1076"/>
        <pc:sldMkLst>
          <pc:docMk/>
          <pc:sldMk cId="2214642573" sldId="316"/>
        </pc:sldMkLst>
        <pc:spChg chg="mod">
          <ac:chgData name="Faza Fauzan Habibi" userId="f07ce302-fd6c-42d1-b698-f0c587c7e391" providerId="ADAL" clId="{6376A2CB-D03A-4FC6-82DD-BDF867217337}" dt="2026-10-07T07:24:52.335" v="524" actId="27636"/>
          <ac:spMkLst>
            <pc:docMk/>
            <pc:sldMk cId="2214642573" sldId="316"/>
            <ac:spMk id="2" creationId="{DF054DA4-4CF5-009A-AAD2-4111F29A95A1}"/>
          </ac:spMkLst>
        </pc:spChg>
        <pc:spChg chg="mod">
          <ac:chgData name="Faza Fauzan Habibi" userId="f07ce302-fd6c-42d1-b698-f0c587c7e391" providerId="ADAL" clId="{6376A2CB-D03A-4FC6-82DD-BDF867217337}" dt="2026-10-07T07:24:59.395" v="526" actId="27636"/>
          <ac:spMkLst>
            <pc:docMk/>
            <pc:sldMk cId="2214642573" sldId="316"/>
            <ac:spMk id="3" creationId="{ADBF1B99-16D9-6EF6-0E23-10D3DDBDCC84}"/>
          </ac:spMkLst>
        </pc:spChg>
        <pc:spChg chg="mod">
          <ac:chgData name="Faza Fauzan Habibi" userId="f07ce302-fd6c-42d1-b698-f0c587c7e391" providerId="ADAL" clId="{6376A2CB-D03A-4FC6-82DD-BDF867217337}" dt="2026-10-07T07:25:07.680" v="527"/>
          <ac:spMkLst>
            <pc:docMk/>
            <pc:sldMk cId="2214642573" sldId="316"/>
            <ac:spMk id="6" creationId="{4432160B-3291-CA59-6221-C935CB57ED38}"/>
          </ac:spMkLst>
        </pc:spChg>
        <pc:spChg chg="mod">
          <ac:chgData name="Faza Fauzan Habibi" userId="f07ce302-fd6c-42d1-b698-f0c587c7e391" providerId="ADAL" clId="{6376A2CB-D03A-4FC6-82DD-BDF867217337}" dt="2026-10-07T07:25:14.791" v="529" actId="27636"/>
          <ac:spMkLst>
            <pc:docMk/>
            <pc:sldMk cId="2214642573" sldId="316"/>
            <ac:spMk id="7" creationId="{F6E5B084-4504-BD80-B850-75A7963A0E75}"/>
          </ac:spMkLst>
        </pc:spChg>
        <pc:spChg chg="mod">
          <ac:chgData name="Faza Fauzan Habibi" userId="f07ce302-fd6c-42d1-b698-f0c587c7e391" providerId="ADAL" clId="{6376A2CB-D03A-4FC6-82DD-BDF867217337}" dt="2026-10-07T07:25:21.844" v="530"/>
          <ac:spMkLst>
            <pc:docMk/>
            <pc:sldMk cId="2214642573" sldId="316"/>
            <ac:spMk id="10" creationId="{DF3D0EE2-14F4-DA19-59E9-C0C64D6F0668}"/>
          </ac:spMkLst>
        </pc:spChg>
        <pc:spChg chg="add mod">
          <ac:chgData name="Faza Fauzan Habibi" userId="f07ce302-fd6c-42d1-b698-f0c587c7e391" providerId="ADAL" clId="{6376A2CB-D03A-4FC6-82DD-BDF867217337}" dt="2026-10-07T11:03:05.957" v="695" actId="1076"/>
          <ac:spMkLst>
            <pc:docMk/>
            <pc:sldMk cId="2214642573" sldId="316"/>
            <ac:spMk id="12" creationId="{50EC9AFE-E9B2-F0FA-5FC0-89DFAAC6A984}"/>
          </ac:spMkLst>
        </pc:spChg>
      </pc:sldChg>
      <pc:sldChg chg="modSp add mod">
        <pc:chgData name="Faza Fauzan Habibi" userId="f07ce302-fd6c-42d1-b698-f0c587c7e391" providerId="ADAL" clId="{6376A2CB-D03A-4FC6-82DD-BDF867217337}" dt="2026-10-07T07:26:10.033" v="538"/>
        <pc:sldMkLst>
          <pc:docMk/>
          <pc:sldMk cId="1847567440" sldId="317"/>
        </pc:sldMkLst>
        <pc:spChg chg="mod">
          <ac:chgData name="Faza Fauzan Habibi" userId="f07ce302-fd6c-42d1-b698-f0c587c7e391" providerId="ADAL" clId="{6376A2CB-D03A-4FC6-82DD-BDF867217337}" dt="2026-10-07T07:25:31.063" v="532"/>
          <ac:spMkLst>
            <pc:docMk/>
            <pc:sldMk cId="1847567440" sldId="317"/>
            <ac:spMk id="2" creationId="{3DCA7780-C446-E328-4BC3-2589E68BFAD4}"/>
          </ac:spMkLst>
        </pc:spChg>
        <pc:spChg chg="mod">
          <ac:chgData name="Faza Fauzan Habibi" userId="f07ce302-fd6c-42d1-b698-f0c587c7e391" providerId="ADAL" clId="{6376A2CB-D03A-4FC6-82DD-BDF867217337}" dt="2026-10-07T07:25:49.349" v="534" actId="27636"/>
          <ac:spMkLst>
            <pc:docMk/>
            <pc:sldMk cId="1847567440" sldId="317"/>
            <ac:spMk id="3" creationId="{9125C6C0-FF94-235D-77E7-C89084229154}"/>
          </ac:spMkLst>
        </pc:spChg>
        <pc:spChg chg="mod">
          <ac:chgData name="Faza Fauzan Habibi" userId="f07ce302-fd6c-42d1-b698-f0c587c7e391" providerId="ADAL" clId="{6376A2CB-D03A-4FC6-82DD-BDF867217337}" dt="2026-10-07T07:25:56.371" v="535"/>
          <ac:spMkLst>
            <pc:docMk/>
            <pc:sldMk cId="1847567440" sldId="317"/>
            <ac:spMk id="6" creationId="{76BC1CCD-74E4-36F9-F895-1A4129B164EC}"/>
          </ac:spMkLst>
        </pc:spChg>
        <pc:spChg chg="mod">
          <ac:chgData name="Faza Fauzan Habibi" userId="f07ce302-fd6c-42d1-b698-f0c587c7e391" providerId="ADAL" clId="{6376A2CB-D03A-4FC6-82DD-BDF867217337}" dt="2026-10-07T07:26:03.233" v="537" actId="27636"/>
          <ac:spMkLst>
            <pc:docMk/>
            <pc:sldMk cId="1847567440" sldId="317"/>
            <ac:spMk id="7" creationId="{9F7F8E6B-346A-8BBE-C986-E0EB59F853E3}"/>
          </ac:spMkLst>
        </pc:spChg>
        <pc:spChg chg="mod">
          <ac:chgData name="Faza Fauzan Habibi" userId="f07ce302-fd6c-42d1-b698-f0c587c7e391" providerId="ADAL" clId="{6376A2CB-D03A-4FC6-82DD-BDF867217337}" dt="2026-10-07T07:26:10.033" v="538"/>
          <ac:spMkLst>
            <pc:docMk/>
            <pc:sldMk cId="1847567440" sldId="317"/>
            <ac:spMk id="10" creationId="{D0E5D592-4A08-884A-53DD-B1304B87BF49}"/>
          </ac:spMkLst>
        </pc:spChg>
      </pc:sldChg>
      <pc:sldChg chg="modSp add mod">
        <pc:chgData name="Faza Fauzan Habibi" userId="f07ce302-fd6c-42d1-b698-f0c587c7e391" providerId="ADAL" clId="{6376A2CB-D03A-4FC6-82DD-BDF867217337}" dt="2026-10-07T07:26:58.391" v="547"/>
        <pc:sldMkLst>
          <pc:docMk/>
          <pc:sldMk cId="51521139" sldId="319"/>
        </pc:sldMkLst>
        <pc:spChg chg="mod">
          <ac:chgData name="Faza Fauzan Habibi" userId="f07ce302-fd6c-42d1-b698-f0c587c7e391" providerId="ADAL" clId="{6376A2CB-D03A-4FC6-82DD-BDF867217337}" dt="2026-10-07T07:26:19.568" v="541" actId="27636"/>
          <ac:spMkLst>
            <pc:docMk/>
            <pc:sldMk cId="51521139" sldId="319"/>
            <ac:spMk id="2" creationId="{4F73F4C5-F293-A07C-65BE-C8DA4297A2E4}"/>
          </ac:spMkLst>
        </pc:spChg>
        <pc:spChg chg="mod">
          <ac:chgData name="Faza Fauzan Habibi" userId="f07ce302-fd6c-42d1-b698-f0c587c7e391" providerId="ADAL" clId="{6376A2CB-D03A-4FC6-82DD-BDF867217337}" dt="2026-10-07T07:26:37.467" v="543" actId="27636"/>
          <ac:spMkLst>
            <pc:docMk/>
            <pc:sldMk cId="51521139" sldId="319"/>
            <ac:spMk id="3" creationId="{98A40012-D4B1-56A8-F639-ECFA18FF30DF}"/>
          </ac:spMkLst>
        </pc:spChg>
        <pc:spChg chg="mod">
          <ac:chgData name="Faza Fauzan Habibi" userId="f07ce302-fd6c-42d1-b698-f0c587c7e391" providerId="ADAL" clId="{6376A2CB-D03A-4FC6-82DD-BDF867217337}" dt="2026-10-07T07:26:43.940" v="545" actId="27636"/>
          <ac:spMkLst>
            <pc:docMk/>
            <pc:sldMk cId="51521139" sldId="319"/>
            <ac:spMk id="6" creationId="{24F8189F-6194-3AC5-DE39-2C1D28E4871C}"/>
          </ac:spMkLst>
        </pc:spChg>
        <pc:spChg chg="mod">
          <ac:chgData name="Faza Fauzan Habibi" userId="f07ce302-fd6c-42d1-b698-f0c587c7e391" providerId="ADAL" clId="{6376A2CB-D03A-4FC6-82DD-BDF867217337}" dt="2026-10-07T07:26:52.180" v="546"/>
          <ac:spMkLst>
            <pc:docMk/>
            <pc:sldMk cId="51521139" sldId="319"/>
            <ac:spMk id="7" creationId="{F135F7AF-6183-CD05-910B-4C54BDA58840}"/>
          </ac:spMkLst>
        </pc:spChg>
        <pc:spChg chg="mod">
          <ac:chgData name="Faza Fauzan Habibi" userId="f07ce302-fd6c-42d1-b698-f0c587c7e391" providerId="ADAL" clId="{6376A2CB-D03A-4FC6-82DD-BDF867217337}" dt="2026-10-07T07:26:58.391" v="547"/>
          <ac:spMkLst>
            <pc:docMk/>
            <pc:sldMk cId="51521139" sldId="319"/>
            <ac:spMk id="10" creationId="{82722565-9AEC-4CD8-3075-C93F6F4BCBCB}"/>
          </ac:spMkLst>
        </pc:spChg>
      </pc:sldChg>
      <pc:sldChg chg="modSp add mod">
        <pc:chgData name="Faza Fauzan Habibi" userId="f07ce302-fd6c-42d1-b698-f0c587c7e391" providerId="ADAL" clId="{6376A2CB-D03A-4FC6-82DD-BDF867217337}" dt="2026-10-07T07:28:07.192" v="555"/>
        <pc:sldMkLst>
          <pc:docMk/>
          <pc:sldMk cId="4093684173" sldId="320"/>
        </pc:sldMkLst>
        <pc:spChg chg="mod">
          <ac:chgData name="Faza Fauzan Habibi" userId="f07ce302-fd6c-42d1-b698-f0c587c7e391" providerId="ADAL" clId="{6376A2CB-D03A-4FC6-82DD-BDF867217337}" dt="2026-10-07T07:27:22.051" v="550" actId="27636"/>
          <ac:spMkLst>
            <pc:docMk/>
            <pc:sldMk cId="4093684173" sldId="320"/>
            <ac:spMk id="2" creationId="{C93CA502-62A7-502B-7926-C3D1D1C70665}"/>
          </ac:spMkLst>
        </pc:spChg>
        <pc:spChg chg="mod">
          <ac:chgData name="Faza Fauzan Habibi" userId="f07ce302-fd6c-42d1-b698-f0c587c7e391" providerId="ADAL" clId="{6376A2CB-D03A-4FC6-82DD-BDF867217337}" dt="2026-10-07T07:27:30.210" v="551"/>
          <ac:spMkLst>
            <pc:docMk/>
            <pc:sldMk cId="4093684173" sldId="320"/>
            <ac:spMk id="3" creationId="{C82A80FB-1EB9-AB1D-713A-CF031D80D0D5}"/>
          </ac:spMkLst>
        </pc:spChg>
        <pc:spChg chg="mod">
          <ac:chgData name="Faza Fauzan Habibi" userId="f07ce302-fd6c-42d1-b698-f0c587c7e391" providerId="ADAL" clId="{6376A2CB-D03A-4FC6-82DD-BDF867217337}" dt="2026-10-07T07:27:39.861" v="553" actId="27636"/>
          <ac:spMkLst>
            <pc:docMk/>
            <pc:sldMk cId="4093684173" sldId="320"/>
            <ac:spMk id="6" creationId="{6F850F2F-D655-B116-989B-C62CB7E916F9}"/>
          </ac:spMkLst>
        </pc:spChg>
        <pc:spChg chg="mod">
          <ac:chgData name="Faza Fauzan Habibi" userId="f07ce302-fd6c-42d1-b698-f0c587c7e391" providerId="ADAL" clId="{6376A2CB-D03A-4FC6-82DD-BDF867217337}" dt="2026-10-07T07:27:45.919" v="554"/>
          <ac:spMkLst>
            <pc:docMk/>
            <pc:sldMk cId="4093684173" sldId="320"/>
            <ac:spMk id="7" creationId="{D28854DC-57CC-BEC6-C9D2-FE70644C8BFA}"/>
          </ac:spMkLst>
        </pc:spChg>
        <pc:spChg chg="mod">
          <ac:chgData name="Faza Fauzan Habibi" userId="f07ce302-fd6c-42d1-b698-f0c587c7e391" providerId="ADAL" clId="{6376A2CB-D03A-4FC6-82DD-BDF867217337}" dt="2026-10-07T07:28:07.192" v="555"/>
          <ac:spMkLst>
            <pc:docMk/>
            <pc:sldMk cId="4093684173" sldId="320"/>
            <ac:spMk id="10" creationId="{02FA7E43-9238-0629-1D0C-CB8E6B00F87A}"/>
          </ac:spMkLst>
        </pc:spChg>
      </pc:sldChg>
      <pc:sldChg chg="add">
        <pc:chgData name="Faza Fauzan Habibi" userId="f07ce302-fd6c-42d1-b698-f0c587c7e391" providerId="ADAL" clId="{6376A2CB-D03A-4FC6-82DD-BDF867217337}" dt="2026-10-07T07:28:11.133" v="556"/>
        <pc:sldMkLst>
          <pc:docMk/>
          <pc:sldMk cId="3505765203" sldId="322"/>
        </pc:sldMkLst>
      </pc:sldChg>
      <pc:sldChg chg="modSp mod">
        <pc:chgData name="Faza Fauzan Habibi" userId="f07ce302-fd6c-42d1-b698-f0c587c7e391" providerId="ADAL" clId="{6376A2CB-D03A-4FC6-82DD-BDF867217337}" dt="2026-10-07T07:28:50.716" v="563"/>
        <pc:sldMkLst>
          <pc:docMk/>
          <pc:sldMk cId="3505765203" sldId="323"/>
        </pc:sldMkLst>
        <pc:spChg chg="mod">
          <ac:chgData name="Faza Fauzan Habibi" userId="f07ce302-fd6c-42d1-b698-f0c587c7e391" providerId="ADAL" clId="{6376A2CB-D03A-4FC6-82DD-BDF867217337}" dt="2026-10-07T07:28:21.010" v="558" actId="27636"/>
          <ac:spMkLst>
            <pc:docMk/>
            <pc:sldMk cId="3505765203" sldId="323"/>
            <ac:spMk id="2" creationId="{DCB4085A-6973-1EDF-4CEF-F5C3CB8A9147}"/>
          </ac:spMkLst>
        </pc:spChg>
        <pc:spChg chg="mod">
          <ac:chgData name="Faza Fauzan Habibi" userId="f07ce302-fd6c-42d1-b698-f0c587c7e391" providerId="ADAL" clId="{6376A2CB-D03A-4FC6-82DD-BDF867217337}" dt="2026-10-07T07:28:28.890" v="560" actId="27636"/>
          <ac:spMkLst>
            <pc:docMk/>
            <pc:sldMk cId="3505765203" sldId="323"/>
            <ac:spMk id="3" creationId="{A7DB7122-5666-ECCC-3686-ACF6FFFEE8FA}"/>
          </ac:spMkLst>
        </pc:spChg>
        <pc:spChg chg="mod">
          <ac:chgData name="Faza Fauzan Habibi" userId="f07ce302-fd6c-42d1-b698-f0c587c7e391" providerId="ADAL" clId="{6376A2CB-D03A-4FC6-82DD-BDF867217337}" dt="2026-10-07T07:28:36.290" v="561"/>
          <ac:spMkLst>
            <pc:docMk/>
            <pc:sldMk cId="3505765203" sldId="323"/>
            <ac:spMk id="6" creationId="{1BF3115D-7D7B-4243-79A9-D743A866260B}"/>
          </ac:spMkLst>
        </pc:spChg>
        <pc:spChg chg="mod">
          <ac:chgData name="Faza Fauzan Habibi" userId="f07ce302-fd6c-42d1-b698-f0c587c7e391" providerId="ADAL" clId="{6376A2CB-D03A-4FC6-82DD-BDF867217337}" dt="2026-10-07T07:28:43.164" v="562"/>
          <ac:spMkLst>
            <pc:docMk/>
            <pc:sldMk cId="3505765203" sldId="323"/>
            <ac:spMk id="7" creationId="{00B92A34-3F7C-C414-D45A-8D426CEA9144}"/>
          </ac:spMkLst>
        </pc:spChg>
        <pc:spChg chg="mod">
          <ac:chgData name="Faza Fauzan Habibi" userId="f07ce302-fd6c-42d1-b698-f0c587c7e391" providerId="ADAL" clId="{6376A2CB-D03A-4FC6-82DD-BDF867217337}" dt="2026-10-07T07:28:50.716" v="563"/>
          <ac:spMkLst>
            <pc:docMk/>
            <pc:sldMk cId="3505765203" sldId="323"/>
            <ac:spMk id="10" creationId="{04FCCBBD-EF97-EE03-3EF4-B86CDB8538BD}"/>
          </ac:spMkLst>
        </pc:spChg>
      </pc:sldChg>
      <pc:sldChg chg="modSp add">
        <pc:chgData name="Faza Fauzan Habibi" userId="f07ce302-fd6c-42d1-b698-f0c587c7e391" providerId="ADAL" clId="{6376A2CB-D03A-4FC6-82DD-BDF867217337}" dt="2026-10-07T07:29:31.553" v="569"/>
        <pc:sldMkLst>
          <pc:docMk/>
          <pc:sldMk cId="1646470580" sldId="324"/>
        </pc:sldMkLst>
        <pc:spChg chg="mod">
          <ac:chgData name="Faza Fauzan Habibi" userId="f07ce302-fd6c-42d1-b698-f0c587c7e391" providerId="ADAL" clId="{6376A2CB-D03A-4FC6-82DD-BDF867217337}" dt="2026-10-07T07:29:03.963" v="565"/>
          <ac:spMkLst>
            <pc:docMk/>
            <pc:sldMk cId="1646470580" sldId="324"/>
            <ac:spMk id="2" creationId="{DCF5CE8F-E757-F2BA-BA05-000895D3FAD5}"/>
          </ac:spMkLst>
        </pc:spChg>
        <pc:spChg chg="mod">
          <ac:chgData name="Faza Fauzan Habibi" userId="f07ce302-fd6c-42d1-b698-f0c587c7e391" providerId="ADAL" clId="{6376A2CB-D03A-4FC6-82DD-BDF867217337}" dt="2026-10-07T07:29:11.917" v="566"/>
          <ac:spMkLst>
            <pc:docMk/>
            <pc:sldMk cId="1646470580" sldId="324"/>
            <ac:spMk id="3" creationId="{D9FAEDE6-D559-9B75-B0BC-0A8909212271}"/>
          </ac:spMkLst>
        </pc:spChg>
        <pc:spChg chg="mod">
          <ac:chgData name="Faza Fauzan Habibi" userId="f07ce302-fd6c-42d1-b698-f0c587c7e391" providerId="ADAL" clId="{6376A2CB-D03A-4FC6-82DD-BDF867217337}" dt="2026-10-07T07:29:18.140" v="567"/>
          <ac:spMkLst>
            <pc:docMk/>
            <pc:sldMk cId="1646470580" sldId="324"/>
            <ac:spMk id="6" creationId="{25A45095-A885-E6A4-B248-1230C1D3C0ED}"/>
          </ac:spMkLst>
        </pc:spChg>
        <pc:spChg chg="mod">
          <ac:chgData name="Faza Fauzan Habibi" userId="f07ce302-fd6c-42d1-b698-f0c587c7e391" providerId="ADAL" clId="{6376A2CB-D03A-4FC6-82DD-BDF867217337}" dt="2026-10-07T07:29:24.734" v="568"/>
          <ac:spMkLst>
            <pc:docMk/>
            <pc:sldMk cId="1646470580" sldId="324"/>
            <ac:spMk id="7" creationId="{91920B57-662A-70F1-0B87-89C817AEBB6D}"/>
          </ac:spMkLst>
        </pc:spChg>
        <pc:spChg chg="mod">
          <ac:chgData name="Faza Fauzan Habibi" userId="f07ce302-fd6c-42d1-b698-f0c587c7e391" providerId="ADAL" clId="{6376A2CB-D03A-4FC6-82DD-BDF867217337}" dt="2026-10-07T07:29:31.553" v="569"/>
          <ac:spMkLst>
            <pc:docMk/>
            <pc:sldMk cId="1646470580" sldId="324"/>
            <ac:spMk id="10" creationId="{61BAB6F6-A019-99AC-E6C6-331EBEB281A5}"/>
          </ac:spMkLst>
        </pc:spChg>
      </pc:sldChg>
      <pc:sldChg chg="modSp add mod">
        <pc:chgData name="Faza Fauzan Habibi" userId="f07ce302-fd6c-42d1-b698-f0c587c7e391" providerId="ADAL" clId="{6376A2CB-D03A-4FC6-82DD-BDF867217337}" dt="2026-10-07T07:30:10.537" v="576"/>
        <pc:sldMkLst>
          <pc:docMk/>
          <pc:sldMk cId="469284220" sldId="326"/>
        </pc:sldMkLst>
        <pc:spChg chg="mod">
          <ac:chgData name="Faza Fauzan Habibi" userId="f07ce302-fd6c-42d1-b698-f0c587c7e391" providerId="ADAL" clId="{6376A2CB-D03A-4FC6-82DD-BDF867217337}" dt="2026-10-07T07:29:42.160" v="572" actId="27636"/>
          <ac:spMkLst>
            <pc:docMk/>
            <pc:sldMk cId="469284220" sldId="326"/>
            <ac:spMk id="2" creationId="{A749A1BC-499C-FB36-1FA3-FE4F90B77182}"/>
          </ac:spMkLst>
        </pc:spChg>
        <pc:spChg chg="mod">
          <ac:chgData name="Faza Fauzan Habibi" userId="f07ce302-fd6c-42d1-b698-f0c587c7e391" providerId="ADAL" clId="{6376A2CB-D03A-4FC6-82DD-BDF867217337}" dt="2026-10-07T07:29:50.864" v="573"/>
          <ac:spMkLst>
            <pc:docMk/>
            <pc:sldMk cId="469284220" sldId="326"/>
            <ac:spMk id="3" creationId="{E6093C6A-E613-8DD4-69EE-72F0DAE6769F}"/>
          </ac:spMkLst>
        </pc:spChg>
        <pc:spChg chg="mod">
          <ac:chgData name="Faza Fauzan Habibi" userId="f07ce302-fd6c-42d1-b698-f0c587c7e391" providerId="ADAL" clId="{6376A2CB-D03A-4FC6-82DD-BDF867217337}" dt="2026-10-07T07:29:57.523" v="574"/>
          <ac:spMkLst>
            <pc:docMk/>
            <pc:sldMk cId="469284220" sldId="326"/>
            <ac:spMk id="6" creationId="{0F33A36F-1342-7195-FCB9-961C922E315D}"/>
          </ac:spMkLst>
        </pc:spChg>
        <pc:spChg chg="mod">
          <ac:chgData name="Faza Fauzan Habibi" userId="f07ce302-fd6c-42d1-b698-f0c587c7e391" providerId="ADAL" clId="{6376A2CB-D03A-4FC6-82DD-BDF867217337}" dt="2026-10-07T07:30:03.641" v="575"/>
          <ac:spMkLst>
            <pc:docMk/>
            <pc:sldMk cId="469284220" sldId="326"/>
            <ac:spMk id="7" creationId="{DADF2875-0A04-C98B-DAAB-E0061E009DFD}"/>
          </ac:spMkLst>
        </pc:spChg>
        <pc:spChg chg="mod">
          <ac:chgData name="Faza Fauzan Habibi" userId="f07ce302-fd6c-42d1-b698-f0c587c7e391" providerId="ADAL" clId="{6376A2CB-D03A-4FC6-82DD-BDF867217337}" dt="2026-10-07T07:30:10.537" v="576"/>
          <ac:spMkLst>
            <pc:docMk/>
            <pc:sldMk cId="469284220" sldId="326"/>
            <ac:spMk id="10" creationId="{21FFA24B-3531-52F7-696C-D0CC618BB975}"/>
          </ac:spMkLst>
        </pc:spChg>
      </pc:sldChg>
      <pc:sldChg chg="modSp add mod">
        <pc:chgData name="Faza Fauzan Habibi" userId="f07ce302-fd6c-42d1-b698-f0c587c7e391" providerId="ADAL" clId="{6376A2CB-D03A-4FC6-82DD-BDF867217337}" dt="2026-10-07T07:30:52.260" v="583"/>
        <pc:sldMkLst>
          <pc:docMk/>
          <pc:sldMk cId="1111160440" sldId="327"/>
        </pc:sldMkLst>
        <pc:spChg chg="mod">
          <ac:chgData name="Faza Fauzan Habibi" userId="f07ce302-fd6c-42d1-b698-f0c587c7e391" providerId="ADAL" clId="{6376A2CB-D03A-4FC6-82DD-BDF867217337}" dt="2026-10-07T07:30:23.263" v="579" actId="27636"/>
          <ac:spMkLst>
            <pc:docMk/>
            <pc:sldMk cId="1111160440" sldId="327"/>
            <ac:spMk id="2" creationId="{F2BE975A-8A64-C60A-33D6-3375D2CD0505}"/>
          </ac:spMkLst>
        </pc:spChg>
        <pc:spChg chg="mod">
          <ac:chgData name="Faza Fauzan Habibi" userId="f07ce302-fd6c-42d1-b698-f0c587c7e391" providerId="ADAL" clId="{6376A2CB-D03A-4FC6-82DD-BDF867217337}" dt="2026-10-07T07:30:30.608" v="580"/>
          <ac:spMkLst>
            <pc:docMk/>
            <pc:sldMk cId="1111160440" sldId="327"/>
            <ac:spMk id="3" creationId="{EB3D09C4-83FD-6B6D-D35E-167F06E0C065}"/>
          </ac:spMkLst>
        </pc:spChg>
        <pc:spChg chg="mod">
          <ac:chgData name="Faza Fauzan Habibi" userId="f07ce302-fd6c-42d1-b698-f0c587c7e391" providerId="ADAL" clId="{6376A2CB-D03A-4FC6-82DD-BDF867217337}" dt="2026-10-07T07:30:36.997" v="581"/>
          <ac:spMkLst>
            <pc:docMk/>
            <pc:sldMk cId="1111160440" sldId="327"/>
            <ac:spMk id="6" creationId="{CD84C51C-8374-3189-EE1F-CE174679D08A}"/>
          </ac:spMkLst>
        </pc:spChg>
        <pc:spChg chg="mod">
          <ac:chgData name="Faza Fauzan Habibi" userId="f07ce302-fd6c-42d1-b698-f0c587c7e391" providerId="ADAL" clId="{6376A2CB-D03A-4FC6-82DD-BDF867217337}" dt="2026-10-07T07:30:45.656" v="582"/>
          <ac:spMkLst>
            <pc:docMk/>
            <pc:sldMk cId="1111160440" sldId="327"/>
            <ac:spMk id="7" creationId="{CB7D709B-0008-5E90-E2C4-7D2402D63FF6}"/>
          </ac:spMkLst>
        </pc:spChg>
        <pc:spChg chg="mod">
          <ac:chgData name="Faza Fauzan Habibi" userId="f07ce302-fd6c-42d1-b698-f0c587c7e391" providerId="ADAL" clId="{6376A2CB-D03A-4FC6-82DD-BDF867217337}" dt="2026-10-07T07:30:52.260" v="583"/>
          <ac:spMkLst>
            <pc:docMk/>
            <pc:sldMk cId="1111160440" sldId="327"/>
            <ac:spMk id="10" creationId="{6396FF55-BEBD-52D7-7093-F94C6660C4E3}"/>
          </ac:spMkLst>
        </pc:spChg>
      </pc:sldChg>
      <pc:sldChg chg="modSp add mod">
        <pc:chgData name="Faza Fauzan Habibi" userId="f07ce302-fd6c-42d1-b698-f0c587c7e391" providerId="ADAL" clId="{6376A2CB-D03A-4FC6-82DD-BDF867217337}" dt="2026-10-07T07:31:28.270" v="590"/>
        <pc:sldMkLst>
          <pc:docMk/>
          <pc:sldMk cId="3503478530" sldId="328"/>
        </pc:sldMkLst>
        <pc:spChg chg="mod">
          <ac:chgData name="Faza Fauzan Habibi" userId="f07ce302-fd6c-42d1-b698-f0c587c7e391" providerId="ADAL" clId="{6376A2CB-D03A-4FC6-82DD-BDF867217337}" dt="2026-10-07T07:31:02.162" v="586" actId="27636"/>
          <ac:spMkLst>
            <pc:docMk/>
            <pc:sldMk cId="3503478530" sldId="328"/>
            <ac:spMk id="2" creationId="{2FB8BD9C-AFC6-32D7-20CA-DF416E5A3312}"/>
          </ac:spMkLst>
        </pc:spChg>
        <pc:spChg chg="mod">
          <ac:chgData name="Faza Fauzan Habibi" userId="f07ce302-fd6c-42d1-b698-f0c587c7e391" providerId="ADAL" clId="{6376A2CB-D03A-4FC6-82DD-BDF867217337}" dt="2026-10-07T07:31:09.170" v="587"/>
          <ac:spMkLst>
            <pc:docMk/>
            <pc:sldMk cId="3503478530" sldId="328"/>
            <ac:spMk id="3" creationId="{B53E5591-F0BE-67E3-3D32-0683C7CABDC9}"/>
          </ac:spMkLst>
        </pc:spChg>
        <pc:spChg chg="mod">
          <ac:chgData name="Faza Fauzan Habibi" userId="f07ce302-fd6c-42d1-b698-f0c587c7e391" providerId="ADAL" clId="{6376A2CB-D03A-4FC6-82DD-BDF867217337}" dt="2026-10-07T07:31:15.071" v="588"/>
          <ac:spMkLst>
            <pc:docMk/>
            <pc:sldMk cId="3503478530" sldId="328"/>
            <ac:spMk id="6" creationId="{3473101B-ACE5-EC21-DBFD-CBFD2CC73E3A}"/>
          </ac:spMkLst>
        </pc:spChg>
        <pc:spChg chg="mod">
          <ac:chgData name="Faza Fauzan Habibi" userId="f07ce302-fd6c-42d1-b698-f0c587c7e391" providerId="ADAL" clId="{6376A2CB-D03A-4FC6-82DD-BDF867217337}" dt="2026-10-07T07:31:21.996" v="589"/>
          <ac:spMkLst>
            <pc:docMk/>
            <pc:sldMk cId="3503478530" sldId="328"/>
            <ac:spMk id="7" creationId="{D60A44F4-BF13-6512-F773-46CBE694E5C6}"/>
          </ac:spMkLst>
        </pc:spChg>
        <pc:spChg chg="mod">
          <ac:chgData name="Faza Fauzan Habibi" userId="f07ce302-fd6c-42d1-b698-f0c587c7e391" providerId="ADAL" clId="{6376A2CB-D03A-4FC6-82DD-BDF867217337}" dt="2026-10-07T07:31:28.270" v="590"/>
          <ac:spMkLst>
            <pc:docMk/>
            <pc:sldMk cId="3503478530" sldId="328"/>
            <ac:spMk id="10" creationId="{5FE758BB-56FF-F8AD-4589-2CAB567A1EA5}"/>
          </ac:spMkLst>
        </pc:spChg>
      </pc:sldChg>
      <pc:sldChg chg="add">
        <pc:chgData name="Faza Fauzan Habibi" userId="f07ce302-fd6c-42d1-b698-f0c587c7e391" providerId="ADAL" clId="{6376A2CB-D03A-4FC6-82DD-BDF867217337}" dt="2026-10-07T07:31:38.094" v="591"/>
        <pc:sldMkLst>
          <pc:docMk/>
          <pc:sldMk cId="1183910359" sldId="329"/>
        </pc:sldMkLst>
      </pc:sldChg>
      <pc:sldChg chg="addSp modSp add mod">
        <pc:chgData name="Faza Fauzan Habibi" userId="f07ce302-fd6c-42d1-b698-f0c587c7e391" providerId="ADAL" clId="{6376A2CB-D03A-4FC6-82DD-BDF867217337}" dt="2026-10-07T10:46:24.728" v="598" actId="208"/>
        <pc:sldMkLst>
          <pc:docMk/>
          <pc:sldMk cId="3065091680" sldId="330"/>
        </pc:sldMkLst>
        <pc:spChg chg="add mod">
          <ac:chgData name="Faza Fauzan Habibi" userId="f07ce302-fd6c-42d1-b698-f0c587c7e391" providerId="ADAL" clId="{6376A2CB-D03A-4FC6-82DD-BDF867217337}" dt="2026-10-07T10:46:24.728" v="598" actId="208"/>
          <ac:spMkLst>
            <pc:docMk/>
            <pc:sldMk cId="3065091680" sldId="330"/>
            <ac:spMk id="11" creationId="{37B49431-C021-A588-9BBB-BA5DC57A0FDE}"/>
          </ac:spMkLst>
        </pc:spChg>
      </pc:sldChg>
      <pc:sldChg chg="addSp modSp add mod">
        <pc:chgData name="Faza Fauzan Habibi" userId="f07ce302-fd6c-42d1-b698-f0c587c7e391" providerId="ADAL" clId="{6376A2CB-D03A-4FC6-82DD-BDF867217337}" dt="2026-10-07T10:47:20.909" v="604" actId="14100"/>
        <pc:sldMkLst>
          <pc:docMk/>
          <pc:sldMk cId="1321584422" sldId="331"/>
        </pc:sldMkLst>
        <pc:spChg chg="add mod">
          <ac:chgData name="Faza Fauzan Habibi" userId="f07ce302-fd6c-42d1-b698-f0c587c7e391" providerId="ADAL" clId="{6376A2CB-D03A-4FC6-82DD-BDF867217337}" dt="2026-10-07T10:47:20.909" v="604" actId="14100"/>
          <ac:spMkLst>
            <pc:docMk/>
            <pc:sldMk cId="1321584422" sldId="331"/>
            <ac:spMk id="12" creationId="{42D0BD8A-49CF-DB3E-7FBD-3E11AEF6D5E9}"/>
          </ac:spMkLst>
        </pc:spChg>
      </pc:sldChg>
      <pc:sldChg chg="add del">
        <pc:chgData name="Faza Fauzan Habibi" userId="f07ce302-fd6c-42d1-b698-f0c587c7e391" providerId="ADAL" clId="{6376A2CB-D03A-4FC6-82DD-BDF867217337}" dt="2026-10-07T10:47:07.929" v="601"/>
        <pc:sldMkLst>
          <pc:docMk/>
          <pc:sldMk cId="1616952092" sldId="332"/>
        </pc:sldMkLst>
      </pc:sldChg>
      <pc:sldChg chg="modSp add mod">
        <pc:chgData name="Faza Fauzan Habibi" userId="f07ce302-fd6c-42d1-b698-f0c587c7e391" providerId="ADAL" clId="{6376A2CB-D03A-4FC6-82DD-BDF867217337}" dt="2026-10-07T10:48:05.409" v="608" actId="1076"/>
        <pc:sldMkLst>
          <pc:docMk/>
          <pc:sldMk cId="3502520059" sldId="332"/>
        </pc:sldMkLst>
        <pc:spChg chg="mod">
          <ac:chgData name="Faza Fauzan Habibi" userId="f07ce302-fd6c-42d1-b698-f0c587c7e391" providerId="ADAL" clId="{6376A2CB-D03A-4FC6-82DD-BDF867217337}" dt="2026-10-07T10:48:05.409" v="608" actId="1076"/>
          <ac:spMkLst>
            <pc:docMk/>
            <pc:sldMk cId="3502520059" sldId="332"/>
            <ac:spMk id="15" creationId="{84A7B4C3-086A-F804-A00D-CDD0FE1CEEED}"/>
          </ac:spMkLst>
        </pc:spChg>
      </pc:sldChg>
      <pc:sldChg chg="add">
        <pc:chgData name="Faza Fauzan Habibi" userId="f07ce302-fd6c-42d1-b698-f0c587c7e391" providerId="ADAL" clId="{6376A2CB-D03A-4FC6-82DD-BDF867217337}" dt="2026-10-07T10:49:03.579" v="616"/>
        <pc:sldMkLst>
          <pc:docMk/>
          <pc:sldMk cId="1621655377" sldId="333"/>
        </pc:sldMkLst>
      </pc:sldChg>
      <pc:sldChg chg="add del">
        <pc:chgData name="Faza Fauzan Habibi" userId="f07ce302-fd6c-42d1-b698-f0c587c7e391" providerId="ADAL" clId="{6376A2CB-D03A-4FC6-82DD-BDF867217337}" dt="2026-10-07T10:48:17.684" v="610"/>
        <pc:sldMkLst>
          <pc:docMk/>
          <pc:sldMk cId="4230422133" sldId="333"/>
        </pc:sldMkLst>
      </pc:sldChg>
      <pc:sldChg chg="add">
        <pc:chgData name="Faza Fauzan Habibi" userId="f07ce302-fd6c-42d1-b698-f0c587c7e391" providerId="ADAL" clId="{6376A2CB-D03A-4FC6-82DD-BDF867217337}" dt="2026-10-07T10:50:20.441" v="619"/>
        <pc:sldMkLst>
          <pc:docMk/>
          <pc:sldMk cId="66490293" sldId="334"/>
        </pc:sldMkLst>
      </pc:sldChg>
      <pc:sldChg chg="add">
        <pc:chgData name="Faza Fauzan Habibi" userId="f07ce302-fd6c-42d1-b698-f0c587c7e391" providerId="ADAL" clId="{6376A2CB-D03A-4FC6-82DD-BDF867217337}" dt="2026-10-07T10:51:00.874" v="623" actId="2890"/>
        <pc:sldMkLst>
          <pc:docMk/>
          <pc:sldMk cId="1163894080" sldId="335"/>
        </pc:sldMkLst>
      </pc:sldChg>
      <pc:sldChg chg="add del">
        <pc:chgData name="Faza Fauzan Habibi" userId="f07ce302-fd6c-42d1-b698-f0c587c7e391" providerId="ADAL" clId="{6376A2CB-D03A-4FC6-82DD-BDF867217337}" dt="2026-10-07T10:52:14.679" v="631" actId="47"/>
        <pc:sldMkLst>
          <pc:docMk/>
          <pc:sldMk cId="443835831" sldId="336"/>
        </pc:sldMkLst>
      </pc:sldChg>
      <pc:sldChg chg="add">
        <pc:chgData name="Faza Fauzan Habibi" userId="f07ce302-fd6c-42d1-b698-f0c587c7e391" providerId="ADAL" clId="{6376A2CB-D03A-4FC6-82DD-BDF867217337}" dt="2026-10-07T10:51:55.292" v="629" actId="2890"/>
        <pc:sldMkLst>
          <pc:docMk/>
          <pc:sldMk cId="664992355" sldId="337"/>
        </pc:sldMkLst>
      </pc:sldChg>
      <pc:sldChg chg="add">
        <pc:chgData name="Faza Fauzan Habibi" userId="f07ce302-fd6c-42d1-b698-f0c587c7e391" providerId="ADAL" clId="{6376A2CB-D03A-4FC6-82DD-BDF867217337}" dt="2026-10-07T10:52:35.385" v="633" actId="2890"/>
        <pc:sldMkLst>
          <pc:docMk/>
          <pc:sldMk cId="4027260618" sldId="338"/>
        </pc:sldMkLst>
      </pc:sldChg>
      <pc:sldChg chg="modSp add mod">
        <pc:chgData name="Faza Fauzan Habibi" userId="f07ce302-fd6c-42d1-b698-f0c587c7e391" providerId="ADAL" clId="{6376A2CB-D03A-4FC6-82DD-BDF867217337}" dt="2026-10-07T10:52:58.371" v="638" actId="14100"/>
        <pc:sldMkLst>
          <pc:docMk/>
          <pc:sldMk cId="1714478369" sldId="339"/>
        </pc:sldMkLst>
        <pc:spChg chg="mod">
          <ac:chgData name="Faza Fauzan Habibi" userId="f07ce302-fd6c-42d1-b698-f0c587c7e391" providerId="ADAL" clId="{6376A2CB-D03A-4FC6-82DD-BDF867217337}" dt="2026-10-07T10:52:58.371" v="638" actId="14100"/>
          <ac:spMkLst>
            <pc:docMk/>
            <pc:sldMk cId="1714478369" sldId="339"/>
            <ac:spMk id="12" creationId="{6E10BC06-312D-07A8-AC47-3E1F0B2C497C}"/>
          </ac:spMkLst>
        </pc:spChg>
      </pc:sldChg>
      <pc:sldChg chg="add">
        <pc:chgData name="Faza Fauzan Habibi" userId="f07ce302-fd6c-42d1-b698-f0c587c7e391" providerId="ADAL" clId="{6376A2CB-D03A-4FC6-82DD-BDF867217337}" dt="2026-10-07T10:53:21.587" v="644" actId="2890"/>
        <pc:sldMkLst>
          <pc:docMk/>
          <pc:sldMk cId="2721147275" sldId="340"/>
        </pc:sldMkLst>
      </pc:sldChg>
      <pc:sldChg chg="add">
        <pc:chgData name="Faza Fauzan Habibi" userId="f07ce302-fd6c-42d1-b698-f0c587c7e391" providerId="ADAL" clId="{6376A2CB-D03A-4FC6-82DD-BDF867217337}" dt="2026-10-07T10:54:04.965" v="648"/>
        <pc:sldMkLst>
          <pc:docMk/>
          <pc:sldMk cId="2255679779" sldId="341"/>
        </pc:sldMkLst>
      </pc:sldChg>
      <pc:sldChg chg="delSp add mod ord">
        <pc:chgData name="Faza Fauzan Habibi" userId="f07ce302-fd6c-42d1-b698-f0c587c7e391" providerId="ADAL" clId="{6376A2CB-D03A-4FC6-82DD-BDF867217337}" dt="2026-10-07T10:55:02.507" v="657"/>
        <pc:sldMkLst>
          <pc:docMk/>
          <pc:sldMk cId="474871262" sldId="342"/>
        </pc:sldMkLst>
        <pc:spChg chg="del">
          <ac:chgData name="Faza Fauzan Habibi" userId="f07ce302-fd6c-42d1-b698-f0c587c7e391" providerId="ADAL" clId="{6376A2CB-D03A-4FC6-82DD-BDF867217337}" dt="2026-10-07T10:54:56.409" v="655" actId="478"/>
          <ac:spMkLst>
            <pc:docMk/>
            <pc:sldMk cId="474871262" sldId="342"/>
            <ac:spMk id="12" creationId="{D39B948C-D349-5F18-F8D4-0EC463A7D1D4}"/>
          </ac:spMkLst>
        </pc:spChg>
      </pc:sldChg>
      <pc:sldChg chg="add del">
        <pc:chgData name="Faza Fauzan Habibi" userId="f07ce302-fd6c-42d1-b698-f0c587c7e391" providerId="ADAL" clId="{6376A2CB-D03A-4FC6-82DD-BDF867217337}" dt="2026-10-07T10:54:25.866" v="651"/>
        <pc:sldMkLst>
          <pc:docMk/>
          <pc:sldMk cId="3969242101" sldId="342"/>
        </pc:sldMkLst>
      </pc:sldChg>
      <pc:sldChg chg="delSp add mod">
        <pc:chgData name="Faza Fauzan Habibi" userId="f07ce302-fd6c-42d1-b698-f0c587c7e391" providerId="ADAL" clId="{6376A2CB-D03A-4FC6-82DD-BDF867217337}" dt="2026-10-07T10:55:43.285" v="661" actId="478"/>
        <pc:sldMkLst>
          <pc:docMk/>
          <pc:sldMk cId="2202021593" sldId="343"/>
        </pc:sldMkLst>
        <pc:spChg chg="del">
          <ac:chgData name="Faza Fauzan Habibi" userId="f07ce302-fd6c-42d1-b698-f0c587c7e391" providerId="ADAL" clId="{6376A2CB-D03A-4FC6-82DD-BDF867217337}" dt="2026-10-07T10:55:43.285" v="661" actId="478"/>
          <ac:spMkLst>
            <pc:docMk/>
            <pc:sldMk cId="2202021593" sldId="343"/>
            <ac:spMk id="12" creationId="{020F1B74-91E2-A394-BB8D-21FE203A7032}"/>
          </ac:spMkLst>
        </pc:spChg>
      </pc:sldChg>
      <pc:sldChg chg="add">
        <pc:chgData name="Faza Fauzan Habibi" userId="f07ce302-fd6c-42d1-b698-f0c587c7e391" providerId="ADAL" clId="{6376A2CB-D03A-4FC6-82DD-BDF867217337}" dt="2026-10-07T10:55:55.150" v="663" actId="2890"/>
        <pc:sldMkLst>
          <pc:docMk/>
          <pc:sldMk cId="473191594" sldId="344"/>
        </pc:sldMkLst>
      </pc:sldChg>
      <pc:sldChg chg="add">
        <pc:chgData name="Faza Fauzan Habibi" userId="f07ce302-fd6c-42d1-b698-f0c587c7e391" providerId="ADAL" clId="{6376A2CB-D03A-4FC6-82DD-BDF867217337}" dt="2026-10-07T10:58:50.167" v="666"/>
        <pc:sldMkLst>
          <pc:docMk/>
          <pc:sldMk cId="3602210085" sldId="345"/>
        </pc:sldMkLst>
      </pc:sldChg>
      <pc:sldChg chg="delSp add mod">
        <pc:chgData name="Faza Fauzan Habibi" userId="f07ce302-fd6c-42d1-b698-f0c587c7e391" providerId="ADAL" clId="{6376A2CB-D03A-4FC6-82DD-BDF867217337}" dt="2026-10-07T10:59:20.605" v="672" actId="478"/>
        <pc:sldMkLst>
          <pc:docMk/>
          <pc:sldMk cId="3257119666" sldId="346"/>
        </pc:sldMkLst>
        <pc:spChg chg="del">
          <ac:chgData name="Faza Fauzan Habibi" userId="f07ce302-fd6c-42d1-b698-f0c587c7e391" providerId="ADAL" clId="{6376A2CB-D03A-4FC6-82DD-BDF867217337}" dt="2026-10-07T10:59:20.605" v="672" actId="478"/>
          <ac:spMkLst>
            <pc:docMk/>
            <pc:sldMk cId="3257119666" sldId="346"/>
            <ac:spMk id="12" creationId="{D8658BB3-6A6D-5AB8-2899-FC79538F4783}"/>
          </ac:spMkLst>
        </pc:spChg>
      </pc:sldChg>
      <pc:sldChg chg="add del">
        <pc:chgData name="Faza Fauzan Habibi" userId="f07ce302-fd6c-42d1-b698-f0c587c7e391" providerId="ADAL" clId="{6376A2CB-D03A-4FC6-82DD-BDF867217337}" dt="2026-10-07T10:58:58.702" v="669"/>
        <pc:sldMkLst>
          <pc:docMk/>
          <pc:sldMk cId="3279800383" sldId="346"/>
        </pc:sldMkLst>
      </pc:sldChg>
      <pc:sldChg chg="delSp add mod ord">
        <pc:chgData name="Faza Fauzan Habibi" userId="f07ce302-fd6c-42d1-b698-f0c587c7e391" providerId="ADAL" clId="{6376A2CB-D03A-4FC6-82DD-BDF867217337}" dt="2026-10-07T11:01:24.617" v="681"/>
        <pc:sldMkLst>
          <pc:docMk/>
          <pc:sldMk cId="1824177816" sldId="347"/>
        </pc:sldMkLst>
        <pc:spChg chg="del">
          <ac:chgData name="Faza Fauzan Habibi" userId="f07ce302-fd6c-42d1-b698-f0c587c7e391" providerId="ADAL" clId="{6376A2CB-D03A-4FC6-82DD-BDF867217337}" dt="2026-10-07T11:01:19.131" v="679" actId="478"/>
          <ac:spMkLst>
            <pc:docMk/>
            <pc:sldMk cId="1824177816" sldId="347"/>
            <ac:spMk id="12" creationId="{5FCB3331-A9CD-49BC-E111-F7078E2A49A6}"/>
          </ac:spMkLst>
        </pc:spChg>
      </pc:sldChg>
      <pc:sldChg chg="add">
        <pc:chgData name="Faza Fauzan Habibi" userId="f07ce302-fd6c-42d1-b698-f0c587c7e391" providerId="ADAL" clId="{6376A2CB-D03A-4FC6-82DD-BDF867217337}" dt="2026-10-07T11:01:43.103" v="685"/>
        <pc:sldMkLst>
          <pc:docMk/>
          <pc:sldMk cId="13088357" sldId="348"/>
        </pc:sldMkLst>
      </pc:sldChg>
      <pc:sldChg chg="add del">
        <pc:chgData name="Faza Fauzan Habibi" userId="f07ce302-fd6c-42d1-b698-f0c587c7e391" providerId="ADAL" clId="{6376A2CB-D03A-4FC6-82DD-BDF867217337}" dt="2026-10-07T11:02:43.497" v="689" actId="2890"/>
        <pc:sldMkLst>
          <pc:docMk/>
          <pc:sldMk cId="2883360553" sldId="349"/>
        </pc:sldMkLst>
      </pc:sldChg>
      <pc:sldChg chg="delSp add mod ord">
        <pc:chgData name="Faza Fauzan Habibi" userId="f07ce302-fd6c-42d1-b698-f0c587c7e391" providerId="ADAL" clId="{6376A2CB-D03A-4FC6-82DD-BDF867217337}" dt="2026-10-07T11:02:55.922" v="693"/>
        <pc:sldMkLst>
          <pc:docMk/>
          <pc:sldMk cId="3583945669" sldId="349"/>
        </pc:sldMkLst>
        <pc:spChg chg="del">
          <ac:chgData name="Faza Fauzan Habibi" userId="f07ce302-fd6c-42d1-b698-f0c587c7e391" providerId="ADAL" clId="{6376A2CB-D03A-4FC6-82DD-BDF867217337}" dt="2026-10-07T11:02:52.459" v="691" actId="478"/>
          <ac:spMkLst>
            <pc:docMk/>
            <pc:sldMk cId="3583945669" sldId="349"/>
            <ac:spMk id="12" creationId="{167F1E2A-C31A-7F7C-FFA2-CDC0B4991F42}"/>
          </ac:spMkLst>
        </pc:spChg>
      </pc:sldChg>
      <pc:sldChg chg="delSp add mod ord">
        <pc:chgData name="Faza Fauzan Habibi" userId="f07ce302-fd6c-42d1-b698-f0c587c7e391" providerId="ADAL" clId="{6376A2CB-D03A-4FC6-82DD-BDF867217337}" dt="2026-10-07T11:03:18.489" v="699"/>
        <pc:sldMkLst>
          <pc:docMk/>
          <pc:sldMk cId="890200399" sldId="350"/>
        </pc:sldMkLst>
        <pc:spChg chg="del">
          <ac:chgData name="Faza Fauzan Habibi" userId="f07ce302-fd6c-42d1-b698-f0c587c7e391" providerId="ADAL" clId="{6376A2CB-D03A-4FC6-82DD-BDF867217337}" dt="2026-10-07T11:03:16.432" v="697" actId="478"/>
          <ac:spMkLst>
            <pc:docMk/>
            <pc:sldMk cId="890200399" sldId="350"/>
            <ac:spMk id="12" creationId="{A220B34C-7EB5-B792-88D2-ADC777360B4E}"/>
          </ac:spMkLst>
        </pc:spChg>
      </pc:sldChg>
      <pc:sldMasterChg chg="modSldLayout">
        <pc:chgData name="Faza Fauzan Habibi" userId="f07ce302-fd6c-42d1-b698-f0c587c7e391" providerId="ADAL" clId="{6376A2CB-D03A-4FC6-82DD-BDF867217337}" dt="2026-10-07T06:48:24.294" v="170" actId="20577"/>
        <pc:sldMasterMkLst>
          <pc:docMk/>
          <pc:sldMasterMk cId="2759542882" sldId="2147483648"/>
        </pc:sldMasterMkLst>
        <pc:sldLayoutChg chg="addSp delSp modSp mod">
          <pc:chgData name="Faza Fauzan Habibi" userId="f07ce302-fd6c-42d1-b698-f0c587c7e391" providerId="ADAL" clId="{6376A2CB-D03A-4FC6-82DD-BDF867217337}" dt="2026-10-07T06:48:24.294" v="170" actId="20577"/>
          <pc:sldLayoutMkLst>
            <pc:docMk/>
            <pc:sldMasterMk cId="2759542882" sldId="2147483648"/>
            <pc:sldLayoutMk cId="1015873457" sldId="2147483649"/>
          </pc:sldLayoutMkLst>
          <pc:spChg chg="add mod">
            <ac:chgData name="Faza Fauzan Habibi" userId="f07ce302-fd6c-42d1-b698-f0c587c7e391" providerId="ADAL" clId="{6376A2CB-D03A-4FC6-82DD-BDF867217337}" dt="2026-10-07T06:27:39.957" v="19" actId="571"/>
            <ac:spMkLst>
              <pc:docMk/>
              <pc:sldMasterMk cId="2759542882" sldId="2147483648"/>
              <pc:sldLayoutMk cId="1015873457" sldId="2147483649"/>
              <ac:spMk id="4" creationId="{4D1BA29F-514D-46F7-F10A-4687D44AC778}"/>
            </ac:spMkLst>
          </pc:spChg>
          <pc:spChg chg="del">
            <ac:chgData name="Faza Fauzan Habibi" userId="f07ce302-fd6c-42d1-b698-f0c587c7e391" providerId="ADAL" clId="{6376A2CB-D03A-4FC6-82DD-BDF867217337}" dt="2026-10-07T06:24:16.439" v="2" actId="478"/>
            <ac:spMkLst>
              <pc:docMk/>
              <pc:sldMasterMk cId="2759542882" sldId="2147483648"/>
              <pc:sldLayoutMk cId="1015873457" sldId="2147483649"/>
              <ac:spMk id="9" creationId="{48B837A6-25FA-98C0-2140-80EC7BFFE517}"/>
            </ac:spMkLst>
          </pc:spChg>
          <pc:spChg chg="mod">
            <ac:chgData name="Faza Fauzan Habibi" userId="f07ce302-fd6c-42d1-b698-f0c587c7e391" providerId="ADAL" clId="{6376A2CB-D03A-4FC6-82DD-BDF867217337}" dt="2026-10-07T06:46:08.564" v="125" actId="14100"/>
            <ac:spMkLst>
              <pc:docMk/>
              <pc:sldMasterMk cId="2759542882" sldId="2147483648"/>
              <pc:sldLayoutMk cId="1015873457" sldId="2147483649"/>
              <ac:spMk id="10" creationId="{9036EE80-A790-C9BD-1014-033E7ABE8A33}"/>
            </ac:spMkLst>
          </pc:spChg>
          <pc:spChg chg="del">
            <ac:chgData name="Faza Fauzan Habibi" userId="f07ce302-fd6c-42d1-b698-f0c587c7e391" providerId="ADAL" clId="{6376A2CB-D03A-4FC6-82DD-BDF867217337}" dt="2026-10-07T06:24:14.740" v="1" actId="478"/>
            <ac:spMkLst>
              <pc:docMk/>
              <pc:sldMasterMk cId="2759542882" sldId="2147483648"/>
              <pc:sldLayoutMk cId="1015873457" sldId="2147483649"/>
              <ac:spMk id="14" creationId="{445E3550-72D4-7C36-2E43-6CD5E43AA3BF}"/>
            </ac:spMkLst>
          </pc:spChg>
          <pc:spChg chg="add mod">
            <ac:chgData name="Faza Fauzan Habibi" userId="f07ce302-fd6c-42d1-b698-f0c587c7e391" providerId="ADAL" clId="{6376A2CB-D03A-4FC6-82DD-BDF867217337}" dt="2026-10-07T06:27:49.865" v="21" actId="571"/>
            <ac:spMkLst>
              <pc:docMk/>
              <pc:sldMasterMk cId="2759542882" sldId="2147483648"/>
              <pc:sldLayoutMk cId="1015873457" sldId="2147483649"/>
              <ac:spMk id="15" creationId="{705106F5-8DEF-C674-BB46-AC5E355D3ED7}"/>
            </ac:spMkLst>
          </pc:spChg>
          <pc:spChg chg="add mod">
            <ac:chgData name="Faza Fauzan Habibi" userId="f07ce302-fd6c-42d1-b698-f0c587c7e391" providerId="ADAL" clId="{6376A2CB-D03A-4FC6-82DD-BDF867217337}" dt="2026-10-07T06:28:05.868" v="25" actId="571"/>
            <ac:spMkLst>
              <pc:docMk/>
              <pc:sldMasterMk cId="2759542882" sldId="2147483648"/>
              <pc:sldLayoutMk cId="1015873457" sldId="2147483649"/>
              <ac:spMk id="16" creationId="{E1A75B3C-65DB-DC6B-840A-7BDFA0C13738}"/>
            </ac:spMkLst>
          </pc:spChg>
          <pc:spChg chg="add del mod">
            <ac:chgData name="Faza Fauzan Habibi" userId="f07ce302-fd6c-42d1-b698-f0c587c7e391" providerId="ADAL" clId="{6376A2CB-D03A-4FC6-82DD-BDF867217337}" dt="2026-10-07T06:46:38.077" v="134" actId="478"/>
            <ac:spMkLst>
              <pc:docMk/>
              <pc:sldMasterMk cId="2759542882" sldId="2147483648"/>
              <pc:sldLayoutMk cId="1015873457" sldId="2147483649"/>
              <ac:spMk id="17" creationId="{12A3430A-8B81-2906-18DE-7EAC18225776}"/>
            </ac:spMkLst>
          </pc:spChg>
          <pc:spChg chg="add del mod">
            <ac:chgData name="Faza Fauzan Habibi" userId="f07ce302-fd6c-42d1-b698-f0c587c7e391" providerId="ADAL" clId="{6376A2CB-D03A-4FC6-82DD-BDF867217337}" dt="2026-10-07T06:46:34.836" v="132" actId="478"/>
            <ac:spMkLst>
              <pc:docMk/>
              <pc:sldMasterMk cId="2759542882" sldId="2147483648"/>
              <pc:sldLayoutMk cId="1015873457" sldId="2147483649"/>
              <ac:spMk id="18" creationId="{C5661F5A-AAA9-FE07-95F3-C592DE2B8B61}"/>
            </ac:spMkLst>
          </pc:spChg>
          <pc:spChg chg="add del mod">
            <ac:chgData name="Faza Fauzan Habibi" userId="f07ce302-fd6c-42d1-b698-f0c587c7e391" providerId="ADAL" clId="{6376A2CB-D03A-4FC6-82DD-BDF867217337}" dt="2026-10-07T06:46:37.105" v="133" actId="478"/>
            <ac:spMkLst>
              <pc:docMk/>
              <pc:sldMasterMk cId="2759542882" sldId="2147483648"/>
              <pc:sldLayoutMk cId="1015873457" sldId="2147483649"/>
              <ac:spMk id="19" creationId="{E493B200-F290-6DD7-5919-5F61330E9264}"/>
            </ac:spMkLst>
          </pc:spChg>
          <pc:spChg chg="add mod">
            <ac:chgData name="Faza Fauzan Habibi" userId="f07ce302-fd6c-42d1-b698-f0c587c7e391" providerId="ADAL" clId="{6376A2CB-D03A-4FC6-82DD-BDF867217337}" dt="2026-10-07T06:46:10.940" v="127" actId="571"/>
            <ac:spMkLst>
              <pc:docMk/>
              <pc:sldMasterMk cId="2759542882" sldId="2147483648"/>
              <pc:sldLayoutMk cId="1015873457" sldId="2147483649"/>
              <ac:spMk id="21" creationId="{9B81111C-710B-D896-9C7B-84796E2F7BDB}"/>
            </ac:spMkLst>
          </pc:spChg>
          <pc:spChg chg="add mod">
            <ac:chgData name="Faza Fauzan Habibi" userId="f07ce302-fd6c-42d1-b698-f0c587c7e391" providerId="ADAL" clId="{6376A2CB-D03A-4FC6-82DD-BDF867217337}" dt="2026-10-07T06:46:21.601" v="129" actId="571"/>
            <ac:spMkLst>
              <pc:docMk/>
              <pc:sldMasterMk cId="2759542882" sldId="2147483648"/>
              <pc:sldLayoutMk cId="1015873457" sldId="2147483649"/>
              <ac:spMk id="23" creationId="{E0F1F5D4-3535-1783-6051-54D978C8412F}"/>
            </ac:spMkLst>
          </pc:spChg>
          <pc:spChg chg="add mod">
            <ac:chgData name="Faza Fauzan Habibi" userId="f07ce302-fd6c-42d1-b698-f0c587c7e391" providerId="ADAL" clId="{6376A2CB-D03A-4FC6-82DD-BDF867217337}" dt="2026-10-07T06:46:49.138" v="155" actId="1076"/>
            <ac:spMkLst>
              <pc:docMk/>
              <pc:sldMasterMk cId="2759542882" sldId="2147483648"/>
              <pc:sldLayoutMk cId="1015873457" sldId="2147483649"/>
              <ac:spMk id="24" creationId="{7D461D24-3E33-80FC-1AE1-377CA97ECDB0}"/>
            </ac:spMkLst>
          </pc:spChg>
          <pc:spChg chg="add mod">
            <ac:chgData name="Faza Fauzan Habibi" userId="f07ce302-fd6c-42d1-b698-f0c587c7e391" providerId="ADAL" clId="{6376A2CB-D03A-4FC6-82DD-BDF867217337}" dt="2026-10-07T06:47:09.969" v="161" actId="20577"/>
            <ac:spMkLst>
              <pc:docMk/>
              <pc:sldMasterMk cId="2759542882" sldId="2147483648"/>
              <pc:sldLayoutMk cId="1015873457" sldId="2147483649"/>
              <ac:spMk id="25" creationId="{7A67167A-21D9-EBEB-B59B-06B9DB2638FE}"/>
            </ac:spMkLst>
          </pc:spChg>
          <pc:spChg chg="add mod">
            <ac:chgData name="Faza Fauzan Habibi" userId="f07ce302-fd6c-42d1-b698-f0c587c7e391" providerId="ADAL" clId="{6376A2CB-D03A-4FC6-82DD-BDF867217337}" dt="2026-10-07T06:47:02.208" v="157" actId="571"/>
            <ac:spMkLst>
              <pc:docMk/>
              <pc:sldMasterMk cId="2759542882" sldId="2147483648"/>
              <pc:sldLayoutMk cId="1015873457" sldId="2147483649"/>
              <ac:spMk id="26" creationId="{08220DDC-132B-405D-B545-AC9F908D7B85}"/>
            </ac:spMkLst>
          </pc:spChg>
          <pc:spChg chg="add mod">
            <ac:chgData name="Faza Fauzan Habibi" userId="f07ce302-fd6c-42d1-b698-f0c587c7e391" providerId="ADAL" clId="{6376A2CB-D03A-4FC6-82DD-BDF867217337}" dt="2026-10-07T06:47:33.456" v="162" actId="571"/>
            <ac:spMkLst>
              <pc:docMk/>
              <pc:sldMasterMk cId="2759542882" sldId="2147483648"/>
              <pc:sldLayoutMk cId="1015873457" sldId="2147483649"/>
              <ac:spMk id="27" creationId="{712307E6-58AF-C9DE-C4C7-B2BDE3CCFA2E}"/>
            </ac:spMkLst>
          </pc:spChg>
          <pc:spChg chg="add mod">
            <ac:chgData name="Faza Fauzan Habibi" userId="f07ce302-fd6c-42d1-b698-f0c587c7e391" providerId="ADAL" clId="{6376A2CB-D03A-4FC6-82DD-BDF867217337}" dt="2026-10-07T06:48:24.294" v="170" actId="20577"/>
            <ac:spMkLst>
              <pc:docMk/>
              <pc:sldMasterMk cId="2759542882" sldId="2147483648"/>
              <pc:sldLayoutMk cId="1015873457" sldId="2147483649"/>
              <ac:spMk id="28" creationId="{23C6BF4D-02FA-980C-FDE2-CEAE96E12A29}"/>
            </ac:spMkLst>
          </pc:spChg>
          <pc:spChg chg="add mod">
            <ac:chgData name="Faza Fauzan Habibi" userId="f07ce302-fd6c-42d1-b698-f0c587c7e391" providerId="ADAL" clId="{6376A2CB-D03A-4FC6-82DD-BDF867217337}" dt="2026-10-07T06:47:43.260" v="166" actId="20577"/>
            <ac:spMkLst>
              <pc:docMk/>
              <pc:sldMasterMk cId="2759542882" sldId="2147483648"/>
              <pc:sldLayoutMk cId="1015873457" sldId="2147483649"/>
              <ac:spMk id="29" creationId="{A5FBD750-7D2A-7B5B-EACA-0293DD84A3BA}"/>
            </ac:spMkLst>
          </pc:spChg>
          <pc:spChg chg="add mod">
            <ac:chgData name="Faza Fauzan Habibi" userId="f07ce302-fd6c-42d1-b698-f0c587c7e391" providerId="ADAL" clId="{6376A2CB-D03A-4FC6-82DD-BDF867217337}" dt="2026-10-07T06:47:33.456" v="162" actId="571"/>
            <ac:spMkLst>
              <pc:docMk/>
              <pc:sldMasterMk cId="2759542882" sldId="2147483648"/>
              <pc:sldLayoutMk cId="1015873457" sldId="2147483649"/>
              <ac:spMk id="30" creationId="{8D0A2A51-08EE-E51E-5312-B43F9CE506E5}"/>
            </ac:spMkLst>
          </pc:spChg>
          <pc:picChg chg="add mod">
            <ac:chgData name="Faza Fauzan Habibi" userId="f07ce302-fd6c-42d1-b698-f0c587c7e391" providerId="ADAL" clId="{6376A2CB-D03A-4FC6-82DD-BDF867217337}" dt="2026-10-07T06:27:39.957" v="19" actId="571"/>
            <ac:picMkLst>
              <pc:docMk/>
              <pc:sldMasterMk cId="2759542882" sldId="2147483648"/>
              <pc:sldLayoutMk cId="1015873457" sldId="2147483649"/>
              <ac:picMk id="2" creationId="{FC9F0A17-EC70-F066-3F6C-4B85D588A2B4}"/>
            </ac:picMkLst>
          </pc:picChg>
          <pc:picChg chg="add mod">
            <ac:chgData name="Faza Fauzan Habibi" userId="f07ce302-fd6c-42d1-b698-f0c587c7e391" providerId="ADAL" clId="{6376A2CB-D03A-4FC6-82DD-BDF867217337}" dt="2026-10-07T06:27:49.865" v="21" actId="571"/>
            <ac:picMkLst>
              <pc:docMk/>
              <pc:sldMasterMk cId="2759542882" sldId="2147483648"/>
              <pc:sldLayoutMk cId="1015873457" sldId="2147483649"/>
              <ac:picMk id="5" creationId="{FE7E8A09-E025-F5B6-87DB-4C6AF44A407D}"/>
            </ac:picMkLst>
          </pc:picChg>
          <pc:picChg chg="del">
            <ac:chgData name="Faza Fauzan Habibi" userId="f07ce302-fd6c-42d1-b698-f0c587c7e391" providerId="ADAL" clId="{6376A2CB-D03A-4FC6-82DD-BDF867217337}" dt="2026-10-07T06:24:12.706" v="0" actId="478"/>
            <ac:picMkLst>
              <pc:docMk/>
              <pc:sldMasterMk cId="2759542882" sldId="2147483648"/>
              <pc:sldLayoutMk cId="1015873457" sldId="2147483649"/>
              <ac:picMk id="7" creationId="{08F5C5C0-B4C1-C7EE-C34F-43A96878B7E1}"/>
            </ac:picMkLst>
          </pc:picChg>
          <pc:picChg chg="mod">
            <ac:chgData name="Faza Fauzan Habibi" userId="f07ce302-fd6c-42d1-b698-f0c587c7e391" providerId="ADAL" clId="{6376A2CB-D03A-4FC6-82DD-BDF867217337}" dt="2026-10-07T06:32:14.042" v="58" actId="1076"/>
            <ac:picMkLst>
              <pc:docMk/>
              <pc:sldMasterMk cId="2759542882" sldId="2147483648"/>
              <pc:sldLayoutMk cId="1015873457" sldId="2147483649"/>
              <ac:picMk id="11" creationId="{5E5FA721-EC42-713B-01D4-701066FA878E}"/>
            </ac:picMkLst>
          </pc:picChg>
          <pc:picChg chg="del">
            <ac:chgData name="Faza Fauzan Habibi" userId="f07ce302-fd6c-42d1-b698-f0c587c7e391" providerId="ADAL" clId="{6376A2CB-D03A-4FC6-82DD-BDF867217337}" dt="2026-10-07T06:24:17.302" v="3" actId="478"/>
            <ac:picMkLst>
              <pc:docMk/>
              <pc:sldMasterMk cId="2759542882" sldId="2147483648"/>
              <pc:sldLayoutMk cId="1015873457" sldId="2147483649"/>
              <ac:picMk id="13" creationId="{06C380ED-E032-6551-B46C-436DB705275C}"/>
            </ac:picMkLst>
          </pc:picChg>
          <pc:picChg chg="add mod">
            <ac:chgData name="Faza Fauzan Habibi" userId="f07ce302-fd6c-42d1-b698-f0c587c7e391" providerId="ADAL" clId="{6376A2CB-D03A-4FC6-82DD-BDF867217337}" dt="2026-10-07T06:46:10.940" v="127" actId="571"/>
            <ac:picMkLst>
              <pc:docMk/>
              <pc:sldMasterMk cId="2759542882" sldId="2147483648"/>
              <pc:sldLayoutMk cId="1015873457" sldId="2147483649"/>
              <ac:picMk id="20" creationId="{DF944531-AB70-E0FA-478C-6767B229DB3C}"/>
            </ac:picMkLst>
          </pc:picChg>
          <pc:picChg chg="add mod">
            <ac:chgData name="Faza Fauzan Habibi" userId="f07ce302-fd6c-42d1-b698-f0c587c7e391" providerId="ADAL" clId="{6376A2CB-D03A-4FC6-82DD-BDF867217337}" dt="2026-10-07T06:46:21.601" v="129" actId="571"/>
            <ac:picMkLst>
              <pc:docMk/>
              <pc:sldMasterMk cId="2759542882" sldId="2147483648"/>
              <pc:sldLayoutMk cId="1015873457" sldId="2147483649"/>
              <ac:picMk id="22" creationId="{6C5CF304-1270-5750-BBA4-8726AA0166F1}"/>
            </ac:picMkLst>
          </pc:picChg>
        </pc:sldLayoutChg>
      </pc:sldMasterChg>
    </pc:docChg>
  </pc:docChgLst>
  <pc:docChgLst>
    <pc:chgData name="Adinda Zahrah" userId="S::adinda.zahrah@vedapraxis.com::a5826866-d845-42a7-9a3b-4c36b0798fbb" providerId="AD" clId="Web-{00000000-0000-0000-0000-000000000000}"/>
    <pc:docChg chg="addSld">
      <pc:chgData name="Adinda Zahrah" userId="S::adinda.zahrah@vedapraxis.com::a5826866-d845-42a7-9a3b-4c36b0798fbb" providerId="AD" clId="Web-{00000000-0000-0000-0000-000000000000}" dt="2026-10-06T18:05:22.376" v="0"/>
      <pc:docMkLst>
        <pc:docMk/>
      </pc:docMkLst>
      <pc:sldChg chg="new">
        <pc:chgData name="Adinda Zahrah" userId="S::adinda.zahrah@vedapraxis.com::a5826866-d845-42a7-9a3b-4c36b0798fbb" providerId="AD" clId="Web-{00000000-0000-0000-0000-000000000000}" dt="2026-10-06T18:05:22.376" v="0"/>
        <pc:sldMkLst>
          <pc:docMk/>
          <pc:sldMk cId="2114099993" sldId="264"/>
        </pc:sldMkLst>
      </pc:sldChg>
    </pc:docChg>
  </pc:docChgLst>
  <pc:docChgLst>
    <pc:chgData name="Adinda Zahrah" userId="S::adinda.zahrah@vedapraxis.com::a5826866-d845-42a7-9a3b-4c36b0798fbb" providerId="AD" clId="Web-{455655CE-4773-713F-45F5-2F1BACE105A6}"/>
    <pc:docChg chg="modSld">
      <pc:chgData name="Adinda Zahrah" userId="S::adinda.zahrah@vedapraxis.com::a5826866-d845-42a7-9a3b-4c36b0798fbb" providerId="AD" clId="Web-{455655CE-4773-713F-45F5-2F1BACE105A6}" dt="2026-10-07T11:43:36.871" v="3" actId="1076"/>
      <pc:docMkLst>
        <pc:docMk/>
      </pc:docMkLst>
      <pc:sldChg chg="modSp">
        <pc:chgData name="Adinda Zahrah" userId="S::adinda.zahrah@vedapraxis.com::a5826866-d845-42a7-9a3b-4c36b0798fbb" providerId="AD" clId="Web-{455655CE-4773-713F-45F5-2F1BACE105A6}" dt="2026-10-07T11:43:36.871" v="3" actId="1076"/>
        <pc:sldMkLst>
          <pc:docMk/>
          <pc:sldMk cId="2376442821" sldId="278"/>
        </pc:sldMkLst>
        <pc:spChg chg="mod">
          <ac:chgData name="Adinda Zahrah" userId="S::adinda.zahrah@vedapraxis.com::a5826866-d845-42a7-9a3b-4c36b0798fbb" providerId="AD" clId="Web-{455655CE-4773-713F-45F5-2F1BACE105A6}" dt="2026-10-07T11:43:25.871" v="0" actId="1076"/>
          <ac:spMkLst>
            <pc:docMk/>
            <pc:sldMk cId="2376442821" sldId="278"/>
            <ac:spMk id="3" creationId="{F56F273B-9DA4-221A-65D1-DE84D909F4FC}"/>
          </ac:spMkLst>
        </pc:spChg>
        <pc:spChg chg="mod">
          <ac:chgData name="Adinda Zahrah" userId="S::adinda.zahrah@vedapraxis.com::a5826866-d845-42a7-9a3b-4c36b0798fbb" providerId="AD" clId="Web-{455655CE-4773-713F-45F5-2F1BACE105A6}" dt="2026-10-07T11:43:25.886" v="1" actId="1076"/>
          <ac:spMkLst>
            <pc:docMk/>
            <pc:sldMk cId="2376442821" sldId="278"/>
            <ac:spMk id="6" creationId="{02BCC7A0-709D-24C7-893D-64F42A64D315}"/>
          </ac:spMkLst>
        </pc:spChg>
        <pc:spChg chg="mod">
          <ac:chgData name="Adinda Zahrah" userId="S::adinda.zahrah@vedapraxis.com::a5826866-d845-42a7-9a3b-4c36b0798fbb" providerId="AD" clId="Web-{455655CE-4773-713F-45F5-2F1BACE105A6}" dt="2026-10-07T11:43:36.855" v="2" actId="1076"/>
          <ac:spMkLst>
            <pc:docMk/>
            <pc:sldMk cId="2376442821" sldId="278"/>
            <ac:spMk id="7" creationId="{5DB0204B-C7F2-5B95-58EC-56FD3DCB804C}"/>
          </ac:spMkLst>
        </pc:spChg>
        <pc:spChg chg="mod">
          <ac:chgData name="Adinda Zahrah" userId="S::adinda.zahrah@vedapraxis.com::a5826866-d845-42a7-9a3b-4c36b0798fbb" providerId="AD" clId="Web-{455655CE-4773-713F-45F5-2F1BACE105A6}" dt="2026-10-07T11:43:36.871" v="3" actId="1076"/>
          <ac:spMkLst>
            <pc:docMk/>
            <pc:sldMk cId="2376442821" sldId="278"/>
            <ac:spMk id="10" creationId="{ABF1B76D-CBBC-49DA-5689-B397B8F0BCB4}"/>
          </ac:spMkLst>
        </pc:spChg>
      </pc:sldChg>
    </pc:docChg>
  </pc:docChgLst>
  <pc:docChgLst>
    <pc:chgData name="Adinda Zahrah" userId="a5826866-d845-42a7-9a3b-4c36b0798fbb" providerId="ADAL" clId="{73BB7103-2D2C-59C6-B67F-91E0B0FE4278}"/>
    <pc:docChg chg="undo custSel addSld delSld modSld sldOrd modMainMaster">
      <pc:chgData name="Adinda Zahrah" userId="a5826866-d845-42a7-9a3b-4c36b0798fbb" providerId="ADAL" clId="{73BB7103-2D2C-59C6-B67F-91E0B0FE4278}" dt="2026-10-07T12:24:29.905" v="1192" actId="1036"/>
      <pc:docMkLst>
        <pc:docMk/>
      </pc:docMkLst>
      <pc:sldChg chg="del">
        <pc:chgData name="Adinda Zahrah" userId="a5826866-d845-42a7-9a3b-4c36b0798fbb" providerId="ADAL" clId="{73BB7103-2D2C-59C6-B67F-91E0B0FE4278}" dt="2026-10-06T19:17:24.295" v="224" actId="2696"/>
        <pc:sldMkLst>
          <pc:docMk/>
          <pc:sldMk cId="3479860760" sldId="258"/>
        </pc:sldMkLst>
      </pc:sldChg>
      <pc:sldChg chg="addSp modSp mod chgLayout">
        <pc:chgData name="Adinda Zahrah" userId="a5826866-d845-42a7-9a3b-4c36b0798fbb" providerId="ADAL" clId="{73BB7103-2D2C-59C6-B67F-91E0B0FE4278}" dt="2026-10-06T19:17:43.046" v="227" actId="20577"/>
        <pc:sldMkLst>
          <pc:docMk/>
          <pc:sldMk cId="2009651753" sldId="259"/>
        </pc:sldMkLst>
        <pc:spChg chg="mod ord">
          <ac:chgData name="Adinda Zahrah" userId="a5826866-d845-42a7-9a3b-4c36b0798fbb" providerId="ADAL" clId="{73BB7103-2D2C-59C6-B67F-91E0B0FE4278}" dt="2026-10-06T19:17:38.226" v="226" actId="20577"/>
          <ac:spMkLst>
            <pc:docMk/>
            <pc:sldMk cId="2009651753" sldId="259"/>
            <ac:spMk id="2" creationId="{605B2017-BC98-B480-CD63-F01A514C49FB}"/>
          </ac:spMkLst>
        </pc:spChg>
        <pc:spChg chg="add mod ord">
          <ac:chgData name="Adinda Zahrah" userId="a5826866-d845-42a7-9a3b-4c36b0798fbb" providerId="ADAL" clId="{73BB7103-2D2C-59C6-B67F-91E0B0FE4278}" dt="2026-10-06T19:17:31.465" v="225" actId="700"/>
          <ac:spMkLst>
            <pc:docMk/>
            <pc:sldMk cId="2009651753" sldId="259"/>
            <ac:spMk id="3" creationId="{0EFA6AAA-2E5D-FF09-894A-270C2FD4C0F9}"/>
          </ac:spMkLst>
        </pc:spChg>
        <pc:spChg chg="mod ord">
          <ac:chgData name="Adinda Zahrah" userId="a5826866-d845-42a7-9a3b-4c36b0798fbb" providerId="ADAL" clId="{73BB7103-2D2C-59C6-B67F-91E0B0FE4278}" dt="2026-10-06T19:17:43.046" v="227" actId="20577"/>
          <ac:spMkLst>
            <pc:docMk/>
            <pc:sldMk cId="2009651753" sldId="259"/>
            <ac:spMk id="4" creationId="{949C5F2B-786C-8DA9-6D1F-2E7D8A50CA98}"/>
          </ac:spMkLst>
        </pc:spChg>
        <pc:spChg chg="add mod ord">
          <ac:chgData name="Adinda Zahrah" userId="a5826866-d845-42a7-9a3b-4c36b0798fbb" providerId="ADAL" clId="{73BB7103-2D2C-59C6-B67F-91E0B0FE4278}" dt="2026-10-06T19:17:31.465" v="225" actId="700"/>
          <ac:spMkLst>
            <pc:docMk/>
            <pc:sldMk cId="2009651753" sldId="259"/>
            <ac:spMk id="5" creationId="{BCDD7B82-9EA7-F288-2AC0-603D904CC39C}"/>
          </ac:spMkLst>
        </pc:spChg>
      </pc:sldChg>
      <pc:sldChg chg="del">
        <pc:chgData name="Adinda Zahrah" userId="a5826866-d845-42a7-9a3b-4c36b0798fbb" providerId="ADAL" clId="{73BB7103-2D2C-59C6-B67F-91E0B0FE4278}" dt="2026-10-06T19:17:24.294" v="223" actId="2696"/>
        <pc:sldMkLst>
          <pc:docMk/>
          <pc:sldMk cId="3256091802" sldId="260"/>
        </pc:sldMkLst>
      </pc:sldChg>
      <pc:sldChg chg="del">
        <pc:chgData name="Adinda Zahrah" userId="a5826866-d845-42a7-9a3b-4c36b0798fbb" providerId="ADAL" clId="{73BB7103-2D2C-59C6-B67F-91E0B0FE4278}" dt="2026-10-06T19:17:24.279" v="220" actId="2696"/>
        <pc:sldMkLst>
          <pc:docMk/>
          <pc:sldMk cId="2960397306" sldId="261"/>
        </pc:sldMkLst>
      </pc:sldChg>
      <pc:sldChg chg="del">
        <pc:chgData name="Adinda Zahrah" userId="a5826866-d845-42a7-9a3b-4c36b0798fbb" providerId="ADAL" clId="{73BB7103-2D2C-59C6-B67F-91E0B0FE4278}" dt="2026-10-06T19:17:24.293" v="222" actId="2696"/>
        <pc:sldMkLst>
          <pc:docMk/>
          <pc:sldMk cId="1091415065" sldId="262"/>
        </pc:sldMkLst>
      </pc:sldChg>
      <pc:sldChg chg="del">
        <pc:chgData name="Adinda Zahrah" userId="a5826866-d845-42a7-9a3b-4c36b0798fbb" providerId="ADAL" clId="{73BB7103-2D2C-59C6-B67F-91E0B0FE4278}" dt="2026-10-06T19:17:24.293" v="221" actId="2696"/>
        <pc:sldMkLst>
          <pc:docMk/>
          <pc:sldMk cId="1891868937" sldId="263"/>
        </pc:sldMkLst>
      </pc:sldChg>
      <pc:sldChg chg="del">
        <pc:chgData name="Adinda Zahrah" userId="a5826866-d845-42a7-9a3b-4c36b0798fbb" providerId="ADAL" clId="{73BB7103-2D2C-59C6-B67F-91E0B0FE4278}" dt="2026-10-06T19:17:52.511" v="229" actId="2696"/>
        <pc:sldMkLst>
          <pc:docMk/>
          <pc:sldMk cId="2114099993" sldId="264"/>
        </pc:sldMkLst>
      </pc:sldChg>
      <pc:sldChg chg="new">
        <pc:chgData name="Adinda Zahrah" userId="a5826866-d845-42a7-9a3b-4c36b0798fbb" providerId="ADAL" clId="{73BB7103-2D2C-59C6-B67F-91E0B0FE4278}" dt="2026-10-06T19:17:50.963" v="228" actId="680"/>
        <pc:sldMkLst>
          <pc:docMk/>
          <pc:sldMk cId="461254932" sldId="265"/>
        </pc:sldMkLst>
      </pc:sldChg>
      <pc:sldChg chg="add">
        <pc:chgData name="Adinda Zahrah" userId="a5826866-d845-42a7-9a3b-4c36b0798fbb" providerId="ADAL" clId="{73BB7103-2D2C-59C6-B67F-91E0B0FE4278}" dt="2026-10-06T19:18:23.444" v="230"/>
        <pc:sldMkLst>
          <pc:docMk/>
          <pc:sldMk cId="1585192538" sldId="266"/>
        </pc:sldMkLst>
      </pc:sldChg>
      <pc:sldChg chg="add">
        <pc:chgData name="Adinda Zahrah" userId="a5826866-d845-42a7-9a3b-4c36b0798fbb" providerId="ADAL" clId="{73BB7103-2D2C-59C6-B67F-91E0B0FE4278}" dt="2026-10-06T19:18:23.444" v="230"/>
        <pc:sldMkLst>
          <pc:docMk/>
          <pc:sldMk cId="2543057984" sldId="267"/>
        </pc:sldMkLst>
      </pc:sldChg>
      <pc:sldChg chg="addSp delSp modSp mod">
        <pc:chgData name="Adinda Zahrah" userId="a5826866-d845-42a7-9a3b-4c36b0798fbb" providerId="ADAL" clId="{73BB7103-2D2C-59C6-B67F-91E0B0FE4278}" dt="2026-10-07T11:51:31.260" v="389" actId="27636"/>
        <pc:sldMkLst>
          <pc:docMk/>
          <pc:sldMk cId="2376442821" sldId="278"/>
        </pc:sldMkLst>
        <pc:spChg chg="del mod">
          <ac:chgData name="Adinda Zahrah" userId="a5826866-d845-42a7-9a3b-4c36b0798fbb" providerId="ADAL" clId="{73BB7103-2D2C-59C6-B67F-91E0B0FE4278}" dt="2026-10-07T11:47:03.404" v="315" actId="478"/>
          <ac:spMkLst>
            <pc:docMk/>
            <pc:sldMk cId="2376442821" sldId="278"/>
            <ac:spMk id="2" creationId="{7EFF36DC-20D2-014F-02CF-D2FD6660D09E}"/>
          </ac:spMkLst>
        </pc:spChg>
        <pc:spChg chg="del mod">
          <ac:chgData name="Adinda Zahrah" userId="a5826866-d845-42a7-9a3b-4c36b0798fbb" providerId="ADAL" clId="{73BB7103-2D2C-59C6-B67F-91E0B0FE4278}" dt="2026-10-07T11:48:18.984" v="349" actId="478"/>
          <ac:spMkLst>
            <pc:docMk/>
            <pc:sldMk cId="2376442821" sldId="278"/>
            <ac:spMk id="3" creationId="{F56F273B-9DA4-221A-65D1-DE84D909F4FC}"/>
          </ac:spMkLst>
        </pc:spChg>
        <pc:spChg chg="mod">
          <ac:chgData name="Adinda Zahrah" userId="a5826866-d845-42a7-9a3b-4c36b0798fbb" providerId="ADAL" clId="{73BB7103-2D2C-59C6-B67F-91E0B0FE4278}" dt="2026-10-07T11:48:12.587" v="348" actId="14100"/>
          <ac:spMkLst>
            <pc:docMk/>
            <pc:sldMk cId="2376442821" sldId="278"/>
            <ac:spMk id="6" creationId="{02BCC7A0-709D-24C7-893D-64F42A64D315}"/>
          </ac:spMkLst>
        </pc:spChg>
        <pc:spChg chg="mod">
          <ac:chgData name="Adinda Zahrah" userId="a5826866-d845-42a7-9a3b-4c36b0798fbb" providerId="ADAL" clId="{73BB7103-2D2C-59C6-B67F-91E0B0FE4278}" dt="2026-10-07T11:48:12.587" v="348" actId="14100"/>
          <ac:spMkLst>
            <pc:docMk/>
            <pc:sldMk cId="2376442821" sldId="278"/>
            <ac:spMk id="7" creationId="{5DB0204B-C7F2-5B95-58EC-56FD3DCB804C}"/>
          </ac:spMkLst>
        </pc:spChg>
        <pc:spChg chg="mod">
          <ac:chgData name="Adinda Zahrah" userId="a5826866-d845-42a7-9a3b-4c36b0798fbb" providerId="ADAL" clId="{73BB7103-2D2C-59C6-B67F-91E0B0FE4278}" dt="2026-10-07T11:48:12.587" v="348" actId="14100"/>
          <ac:spMkLst>
            <pc:docMk/>
            <pc:sldMk cId="2376442821" sldId="278"/>
            <ac:spMk id="10" creationId="{ABF1B76D-CBBC-49DA-5689-B397B8F0BCB4}"/>
          </ac:spMkLst>
        </pc:spChg>
        <pc:spChg chg="add del mod">
          <ac:chgData name="Adinda Zahrah" userId="a5826866-d845-42a7-9a3b-4c36b0798fbb" providerId="ADAL" clId="{73BB7103-2D2C-59C6-B67F-91E0B0FE4278}" dt="2026-10-07T11:47:05.861" v="317" actId="478"/>
          <ac:spMkLst>
            <pc:docMk/>
            <pc:sldMk cId="2376442821" sldId="278"/>
            <ac:spMk id="12" creationId="{630E5919-898F-6738-FEEA-47C3600DAF77}"/>
          </ac:spMkLst>
        </pc:spChg>
        <pc:spChg chg="add mod">
          <ac:chgData name="Adinda Zahrah" userId="a5826866-d845-42a7-9a3b-4c36b0798fbb" providerId="ADAL" clId="{73BB7103-2D2C-59C6-B67F-91E0B0FE4278}" dt="2026-10-07T11:51:31.260" v="389" actId="27636"/>
          <ac:spMkLst>
            <pc:docMk/>
            <pc:sldMk cId="2376442821" sldId="278"/>
            <ac:spMk id="13" creationId="{F7BD0A41-849A-6466-C219-2F8F3C2FF85F}"/>
          </ac:spMkLst>
        </pc:spChg>
        <pc:spChg chg="add mod">
          <ac:chgData name="Adinda Zahrah" userId="a5826866-d845-42a7-9a3b-4c36b0798fbb" providerId="ADAL" clId="{73BB7103-2D2C-59C6-B67F-91E0B0FE4278}" dt="2026-10-07T11:48:12.587" v="348" actId="14100"/>
          <ac:spMkLst>
            <pc:docMk/>
            <pc:sldMk cId="2376442821" sldId="278"/>
            <ac:spMk id="14" creationId="{851860E4-6A0E-5439-A610-9266EEE88DA0}"/>
          </ac:spMkLst>
        </pc:spChg>
        <pc:spChg chg="add del mod">
          <ac:chgData name="Adinda Zahrah" userId="a5826866-d845-42a7-9a3b-4c36b0798fbb" providerId="ADAL" clId="{73BB7103-2D2C-59C6-B67F-91E0B0FE4278}" dt="2026-10-07T11:48:21.346" v="350" actId="478"/>
          <ac:spMkLst>
            <pc:docMk/>
            <pc:sldMk cId="2376442821" sldId="278"/>
            <ac:spMk id="16" creationId="{C942FD10-9E60-F687-FBC1-F6D9AED892F1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1:50:46.344" v="379" actId="554"/>
        <pc:sldMkLst>
          <pc:docMk/>
          <pc:sldMk cId="997169840" sldId="281"/>
        </pc:sldMkLst>
        <pc:spChg chg="del mod">
          <ac:chgData name="Adinda Zahrah" userId="a5826866-d845-42a7-9a3b-4c36b0798fbb" providerId="ADAL" clId="{73BB7103-2D2C-59C6-B67F-91E0B0FE4278}" dt="2026-10-07T11:46:32.594" v="303" actId="478"/>
          <ac:spMkLst>
            <pc:docMk/>
            <pc:sldMk cId="997169840" sldId="281"/>
            <ac:spMk id="2" creationId="{05A79A17-7DCD-7A84-406D-008B7ED062A0}"/>
          </ac:spMkLst>
        </pc:spChg>
        <pc:spChg chg="mod">
          <ac:chgData name="Adinda Zahrah" userId="a5826866-d845-42a7-9a3b-4c36b0798fbb" providerId="ADAL" clId="{73BB7103-2D2C-59C6-B67F-91E0B0FE4278}" dt="2026-10-07T11:50:46.344" v="379" actId="554"/>
          <ac:spMkLst>
            <pc:docMk/>
            <pc:sldMk cId="997169840" sldId="281"/>
            <ac:spMk id="3" creationId="{DE8234C4-82BF-85C3-8885-EDA08A77BA43}"/>
          </ac:spMkLst>
        </pc:spChg>
        <pc:spChg chg="mod">
          <ac:chgData name="Adinda Zahrah" userId="a5826866-d845-42a7-9a3b-4c36b0798fbb" providerId="ADAL" clId="{73BB7103-2D2C-59C6-B67F-91E0B0FE4278}" dt="2026-10-07T11:50:14.078" v="368" actId="1035"/>
          <ac:spMkLst>
            <pc:docMk/>
            <pc:sldMk cId="997169840" sldId="281"/>
            <ac:spMk id="5" creationId="{FD99494B-C00F-7A90-FE56-27BE6CC67406}"/>
          </ac:spMkLst>
        </pc:spChg>
        <pc:spChg chg="mod">
          <ac:chgData name="Adinda Zahrah" userId="a5826866-d845-42a7-9a3b-4c36b0798fbb" providerId="ADAL" clId="{73BB7103-2D2C-59C6-B67F-91E0B0FE4278}" dt="2026-10-07T11:50:14.078" v="368" actId="1035"/>
          <ac:spMkLst>
            <pc:docMk/>
            <pc:sldMk cId="997169840" sldId="281"/>
            <ac:spMk id="6" creationId="{17FEB697-FEE1-4288-118F-2DAF66AE30B3}"/>
          </ac:spMkLst>
        </pc:spChg>
        <pc:spChg chg="mod">
          <ac:chgData name="Adinda Zahrah" userId="a5826866-d845-42a7-9a3b-4c36b0798fbb" providerId="ADAL" clId="{73BB7103-2D2C-59C6-B67F-91E0B0FE4278}" dt="2026-10-07T11:50:46.344" v="379" actId="554"/>
          <ac:spMkLst>
            <pc:docMk/>
            <pc:sldMk cId="997169840" sldId="281"/>
            <ac:spMk id="7" creationId="{ADA0E382-5E22-D2BA-75DF-DDB89C782CA7}"/>
          </ac:spMkLst>
        </pc:spChg>
        <pc:spChg chg="mod">
          <ac:chgData name="Adinda Zahrah" userId="a5826866-d845-42a7-9a3b-4c36b0798fbb" providerId="ADAL" clId="{73BB7103-2D2C-59C6-B67F-91E0B0FE4278}" dt="2026-10-07T11:50:14.078" v="368" actId="1035"/>
          <ac:spMkLst>
            <pc:docMk/>
            <pc:sldMk cId="997169840" sldId="281"/>
            <ac:spMk id="9" creationId="{9EE85980-7B61-DABF-DA6C-F27AE7188E26}"/>
          </ac:spMkLst>
        </pc:spChg>
        <pc:spChg chg="mod">
          <ac:chgData name="Adinda Zahrah" userId="a5826866-d845-42a7-9a3b-4c36b0798fbb" providerId="ADAL" clId="{73BB7103-2D2C-59C6-B67F-91E0B0FE4278}" dt="2026-10-07T11:50:24.239" v="370" actId="27636"/>
          <ac:spMkLst>
            <pc:docMk/>
            <pc:sldMk cId="997169840" sldId="281"/>
            <ac:spMk id="10" creationId="{E320AD0C-8905-5E0B-D977-C228D034400A}"/>
          </ac:spMkLst>
        </pc:spChg>
        <pc:spChg chg="add del mod">
          <ac:chgData name="Adinda Zahrah" userId="a5826866-d845-42a7-9a3b-4c36b0798fbb" providerId="ADAL" clId="{73BB7103-2D2C-59C6-B67F-91E0B0FE4278}" dt="2026-10-07T11:46:35.188" v="305" actId="478"/>
          <ac:spMkLst>
            <pc:docMk/>
            <pc:sldMk cId="997169840" sldId="281"/>
            <ac:spMk id="12" creationId="{57640B50-C12F-1C24-5075-382CAAB1820C}"/>
          </ac:spMkLst>
        </pc:spChg>
        <pc:spChg chg="add mod">
          <ac:chgData name="Adinda Zahrah" userId="a5826866-d845-42a7-9a3b-4c36b0798fbb" providerId="ADAL" clId="{73BB7103-2D2C-59C6-B67F-91E0B0FE4278}" dt="2026-10-07T11:49:30.532" v="357" actId="1076"/>
          <ac:spMkLst>
            <pc:docMk/>
            <pc:sldMk cId="997169840" sldId="281"/>
            <ac:spMk id="13" creationId="{19AC9C52-40A2-A28E-10EF-70CF51C705C8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1:55:44.235" v="475" actId="478"/>
        <pc:sldMkLst>
          <pc:docMk/>
          <pc:sldMk cId="2817302961" sldId="282"/>
        </pc:sldMkLst>
        <pc:spChg chg="mod">
          <ac:chgData name="Adinda Zahrah" userId="a5826866-d845-42a7-9a3b-4c36b0798fbb" providerId="ADAL" clId="{73BB7103-2D2C-59C6-B67F-91E0B0FE4278}" dt="2026-10-07T11:52:21.512" v="407" actId="14100"/>
          <ac:spMkLst>
            <pc:docMk/>
            <pc:sldMk cId="2817302961" sldId="282"/>
            <ac:spMk id="2" creationId="{F06AE7DB-FDE6-3BCA-D9D1-3BDB3A21EAC5}"/>
          </ac:spMkLst>
        </pc:spChg>
        <pc:spChg chg="add mod">
          <ac:chgData name="Adinda Zahrah" userId="a5826866-d845-42a7-9a3b-4c36b0798fbb" providerId="ADAL" clId="{73BB7103-2D2C-59C6-B67F-91E0B0FE4278}" dt="2026-10-07T11:52:41.002" v="408"/>
          <ac:spMkLst>
            <pc:docMk/>
            <pc:sldMk cId="2817302961" sldId="282"/>
            <ac:spMk id="3" creationId="{E3015599-D024-FC0C-2E64-87FB885D8670}"/>
          </ac:spMkLst>
        </pc:spChg>
        <pc:spChg chg="mod">
          <ac:chgData name="Adinda Zahrah" userId="a5826866-d845-42a7-9a3b-4c36b0798fbb" providerId="ADAL" clId="{73BB7103-2D2C-59C6-B67F-91E0B0FE4278}" dt="2026-10-07T11:53:52.237" v="448" actId="1037"/>
          <ac:spMkLst>
            <pc:docMk/>
            <pc:sldMk cId="2817302961" sldId="282"/>
            <ac:spMk id="6" creationId="{0A184CA6-A9A9-8D2B-BB65-A10CB7868B86}"/>
          </ac:spMkLst>
        </pc:spChg>
        <pc:spChg chg="mod">
          <ac:chgData name="Adinda Zahrah" userId="a5826866-d845-42a7-9a3b-4c36b0798fbb" providerId="ADAL" clId="{73BB7103-2D2C-59C6-B67F-91E0B0FE4278}" dt="2026-10-07T11:55:23.078" v="465" actId="27636"/>
          <ac:spMkLst>
            <pc:docMk/>
            <pc:sldMk cId="2817302961" sldId="282"/>
            <ac:spMk id="7" creationId="{32C09DDE-F60D-C667-58A8-8FAE8A5E9D16}"/>
          </ac:spMkLst>
        </pc:spChg>
        <pc:spChg chg="mod">
          <ac:chgData name="Adinda Zahrah" userId="a5826866-d845-42a7-9a3b-4c36b0798fbb" providerId="ADAL" clId="{73BB7103-2D2C-59C6-B67F-91E0B0FE4278}" dt="2026-10-07T11:55:39.723" v="474" actId="1036"/>
          <ac:spMkLst>
            <pc:docMk/>
            <pc:sldMk cId="2817302961" sldId="282"/>
            <ac:spMk id="10" creationId="{3D87A351-A90F-2D40-74A6-F3E43B8A6A34}"/>
          </ac:spMkLst>
        </pc:spChg>
        <pc:spChg chg="add mod">
          <ac:chgData name="Adinda Zahrah" userId="a5826866-d845-42a7-9a3b-4c36b0798fbb" providerId="ADAL" clId="{73BB7103-2D2C-59C6-B67F-91E0B0FE4278}" dt="2026-10-07T11:55:17.918" v="463" actId="27636"/>
          <ac:spMkLst>
            <pc:docMk/>
            <pc:sldMk cId="2817302961" sldId="282"/>
            <ac:spMk id="11" creationId="{5BE23D24-2649-3CD4-3AD6-833B35BE9C17}"/>
          </ac:spMkLst>
        </pc:spChg>
        <pc:spChg chg="del mod">
          <ac:chgData name="Adinda Zahrah" userId="a5826866-d845-42a7-9a3b-4c36b0798fbb" providerId="ADAL" clId="{73BB7103-2D2C-59C6-B67F-91E0B0FE4278}" dt="2026-10-07T11:55:44.235" v="475" actId="478"/>
          <ac:spMkLst>
            <pc:docMk/>
            <pc:sldMk cId="2817302961" sldId="282"/>
            <ac:spMk id="13" creationId="{78A1282F-1B99-EB9D-F201-3B1A19731E80}"/>
          </ac:spMkLst>
        </pc:spChg>
      </pc:sldChg>
      <pc:sldChg chg="modSp mod">
        <pc:chgData name="Adinda Zahrah" userId="a5826866-d845-42a7-9a3b-4c36b0798fbb" providerId="ADAL" clId="{73BB7103-2D2C-59C6-B67F-91E0B0FE4278}" dt="2026-10-07T11:57:20.903" v="524" actId="1036"/>
        <pc:sldMkLst>
          <pc:docMk/>
          <pc:sldMk cId="3880322846" sldId="283"/>
        </pc:sldMkLst>
        <pc:spChg chg="mod">
          <ac:chgData name="Adinda Zahrah" userId="a5826866-d845-42a7-9a3b-4c36b0798fbb" providerId="ADAL" clId="{73BB7103-2D2C-59C6-B67F-91E0B0FE4278}" dt="2026-10-07T11:56:22.207" v="481" actId="27636"/>
          <ac:spMkLst>
            <pc:docMk/>
            <pc:sldMk cId="3880322846" sldId="283"/>
            <ac:spMk id="2" creationId="{021001DE-3914-5984-275C-5D13D425FBDF}"/>
          </ac:spMkLst>
        </pc:spChg>
        <pc:spChg chg="mod">
          <ac:chgData name="Adinda Zahrah" userId="a5826866-d845-42a7-9a3b-4c36b0798fbb" providerId="ADAL" clId="{73BB7103-2D2C-59C6-B67F-91E0B0FE4278}" dt="2026-10-07T11:56:55.828" v="509" actId="27636"/>
          <ac:spMkLst>
            <pc:docMk/>
            <pc:sldMk cId="3880322846" sldId="283"/>
            <ac:spMk id="3" creationId="{3672CB7A-162F-07CD-1EF5-D10DFBAAB630}"/>
          </ac:spMkLst>
        </pc:spChg>
        <pc:spChg chg="mod">
          <ac:chgData name="Adinda Zahrah" userId="a5826866-d845-42a7-9a3b-4c36b0798fbb" providerId="ADAL" clId="{73BB7103-2D2C-59C6-B67F-91E0B0FE4278}" dt="2026-10-07T11:56:50.878" v="507" actId="27636"/>
          <ac:spMkLst>
            <pc:docMk/>
            <pc:sldMk cId="3880322846" sldId="283"/>
            <ac:spMk id="6" creationId="{3872E184-A131-1A40-54DE-4CBA8DB3A6CA}"/>
          </ac:spMkLst>
        </pc:spChg>
        <pc:spChg chg="mod">
          <ac:chgData name="Adinda Zahrah" userId="a5826866-d845-42a7-9a3b-4c36b0798fbb" providerId="ADAL" clId="{73BB7103-2D2C-59C6-B67F-91E0B0FE4278}" dt="2026-10-07T11:57:20.903" v="524" actId="1036"/>
          <ac:spMkLst>
            <pc:docMk/>
            <pc:sldMk cId="3880322846" sldId="283"/>
            <ac:spMk id="7" creationId="{5E9CE641-0A3A-F7C8-0833-8713FE1F839D}"/>
          </ac:spMkLst>
        </pc:spChg>
        <pc:spChg chg="mod">
          <ac:chgData name="Adinda Zahrah" userId="a5826866-d845-42a7-9a3b-4c36b0798fbb" providerId="ADAL" clId="{73BB7103-2D2C-59C6-B67F-91E0B0FE4278}" dt="2026-10-07T11:56:35.357" v="503" actId="1037"/>
          <ac:spMkLst>
            <pc:docMk/>
            <pc:sldMk cId="3880322846" sldId="283"/>
            <ac:spMk id="10" creationId="{0400413B-26E2-E03E-1384-3CEFC7C9F849}"/>
          </ac:spMkLst>
        </pc:spChg>
      </pc:sldChg>
      <pc:sldChg chg="modSp mod">
        <pc:chgData name="Adinda Zahrah" userId="a5826866-d845-42a7-9a3b-4c36b0798fbb" providerId="ADAL" clId="{73BB7103-2D2C-59C6-B67F-91E0B0FE4278}" dt="2026-10-07T11:59:47.361" v="580" actId="1037"/>
        <pc:sldMkLst>
          <pc:docMk/>
          <pc:sldMk cId="446188458" sldId="286"/>
        </pc:sldMkLst>
        <pc:spChg chg="mod">
          <ac:chgData name="Adinda Zahrah" userId="a5826866-d845-42a7-9a3b-4c36b0798fbb" providerId="ADAL" clId="{73BB7103-2D2C-59C6-B67F-91E0B0FE4278}" dt="2026-10-07T11:58:27.791" v="540" actId="27636"/>
          <ac:spMkLst>
            <pc:docMk/>
            <pc:sldMk cId="446188458" sldId="286"/>
            <ac:spMk id="2" creationId="{270E9AF6-4835-F19B-9D13-0E3E2AC1B7FD}"/>
          </ac:spMkLst>
        </pc:spChg>
        <pc:spChg chg="mod">
          <ac:chgData name="Adinda Zahrah" userId="a5826866-d845-42a7-9a3b-4c36b0798fbb" providerId="ADAL" clId="{73BB7103-2D2C-59C6-B67F-91E0B0FE4278}" dt="2026-10-07T11:59:47.361" v="580" actId="1037"/>
          <ac:spMkLst>
            <pc:docMk/>
            <pc:sldMk cId="446188458" sldId="286"/>
            <ac:spMk id="3" creationId="{0A3B465A-0F4F-A8CF-203F-3CA86F8CF5D4}"/>
          </ac:spMkLst>
        </pc:spChg>
        <pc:spChg chg="mod">
          <ac:chgData name="Adinda Zahrah" userId="a5826866-d845-42a7-9a3b-4c36b0798fbb" providerId="ADAL" clId="{73BB7103-2D2C-59C6-B67F-91E0B0FE4278}" dt="2026-10-07T11:59:47.361" v="580" actId="1037"/>
          <ac:spMkLst>
            <pc:docMk/>
            <pc:sldMk cId="446188458" sldId="286"/>
            <ac:spMk id="6" creationId="{38A00C9B-3448-4A0C-1C0C-096F5285313A}"/>
          </ac:spMkLst>
        </pc:spChg>
        <pc:spChg chg="mod">
          <ac:chgData name="Adinda Zahrah" userId="a5826866-d845-42a7-9a3b-4c36b0798fbb" providerId="ADAL" clId="{73BB7103-2D2C-59C6-B67F-91E0B0FE4278}" dt="2026-10-07T11:59:47.361" v="580" actId="1037"/>
          <ac:spMkLst>
            <pc:docMk/>
            <pc:sldMk cId="446188458" sldId="286"/>
            <ac:spMk id="7" creationId="{C137F470-2C78-F8BE-27FF-8003FAB594A1}"/>
          </ac:spMkLst>
        </pc:spChg>
        <pc:spChg chg="mod">
          <ac:chgData name="Adinda Zahrah" userId="a5826866-d845-42a7-9a3b-4c36b0798fbb" providerId="ADAL" clId="{73BB7103-2D2C-59C6-B67F-91E0B0FE4278}" dt="2026-10-07T11:59:47.361" v="580" actId="1037"/>
          <ac:spMkLst>
            <pc:docMk/>
            <pc:sldMk cId="446188458" sldId="286"/>
            <ac:spMk id="10" creationId="{4211A67E-59D5-BB82-F91C-8CED6A7AA71E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2:01:31.236" v="638" actId="478"/>
        <pc:sldMkLst>
          <pc:docMk/>
          <pc:sldMk cId="3535291193" sldId="289"/>
        </pc:sldMkLst>
        <pc:spChg chg="mod">
          <ac:chgData name="Adinda Zahrah" userId="a5826866-d845-42a7-9a3b-4c36b0798fbb" providerId="ADAL" clId="{73BB7103-2D2C-59C6-B67F-91E0B0FE4278}" dt="2026-10-07T12:00:21.858" v="592" actId="27636"/>
          <ac:spMkLst>
            <pc:docMk/>
            <pc:sldMk cId="3535291193" sldId="289"/>
            <ac:spMk id="2" creationId="{F3802B6F-DD05-787E-47F4-2E0B6FA1D511}"/>
          </ac:spMkLst>
        </pc:spChg>
        <pc:spChg chg="mod">
          <ac:chgData name="Adinda Zahrah" userId="a5826866-d845-42a7-9a3b-4c36b0798fbb" providerId="ADAL" clId="{73BB7103-2D2C-59C6-B67F-91E0B0FE4278}" dt="2026-10-07T12:01:07.313" v="630" actId="1037"/>
          <ac:spMkLst>
            <pc:docMk/>
            <pc:sldMk cId="3535291193" sldId="289"/>
            <ac:spMk id="3" creationId="{85A7EFD5-9BF4-4F7F-C9D3-43869835CD77}"/>
          </ac:spMkLst>
        </pc:spChg>
        <pc:spChg chg="mod">
          <ac:chgData name="Adinda Zahrah" userId="a5826866-d845-42a7-9a3b-4c36b0798fbb" providerId="ADAL" clId="{73BB7103-2D2C-59C6-B67F-91E0B0FE4278}" dt="2026-10-07T12:00:57.765" v="610" actId="1035"/>
          <ac:spMkLst>
            <pc:docMk/>
            <pc:sldMk cId="3535291193" sldId="289"/>
            <ac:spMk id="4" creationId="{3550A66F-5E19-DBF1-E93F-FCA629420D6A}"/>
          </ac:spMkLst>
        </pc:spChg>
        <pc:spChg chg="mod">
          <ac:chgData name="Adinda Zahrah" userId="a5826866-d845-42a7-9a3b-4c36b0798fbb" providerId="ADAL" clId="{73BB7103-2D2C-59C6-B67F-91E0B0FE4278}" dt="2026-10-07T12:00:57.765" v="610" actId="1035"/>
          <ac:spMkLst>
            <pc:docMk/>
            <pc:sldMk cId="3535291193" sldId="289"/>
            <ac:spMk id="5" creationId="{7547D692-428C-E899-1157-4C8C6216E656}"/>
          </ac:spMkLst>
        </pc:spChg>
        <pc:spChg chg="mod">
          <ac:chgData name="Adinda Zahrah" userId="a5826866-d845-42a7-9a3b-4c36b0798fbb" providerId="ADAL" clId="{73BB7103-2D2C-59C6-B67F-91E0B0FE4278}" dt="2026-10-07T12:01:07.313" v="630" actId="1037"/>
          <ac:spMkLst>
            <pc:docMk/>
            <pc:sldMk cId="3535291193" sldId="289"/>
            <ac:spMk id="6" creationId="{8698D5C0-7BB1-AC00-FAB8-648B38F47FEA}"/>
          </ac:spMkLst>
        </pc:spChg>
        <pc:spChg chg="mod">
          <ac:chgData name="Adinda Zahrah" userId="a5826866-d845-42a7-9a3b-4c36b0798fbb" providerId="ADAL" clId="{73BB7103-2D2C-59C6-B67F-91E0B0FE4278}" dt="2026-10-07T12:01:07.313" v="630" actId="1037"/>
          <ac:spMkLst>
            <pc:docMk/>
            <pc:sldMk cId="3535291193" sldId="289"/>
            <ac:spMk id="7" creationId="{D7FC5F73-0C4C-3018-1513-749E22AC7A16}"/>
          </ac:spMkLst>
        </pc:spChg>
        <pc:spChg chg="mod">
          <ac:chgData name="Adinda Zahrah" userId="a5826866-d845-42a7-9a3b-4c36b0798fbb" providerId="ADAL" clId="{73BB7103-2D2C-59C6-B67F-91E0B0FE4278}" dt="2026-10-07T12:00:57.765" v="610" actId="1035"/>
          <ac:spMkLst>
            <pc:docMk/>
            <pc:sldMk cId="3535291193" sldId="289"/>
            <ac:spMk id="8" creationId="{CB4086C6-E968-94F8-9392-E4D92A6836DF}"/>
          </ac:spMkLst>
        </pc:spChg>
        <pc:spChg chg="mod">
          <ac:chgData name="Adinda Zahrah" userId="a5826866-d845-42a7-9a3b-4c36b0798fbb" providerId="ADAL" clId="{73BB7103-2D2C-59C6-B67F-91E0B0FE4278}" dt="2026-10-07T12:00:57.765" v="610" actId="1035"/>
          <ac:spMkLst>
            <pc:docMk/>
            <pc:sldMk cId="3535291193" sldId="289"/>
            <ac:spMk id="9" creationId="{62E8E0DB-2920-BB79-6B6B-C5AD030F149A}"/>
          </ac:spMkLst>
        </pc:spChg>
        <pc:spChg chg="mod">
          <ac:chgData name="Adinda Zahrah" userId="a5826866-d845-42a7-9a3b-4c36b0798fbb" providerId="ADAL" clId="{73BB7103-2D2C-59C6-B67F-91E0B0FE4278}" dt="2026-10-07T12:01:07.313" v="630" actId="1037"/>
          <ac:spMkLst>
            <pc:docMk/>
            <pc:sldMk cId="3535291193" sldId="289"/>
            <ac:spMk id="10" creationId="{BD78A86E-960F-96D3-81E1-72603CCB7E85}"/>
          </ac:spMkLst>
        </pc:spChg>
        <pc:spChg chg="add del mod">
          <ac:chgData name="Adinda Zahrah" userId="a5826866-d845-42a7-9a3b-4c36b0798fbb" providerId="ADAL" clId="{73BB7103-2D2C-59C6-B67F-91E0B0FE4278}" dt="2026-10-07T12:01:31.236" v="638" actId="478"/>
          <ac:spMkLst>
            <pc:docMk/>
            <pc:sldMk cId="3535291193" sldId="289"/>
            <ac:spMk id="11" creationId="{B329D136-D474-3CE6-A2A9-FF6198187E51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2:03:15.144" v="679" actId="1035"/>
        <pc:sldMkLst>
          <pc:docMk/>
          <pc:sldMk cId="2065854300" sldId="292"/>
        </pc:sldMkLst>
        <pc:spChg chg="mod">
          <ac:chgData name="Adinda Zahrah" userId="a5826866-d845-42a7-9a3b-4c36b0798fbb" providerId="ADAL" clId="{73BB7103-2D2C-59C6-B67F-91E0B0FE4278}" dt="2026-10-07T12:01:40.534" v="639" actId="2710"/>
          <ac:spMkLst>
            <pc:docMk/>
            <pc:sldMk cId="2065854300" sldId="292"/>
            <ac:spMk id="2" creationId="{00913F27-936C-E4F9-76A6-C6FEA9A1C25E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3" creationId="{0B5CB9A2-9F60-6570-BD5F-89C3CD4E67BC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4" creationId="{26A89AAF-DF74-E87E-E818-C9C6BBE394AD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5" creationId="{7F12AC34-E5CA-3412-520F-7BE7EDED5CEC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6" creationId="{09B054FE-CAA3-FD65-A88C-9BE940FD02E5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7" creationId="{B0A190A9-7759-609A-8F9F-52B632874393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8" creationId="{285E8A0F-3870-1D55-3C54-66DF6189643A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9" creationId="{C5AFBA2D-053A-D9A4-D200-8491DED072C6}"/>
          </ac:spMkLst>
        </pc:spChg>
        <pc:spChg chg="mod">
          <ac:chgData name="Adinda Zahrah" userId="a5826866-d845-42a7-9a3b-4c36b0798fbb" providerId="ADAL" clId="{73BB7103-2D2C-59C6-B67F-91E0B0FE4278}" dt="2026-10-07T12:03:15.144" v="679" actId="1035"/>
          <ac:spMkLst>
            <pc:docMk/>
            <pc:sldMk cId="2065854300" sldId="292"/>
            <ac:spMk id="10" creationId="{4D8E2687-7609-90E8-97D4-725CBD138D4E}"/>
          </ac:spMkLst>
        </pc:spChg>
        <pc:spChg chg="add del mod">
          <ac:chgData name="Adinda Zahrah" userId="a5826866-d845-42a7-9a3b-4c36b0798fbb" providerId="ADAL" clId="{73BB7103-2D2C-59C6-B67F-91E0B0FE4278}" dt="2026-10-07T12:03:05.965" v="674" actId="478"/>
          <ac:spMkLst>
            <pc:docMk/>
            <pc:sldMk cId="2065854300" sldId="292"/>
            <ac:spMk id="11" creationId="{6CA5328C-8E0F-D1AB-25C8-348525D73603}"/>
          </ac:spMkLst>
        </pc:spChg>
        <pc:spChg chg="add del mod">
          <ac:chgData name="Adinda Zahrah" userId="a5826866-d845-42a7-9a3b-4c36b0798fbb" providerId="ADAL" clId="{73BB7103-2D2C-59C6-B67F-91E0B0FE4278}" dt="2026-10-07T12:03:05.965" v="674" actId="478"/>
          <ac:spMkLst>
            <pc:docMk/>
            <pc:sldMk cId="2065854300" sldId="292"/>
            <ac:spMk id="12" creationId="{97070712-3A9E-1A9C-A288-56E6D402E506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2:05:43.672" v="738" actId="478"/>
        <pc:sldMkLst>
          <pc:docMk/>
          <pc:sldMk cId="555631698" sldId="295"/>
        </pc:sldMkLst>
        <pc:spChg chg="mod">
          <ac:chgData name="Adinda Zahrah" userId="a5826866-d845-42a7-9a3b-4c36b0798fbb" providerId="ADAL" clId="{73BB7103-2D2C-59C6-B67F-91E0B0FE4278}" dt="2026-10-07T12:04:04.908" v="699" actId="1076"/>
          <ac:spMkLst>
            <pc:docMk/>
            <pc:sldMk cId="555631698" sldId="295"/>
            <ac:spMk id="2" creationId="{EF79A47E-8801-71E6-DB76-60468E6E125C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3" creationId="{43BFEF36-40DA-5AC6-CEA5-0E8C47D046A0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4" creationId="{A97DF550-59C2-E795-6240-2175B1655CA9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5" creationId="{89A217ED-B905-43DB-B233-A4D233F0862B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6" creationId="{C0205270-8158-9554-851D-012BFCEAAECE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7" creationId="{A7A9540E-4B67-334C-963C-31897FABA208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8" creationId="{EDD122F0-B8B0-2BDD-D550-E8EAD11CC002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9" creationId="{D0EEFB8D-C79D-AE4C-E18C-7823DFE2F101}"/>
          </ac:spMkLst>
        </pc:spChg>
        <pc:spChg chg="mod">
          <ac:chgData name="Adinda Zahrah" userId="a5826866-d845-42a7-9a3b-4c36b0798fbb" providerId="ADAL" clId="{73BB7103-2D2C-59C6-B67F-91E0B0FE4278}" dt="2026-10-07T12:05:20.276" v="733" actId="1076"/>
          <ac:spMkLst>
            <pc:docMk/>
            <pc:sldMk cId="555631698" sldId="295"/>
            <ac:spMk id="10" creationId="{2BC292E1-A34D-0098-D0EB-860A5321FD16}"/>
          </ac:spMkLst>
        </pc:spChg>
        <pc:spChg chg="add del mod">
          <ac:chgData name="Adinda Zahrah" userId="a5826866-d845-42a7-9a3b-4c36b0798fbb" providerId="ADAL" clId="{73BB7103-2D2C-59C6-B67F-91E0B0FE4278}" dt="2026-10-07T12:05:43.672" v="738" actId="478"/>
          <ac:spMkLst>
            <pc:docMk/>
            <pc:sldMk cId="555631698" sldId="295"/>
            <ac:spMk id="11" creationId="{DBD81605-6128-FA19-5D55-ADDF5FDC3380}"/>
          </ac:spMkLst>
        </pc:spChg>
      </pc:sldChg>
      <pc:sldChg chg="modSp mod">
        <pc:chgData name="Adinda Zahrah" userId="a5826866-d845-42a7-9a3b-4c36b0798fbb" providerId="ADAL" clId="{73BB7103-2D2C-59C6-B67F-91E0B0FE4278}" dt="2026-10-07T12:06:42.555" v="763" actId="14100"/>
        <pc:sldMkLst>
          <pc:docMk/>
          <pc:sldMk cId="1647795267" sldId="297"/>
        </pc:sldMkLst>
        <pc:spChg chg="mod">
          <ac:chgData name="Adinda Zahrah" userId="a5826866-d845-42a7-9a3b-4c36b0798fbb" providerId="ADAL" clId="{73BB7103-2D2C-59C6-B67F-91E0B0FE4278}" dt="2026-10-07T12:06:04.406" v="740" actId="1076"/>
          <ac:spMkLst>
            <pc:docMk/>
            <pc:sldMk cId="1647795267" sldId="297"/>
            <ac:spMk id="2" creationId="{49225946-B3DB-B4E7-8091-CAEC8DA37D76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3" creationId="{4DD1544C-6A01-B3F9-E5EF-1686EEC3DA71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4" creationId="{CC080F26-483E-F99F-87A0-8554132CA316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5" creationId="{5B3A2754-FD78-E87A-533A-25128376987C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6" creationId="{3CADA6D5-9333-1637-6909-B713F792E55E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7" creationId="{D35BBF91-CFA7-550D-67CA-A8D1F2E55148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8" creationId="{697AB18B-7C72-EA4A-106F-59A8EA697020}"/>
          </ac:spMkLst>
        </pc:spChg>
        <pc:spChg chg="mod">
          <ac:chgData name="Adinda Zahrah" userId="a5826866-d845-42a7-9a3b-4c36b0798fbb" providerId="ADAL" clId="{73BB7103-2D2C-59C6-B67F-91E0B0FE4278}" dt="2026-10-07T12:06:35.889" v="761" actId="1076"/>
          <ac:spMkLst>
            <pc:docMk/>
            <pc:sldMk cId="1647795267" sldId="297"/>
            <ac:spMk id="9" creationId="{80CFC29C-7E78-633E-BD6F-CA6DD8D4FF8F}"/>
          </ac:spMkLst>
        </pc:spChg>
        <pc:spChg chg="mod">
          <ac:chgData name="Adinda Zahrah" userId="a5826866-d845-42a7-9a3b-4c36b0798fbb" providerId="ADAL" clId="{73BB7103-2D2C-59C6-B67F-91E0B0FE4278}" dt="2026-10-07T12:06:42.555" v="763" actId="14100"/>
          <ac:spMkLst>
            <pc:docMk/>
            <pc:sldMk cId="1647795267" sldId="297"/>
            <ac:spMk id="10" creationId="{AA4EDB21-A707-EBC7-A3D1-756D8BCD0EAB}"/>
          </ac:spMkLst>
        </pc:spChg>
      </pc:sldChg>
      <pc:sldChg chg="modSp mod">
        <pc:chgData name="Adinda Zahrah" userId="a5826866-d845-42a7-9a3b-4c36b0798fbb" providerId="ADAL" clId="{73BB7103-2D2C-59C6-B67F-91E0B0FE4278}" dt="2026-10-07T12:09:47.169" v="852" actId="1038"/>
        <pc:sldMkLst>
          <pc:docMk/>
          <pc:sldMk cId="3444036275" sldId="299"/>
        </pc:sldMkLst>
        <pc:spChg chg="mod">
          <ac:chgData name="Adinda Zahrah" userId="a5826866-d845-42a7-9a3b-4c36b0798fbb" providerId="ADAL" clId="{73BB7103-2D2C-59C6-B67F-91E0B0FE4278}" dt="2026-10-07T12:07:14.772" v="771" actId="1076"/>
          <ac:spMkLst>
            <pc:docMk/>
            <pc:sldMk cId="3444036275" sldId="299"/>
            <ac:spMk id="2" creationId="{79784323-7235-AF5A-64B6-0AC2A9E35396}"/>
          </ac:spMkLst>
        </pc:spChg>
        <pc:spChg chg="mod">
          <ac:chgData name="Adinda Zahrah" userId="a5826866-d845-42a7-9a3b-4c36b0798fbb" providerId="ADAL" clId="{73BB7103-2D2C-59C6-B67F-91E0B0FE4278}" dt="2026-10-07T12:09:41.285" v="842" actId="1037"/>
          <ac:spMkLst>
            <pc:docMk/>
            <pc:sldMk cId="3444036275" sldId="299"/>
            <ac:spMk id="3" creationId="{26A44BA3-0C5C-7B32-BB6A-A18AF2FD75A7}"/>
          </ac:spMkLst>
        </pc:spChg>
        <pc:spChg chg="mod">
          <ac:chgData name="Adinda Zahrah" userId="a5826866-d845-42a7-9a3b-4c36b0798fbb" providerId="ADAL" clId="{73BB7103-2D2C-59C6-B67F-91E0B0FE4278}" dt="2026-10-07T12:09:47.169" v="852" actId="1038"/>
          <ac:spMkLst>
            <pc:docMk/>
            <pc:sldMk cId="3444036275" sldId="299"/>
            <ac:spMk id="4" creationId="{1D9D043F-23E8-DFC1-BFE0-488575BFE7FA}"/>
          </ac:spMkLst>
        </pc:spChg>
        <pc:spChg chg="mod">
          <ac:chgData name="Adinda Zahrah" userId="a5826866-d845-42a7-9a3b-4c36b0798fbb" providerId="ADAL" clId="{73BB7103-2D2C-59C6-B67F-91E0B0FE4278}" dt="2026-10-07T12:09:47.169" v="852" actId="1038"/>
          <ac:spMkLst>
            <pc:docMk/>
            <pc:sldMk cId="3444036275" sldId="299"/>
            <ac:spMk id="5" creationId="{20632ECA-BA38-C87C-5996-6E176340DC8C}"/>
          </ac:spMkLst>
        </pc:spChg>
        <pc:spChg chg="mod">
          <ac:chgData name="Adinda Zahrah" userId="a5826866-d845-42a7-9a3b-4c36b0798fbb" providerId="ADAL" clId="{73BB7103-2D2C-59C6-B67F-91E0B0FE4278}" dt="2026-10-07T12:09:41.285" v="842" actId="1037"/>
          <ac:spMkLst>
            <pc:docMk/>
            <pc:sldMk cId="3444036275" sldId="299"/>
            <ac:spMk id="6" creationId="{E5116932-40B8-7AC8-B1C0-EA309E9470A4}"/>
          </ac:spMkLst>
        </pc:spChg>
        <pc:spChg chg="mod">
          <ac:chgData name="Adinda Zahrah" userId="a5826866-d845-42a7-9a3b-4c36b0798fbb" providerId="ADAL" clId="{73BB7103-2D2C-59C6-B67F-91E0B0FE4278}" dt="2026-10-07T12:09:41.285" v="842" actId="1037"/>
          <ac:spMkLst>
            <pc:docMk/>
            <pc:sldMk cId="3444036275" sldId="299"/>
            <ac:spMk id="7" creationId="{4102CFE6-7D1A-3D84-0D8E-621E57D52E18}"/>
          </ac:spMkLst>
        </pc:spChg>
        <pc:spChg chg="mod">
          <ac:chgData name="Adinda Zahrah" userId="a5826866-d845-42a7-9a3b-4c36b0798fbb" providerId="ADAL" clId="{73BB7103-2D2C-59C6-B67F-91E0B0FE4278}" dt="2026-10-07T12:09:47.169" v="852" actId="1038"/>
          <ac:spMkLst>
            <pc:docMk/>
            <pc:sldMk cId="3444036275" sldId="299"/>
            <ac:spMk id="8" creationId="{50C1223E-B679-19C5-BC98-12DE8AACC049}"/>
          </ac:spMkLst>
        </pc:spChg>
        <pc:spChg chg="mod">
          <ac:chgData name="Adinda Zahrah" userId="a5826866-d845-42a7-9a3b-4c36b0798fbb" providerId="ADAL" clId="{73BB7103-2D2C-59C6-B67F-91E0B0FE4278}" dt="2026-10-07T12:09:47.169" v="852" actId="1038"/>
          <ac:spMkLst>
            <pc:docMk/>
            <pc:sldMk cId="3444036275" sldId="299"/>
            <ac:spMk id="9" creationId="{BE2A8753-ECEF-02BB-F150-F829D868C75F}"/>
          </ac:spMkLst>
        </pc:spChg>
        <pc:spChg chg="mod">
          <ac:chgData name="Adinda Zahrah" userId="a5826866-d845-42a7-9a3b-4c36b0798fbb" providerId="ADAL" clId="{73BB7103-2D2C-59C6-B67F-91E0B0FE4278}" dt="2026-10-07T12:09:41.285" v="842" actId="1037"/>
          <ac:spMkLst>
            <pc:docMk/>
            <pc:sldMk cId="3444036275" sldId="299"/>
            <ac:spMk id="10" creationId="{26A2368B-2B84-DFCF-1438-F8893C407BE4}"/>
          </ac:spMkLst>
        </pc:spChg>
      </pc:sldChg>
      <pc:sldChg chg="modSp mod">
        <pc:chgData name="Adinda Zahrah" userId="a5826866-d845-42a7-9a3b-4c36b0798fbb" providerId="ADAL" clId="{73BB7103-2D2C-59C6-B67F-91E0B0FE4278}" dt="2026-10-07T12:10:43.326" v="884" actId="1037"/>
        <pc:sldMkLst>
          <pc:docMk/>
          <pc:sldMk cId="168873690" sldId="300"/>
        </pc:sldMkLst>
        <pc:spChg chg="mod">
          <ac:chgData name="Adinda Zahrah" userId="a5826866-d845-42a7-9a3b-4c36b0798fbb" providerId="ADAL" clId="{73BB7103-2D2C-59C6-B67F-91E0B0FE4278}" dt="2026-10-07T12:10:25.333" v="864" actId="1076"/>
          <ac:spMkLst>
            <pc:docMk/>
            <pc:sldMk cId="168873690" sldId="300"/>
            <ac:spMk id="2" creationId="{BC760F4C-EBAB-71A2-0973-D02AA9511DE5}"/>
          </ac:spMkLst>
        </pc:spChg>
        <pc:spChg chg="mod">
          <ac:chgData name="Adinda Zahrah" userId="a5826866-d845-42a7-9a3b-4c36b0798fbb" providerId="ADAL" clId="{73BB7103-2D2C-59C6-B67F-91E0B0FE4278}" dt="2026-10-07T12:10:43.326" v="884" actId="1037"/>
          <ac:spMkLst>
            <pc:docMk/>
            <pc:sldMk cId="168873690" sldId="300"/>
            <ac:spMk id="3" creationId="{3418D271-BF16-2FAF-BE5C-720D2F0481B1}"/>
          </ac:spMkLst>
        </pc:spChg>
        <pc:spChg chg="mod">
          <ac:chgData name="Adinda Zahrah" userId="a5826866-d845-42a7-9a3b-4c36b0798fbb" providerId="ADAL" clId="{73BB7103-2D2C-59C6-B67F-91E0B0FE4278}" dt="2026-10-07T12:10:37.224" v="874" actId="1038"/>
          <ac:spMkLst>
            <pc:docMk/>
            <pc:sldMk cId="168873690" sldId="300"/>
            <ac:spMk id="4" creationId="{AF19C9FA-01F5-5FE1-7258-DC1DDE50D0F7}"/>
          </ac:spMkLst>
        </pc:spChg>
        <pc:spChg chg="mod">
          <ac:chgData name="Adinda Zahrah" userId="a5826866-d845-42a7-9a3b-4c36b0798fbb" providerId="ADAL" clId="{73BB7103-2D2C-59C6-B67F-91E0B0FE4278}" dt="2026-10-07T12:10:37.224" v="874" actId="1038"/>
          <ac:spMkLst>
            <pc:docMk/>
            <pc:sldMk cId="168873690" sldId="300"/>
            <ac:spMk id="5" creationId="{3745BC1E-CF32-C03D-1102-F2D89FCCEB7A}"/>
          </ac:spMkLst>
        </pc:spChg>
        <pc:spChg chg="mod">
          <ac:chgData name="Adinda Zahrah" userId="a5826866-d845-42a7-9a3b-4c36b0798fbb" providerId="ADAL" clId="{73BB7103-2D2C-59C6-B67F-91E0B0FE4278}" dt="2026-10-07T12:10:43.326" v="884" actId="1037"/>
          <ac:spMkLst>
            <pc:docMk/>
            <pc:sldMk cId="168873690" sldId="300"/>
            <ac:spMk id="6" creationId="{0CDF8FEB-8745-083B-8093-78204F362B71}"/>
          </ac:spMkLst>
        </pc:spChg>
        <pc:spChg chg="mod">
          <ac:chgData name="Adinda Zahrah" userId="a5826866-d845-42a7-9a3b-4c36b0798fbb" providerId="ADAL" clId="{73BB7103-2D2C-59C6-B67F-91E0B0FE4278}" dt="2026-10-07T12:10:43.326" v="884" actId="1037"/>
          <ac:spMkLst>
            <pc:docMk/>
            <pc:sldMk cId="168873690" sldId="300"/>
            <ac:spMk id="7" creationId="{D586D247-0805-6080-72B3-C779967D09A4}"/>
          </ac:spMkLst>
        </pc:spChg>
        <pc:spChg chg="mod">
          <ac:chgData name="Adinda Zahrah" userId="a5826866-d845-42a7-9a3b-4c36b0798fbb" providerId="ADAL" clId="{73BB7103-2D2C-59C6-B67F-91E0B0FE4278}" dt="2026-10-07T12:10:37.224" v="874" actId="1038"/>
          <ac:spMkLst>
            <pc:docMk/>
            <pc:sldMk cId="168873690" sldId="300"/>
            <ac:spMk id="8" creationId="{59EE6872-D27F-874C-54FD-C44A30C75E7B}"/>
          </ac:spMkLst>
        </pc:spChg>
        <pc:spChg chg="mod">
          <ac:chgData name="Adinda Zahrah" userId="a5826866-d845-42a7-9a3b-4c36b0798fbb" providerId="ADAL" clId="{73BB7103-2D2C-59C6-B67F-91E0B0FE4278}" dt="2026-10-07T12:10:37.224" v="874" actId="1038"/>
          <ac:spMkLst>
            <pc:docMk/>
            <pc:sldMk cId="168873690" sldId="300"/>
            <ac:spMk id="9" creationId="{3B9CED63-D289-2651-E3D4-59AE6804C561}"/>
          </ac:spMkLst>
        </pc:spChg>
        <pc:spChg chg="mod">
          <ac:chgData name="Adinda Zahrah" userId="a5826866-d845-42a7-9a3b-4c36b0798fbb" providerId="ADAL" clId="{73BB7103-2D2C-59C6-B67F-91E0B0FE4278}" dt="2026-10-07T12:10:43.326" v="884" actId="1037"/>
          <ac:spMkLst>
            <pc:docMk/>
            <pc:sldMk cId="168873690" sldId="300"/>
            <ac:spMk id="10" creationId="{C017B435-B758-82C3-5BAD-4B4F0F7E473E}"/>
          </ac:spMkLst>
        </pc:spChg>
      </pc:sldChg>
      <pc:sldChg chg="del">
        <pc:chgData name="Adinda Zahrah" userId="a5826866-d845-42a7-9a3b-4c36b0798fbb" providerId="ADAL" clId="{73BB7103-2D2C-59C6-B67F-91E0B0FE4278}" dt="2026-10-07T12:12:07.333" v="939" actId="2696"/>
        <pc:sldMkLst>
          <pc:docMk/>
          <pc:sldMk cId="3389241385" sldId="302"/>
        </pc:sldMkLst>
      </pc:sldChg>
      <pc:sldChg chg="del">
        <pc:chgData name="Adinda Zahrah" userId="a5826866-d845-42a7-9a3b-4c36b0798fbb" providerId="ADAL" clId="{73BB7103-2D2C-59C6-B67F-91E0B0FE4278}" dt="2026-10-07T12:13:54.226" v="979" actId="2696"/>
        <pc:sldMkLst>
          <pc:docMk/>
          <pc:sldMk cId="987753032" sldId="304"/>
        </pc:sldMkLst>
      </pc:sldChg>
      <pc:sldChg chg="modSp mod">
        <pc:chgData name="Adinda Zahrah" userId="a5826866-d845-42a7-9a3b-4c36b0798fbb" providerId="ADAL" clId="{73BB7103-2D2C-59C6-B67F-91E0B0FE4278}" dt="2026-10-07T12:14:26.874" v="1015" actId="1038"/>
        <pc:sldMkLst>
          <pc:docMk/>
          <pc:sldMk cId="1033841894" sldId="306"/>
        </pc:sldMkLst>
        <pc:spChg chg="mod">
          <ac:chgData name="Adinda Zahrah" userId="a5826866-d845-42a7-9a3b-4c36b0798fbb" providerId="ADAL" clId="{73BB7103-2D2C-59C6-B67F-91E0B0FE4278}" dt="2026-10-07T12:14:05.890" v="980" actId="2710"/>
          <ac:spMkLst>
            <pc:docMk/>
            <pc:sldMk cId="1033841894" sldId="306"/>
            <ac:spMk id="2" creationId="{AF4D648A-F493-259B-A710-D77ECFFB9C2B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3" creationId="{36D0E326-A8DB-644B-735F-0C43E88E7215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4" creationId="{F9ED8631-D6C3-7754-BADE-73B1A6517197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5" creationId="{4D0998FB-954B-FC83-66DC-A6EF26131C99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6" creationId="{AAEE2A48-E083-5A9A-98D5-014792348049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7" creationId="{7D62B617-089C-C6F6-C646-370467EE0BB9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8" creationId="{6D900B36-0B96-EBDD-321D-3FE647E4CA73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9" creationId="{5D8424E7-B93B-4BF1-9D9A-CE1BC6A1A2C6}"/>
          </ac:spMkLst>
        </pc:spChg>
        <pc:spChg chg="mod">
          <ac:chgData name="Adinda Zahrah" userId="a5826866-d845-42a7-9a3b-4c36b0798fbb" providerId="ADAL" clId="{73BB7103-2D2C-59C6-B67F-91E0B0FE4278}" dt="2026-10-07T12:14:26.874" v="1015" actId="1038"/>
          <ac:spMkLst>
            <pc:docMk/>
            <pc:sldMk cId="1033841894" sldId="306"/>
            <ac:spMk id="10" creationId="{42B019ED-D2FC-5A50-2998-CFF747593660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2:22:23.130" v="1120" actId="478"/>
        <pc:sldMkLst>
          <pc:docMk/>
          <pc:sldMk cId="3713600362" sldId="307"/>
        </pc:sldMkLst>
        <pc:spChg chg="mod">
          <ac:chgData name="Adinda Zahrah" userId="a5826866-d845-42a7-9a3b-4c36b0798fbb" providerId="ADAL" clId="{73BB7103-2D2C-59C6-B67F-91E0B0FE4278}" dt="2026-10-07T12:18:42.046" v="1041" actId="27636"/>
          <ac:spMkLst>
            <pc:docMk/>
            <pc:sldMk cId="3713600362" sldId="307"/>
            <ac:spMk id="2" creationId="{0D52228C-1498-45C7-0FAC-C54F8FE9DD14}"/>
          </ac:spMkLst>
        </pc:spChg>
        <pc:spChg chg="mod">
          <ac:chgData name="Adinda Zahrah" userId="a5826866-d845-42a7-9a3b-4c36b0798fbb" providerId="ADAL" clId="{73BB7103-2D2C-59C6-B67F-91E0B0FE4278}" dt="2026-10-07T12:21:54.256" v="1114" actId="1037"/>
          <ac:spMkLst>
            <pc:docMk/>
            <pc:sldMk cId="3713600362" sldId="307"/>
            <ac:spMk id="3" creationId="{13948B06-C7FB-BAC4-7AA4-96AE574EE9D7}"/>
          </ac:spMkLst>
        </pc:spChg>
        <pc:spChg chg="mod">
          <ac:chgData name="Adinda Zahrah" userId="a5826866-d845-42a7-9a3b-4c36b0798fbb" providerId="ADAL" clId="{73BB7103-2D2C-59C6-B67F-91E0B0FE4278}" dt="2026-10-07T12:21:54.256" v="1114" actId="1037"/>
          <ac:spMkLst>
            <pc:docMk/>
            <pc:sldMk cId="3713600362" sldId="307"/>
            <ac:spMk id="4" creationId="{EEFDA78E-1B10-2681-582B-C6514A5B7638}"/>
          </ac:spMkLst>
        </pc:spChg>
        <pc:spChg chg="mod">
          <ac:chgData name="Adinda Zahrah" userId="a5826866-d845-42a7-9a3b-4c36b0798fbb" providerId="ADAL" clId="{73BB7103-2D2C-59C6-B67F-91E0B0FE4278}" dt="2026-10-07T12:21:54.256" v="1114" actId="1037"/>
          <ac:spMkLst>
            <pc:docMk/>
            <pc:sldMk cId="3713600362" sldId="307"/>
            <ac:spMk id="5" creationId="{6DAD9EE0-D72C-0C99-DF9E-D83832999389}"/>
          </ac:spMkLst>
        </pc:spChg>
        <pc:spChg chg="mod">
          <ac:chgData name="Adinda Zahrah" userId="a5826866-d845-42a7-9a3b-4c36b0798fbb" providerId="ADAL" clId="{73BB7103-2D2C-59C6-B67F-91E0B0FE4278}" dt="2026-10-07T12:20:55.858" v="1094" actId="554"/>
          <ac:spMkLst>
            <pc:docMk/>
            <pc:sldMk cId="3713600362" sldId="307"/>
            <ac:spMk id="6" creationId="{5BB4BB1F-18BA-0EEC-0D46-3A0153A2598B}"/>
          </ac:spMkLst>
        </pc:spChg>
        <pc:spChg chg="mod">
          <ac:chgData name="Adinda Zahrah" userId="a5826866-d845-42a7-9a3b-4c36b0798fbb" providerId="ADAL" clId="{73BB7103-2D2C-59C6-B67F-91E0B0FE4278}" dt="2026-10-07T12:19:34.302" v="1079" actId="27636"/>
          <ac:spMkLst>
            <pc:docMk/>
            <pc:sldMk cId="3713600362" sldId="307"/>
            <ac:spMk id="7" creationId="{C50AEE4E-5196-2A40-10F0-2F6E4B84D199}"/>
          </ac:spMkLst>
        </pc:spChg>
        <pc:spChg chg="del mod">
          <ac:chgData name="Adinda Zahrah" userId="a5826866-d845-42a7-9a3b-4c36b0798fbb" providerId="ADAL" clId="{73BB7103-2D2C-59C6-B67F-91E0B0FE4278}" dt="2026-10-07T12:20:43.525" v="1092" actId="478"/>
          <ac:spMkLst>
            <pc:docMk/>
            <pc:sldMk cId="3713600362" sldId="307"/>
            <ac:spMk id="10" creationId="{09EFBAE5-E1E1-2C5F-EC6D-3558B306C81B}"/>
          </ac:spMkLst>
        </pc:spChg>
        <pc:spChg chg="add mod">
          <ac:chgData name="Adinda Zahrah" userId="a5826866-d845-42a7-9a3b-4c36b0798fbb" providerId="ADAL" clId="{73BB7103-2D2C-59C6-B67F-91E0B0FE4278}" dt="2026-10-07T12:20:02.059" v="1082"/>
          <ac:spMkLst>
            <pc:docMk/>
            <pc:sldMk cId="3713600362" sldId="307"/>
            <ac:spMk id="11" creationId="{51C71623-4A5E-67A9-57A0-265FEDA2C012}"/>
          </ac:spMkLst>
        </pc:spChg>
        <pc:spChg chg="add mod">
          <ac:chgData name="Adinda Zahrah" userId="a5826866-d845-42a7-9a3b-4c36b0798fbb" providerId="ADAL" clId="{73BB7103-2D2C-59C6-B67F-91E0B0FE4278}" dt="2026-10-07T12:21:54.256" v="1114" actId="1037"/>
          <ac:spMkLst>
            <pc:docMk/>
            <pc:sldMk cId="3713600362" sldId="307"/>
            <ac:spMk id="12" creationId="{8B86D491-715E-CE5C-FAD3-5CDC2D6E19BA}"/>
          </ac:spMkLst>
        </pc:spChg>
        <pc:spChg chg="add del mod">
          <ac:chgData name="Adinda Zahrah" userId="a5826866-d845-42a7-9a3b-4c36b0798fbb" providerId="ADAL" clId="{73BB7103-2D2C-59C6-B67F-91E0B0FE4278}" dt="2026-10-07T12:20:45.313" v="1093" actId="478"/>
          <ac:spMkLst>
            <pc:docMk/>
            <pc:sldMk cId="3713600362" sldId="307"/>
            <ac:spMk id="14" creationId="{3D70CC98-5BEA-A884-8E3B-2F13D2F57292}"/>
          </ac:spMkLst>
        </pc:spChg>
        <pc:spChg chg="add del mod">
          <ac:chgData name="Adinda Zahrah" userId="a5826866-d845-42a7-9a3b-4c36b0798fbb" providerId="ADAL" clId="{73BB7103-2D2C-59C6-B67F-91E0B0FE4278}" dt="2026-10-07T12:22:23.130" v="1120" actId="478"/>
          <ac:spMkLst>
            <pc:docMk/>
            <pc:sldMk cId="3713600362" sldId="307"/>
            <ac:spMk id="15" creationId="{F574F7FE-582F-06DB-76C3-20E7EC73220C}"/>
          </ac:spMkLst>
        </pc:spChg>
      </pc:sldChg>
      <pc:sldChg chg="addSp delSp modSp mod">
        <pc:chgData name="Adinda Zahrah" userId="a5826866-d845-42a7-9a3b-4c36b0798fbb" providerId="ADAL" clId="{73BB7103-2D2C-59C6-B67F-91E0B0FE4278}" dt="2026-10-07T12:23:21.826" v="1149" actId="478"/>
        <pc:sldMkLst>
          <pc:docMk/>
          <pc:sldMk cId="2813916479" sldId="309"/>
        </pc:sldMkLst>
        <pc:spChg chg="mod">
          <ac:chgData name="Adinda Zahrah" userId="a5826866-d845-42a7-9a3b-4c36b0798fbb" providerId="ADAL" clId="{73BB7103-2D2C-59C6-B67F-91E0B0FE4278}" dt="2026-10-07T12:22:59.305" v="1125" actId="27636"/>
          <ac:spMkLst>
            <pc:docMk/>
            <pc:sldMk cId="2813916479" sldId="309"/>
            <ac:spMk id="2" creationId="{A344CB3E-1468-07FF-5E2D-1F4B4E6547D7}"/>
          </ac:spMkLst>
        </pc:spChg>
        <pc:spChg chg="mod">
          <ac:chgData name="Adinda Zahrah" userId="a5826866-d845-42a7-9a3b-4c36b0798fbb" providerId="ADAL" clId="{73BB7103-2D2C-59C6-B67F-91E0B0FE4278}" dt="2026-10-07T12:23:09.976" v="1145" actId="1037"/>
          <ac:spMkLst>
            <pc:docMk/>
            <pc:sldMk cId="2813916479" sldId="309"/>
            <ac:spMk id="3" creationId="{AD2CF5CC-C068-B577-14CE-AF8974FAFEAD}"/>
          </ac:spMkLst>
        </pc:spChg>
        <pc:spChg chg="mod">
          <ac:chgData name="Adinda Zahrah" userId="a5826866-d845-42a7-9a3b-4c36b0798fbb" providerId="ADAL" clId="{73BB7103-2D2C-59C6-B67F-91E0B0FE4278}" dt="2026-10-07T12:22:45.515" v="1122" actId="1076"/>
          <ac:spMkLst>
            <pc:docMk/>
            <pc:sldMk cId="2813916479" sldId="309"/>
            <ac:spMk id="4" creationId="{8D2082A1-4030-46FA-BC44-3B861E013EC5}"/>
          </ac:spMkLst>
        </pc:spChg>
        <pc:spChg chg="mod">
          <ac:chgData name="Adinda Zahrah" userId="a5826866-d845-42a7-9a3b-4c36b0798fbb" providerId="ADAL" clId="{73BB7103-2D2C-59C6-B67F-91E0B0FE4278}" dt="2026-10-07T12:22:45.515" v="1122" actId="1076"/>
          <ac:spMkLst>
            <pc:docMk/>
            <pc:sldMk cId="2813916479" sldId="309"/>
            <ac:spMk id="5" creationId="{E2ECAF06-299F-4E48-B026-40B07914F414}"/>
          </ac:spMkLst>
        </pc:spChg>
        <pc:spChg chg="mod">
          <ac:chgData name="Adinda Zahrah" userId="a5826866-d845-42a7-9a3b-4c36b0798fbb" providerId="ADAL" clId="{73BB7103-2D2C-59C6-B67F-91E0B0FE4278}" dt="2026-10-07T12:23:09.976" v="1145" actId="1037"/>
          <ac:spMkLst>
            <pc:docMk/>
            <pc:sldMk cId="2813916479" sldId="309"/>
            <ac:spMk id="6" creationId="{3FB6AC23-D9ED-962B-45A6-F0E78A3CF429}"/>
          </ac:spMkLst>
        </pc:spChg>
        <pc:spChg chg="mod">
          <ac:chgData name="Adinda Zahrah" userId="a5826866-d845-42a7-9a3b-4c36b0798fbb" providerId="ADAL" clId="{73BB7103-2D2C-59C6-B67F-91E0B0FE4278}" dt="2026-10-07T12:23:09.976" v="1145" actId="1037"/>
          <ac:spMkLst>
            <pc:docMk/>
            <pc:sldMk cId="2813916479" sldId="309"/>
            <ac:spMk id="7" creationId="{A5FCD8F4-FB43-DCC7-CE89-C814002AE0FD}"/>
          </ac:spMkLst>
        </pc:spChg>
        <pc:spChg chg="mod">
          <ac:chgData name="Adinda Zahrah" userId="a5826866-d845-42a7-9a3b-4c36b0798fbb" providerId="ADAL" clId="{73BB7103-2D2C-59C6-B67F-91E0B0FE4278}" dt="2026-10-07T12:23:09.976" v="1145" actId="1037"/>
          <ac:spMkLst>
            <pc:docMk/>
            <pc:sldMk cId="2813916479" sldId="309"/>
            <ac:spMk id="10" creationId="{75030193-F907-B152-A1BE-5FD472E5F43A}"/>
          </ac:spMkLst>
        </pc:spChg>
        <pc:spChg chg="add del mod">
          <ac:chgData name="Adinda Zahrah" userId="a5826866-d845-42a7-9a3b-4c36b0798fbb" providerId="ADAL" clId="{73BB7103-2D2C-59C6-B67F-91E0B0FE4278}" dt="2026-10-07T12:23:21.826" v="1149" actId="478"/>
          <ac:spMkLst>
            <pc:docMk/>
            <pc:sldMk cId="2813916479" sldId="309"/>
            <ac:spMk id="11" creationId="{B47FE831-6462-7BC0-817E-FF53A2A6B545}"/>
          </ac:spMkLst>
        </pc:spChg>
      </pc:sldChg>
      <pc:sldChg chg="del">
        <pc:chgData name="Adinda Zahrah" userId="a5826866-d845-42a7-9a3b-4c36b0798fbb" providerId="ADAL" clId="{73BB7103-2D2C-59C6-B67F-91E0B0FE4278}" dt="2026-10-07T12:24:22.897" v="1190" actId="2696"/>
        <pc:sldMkLst>
          <pc:docMk/>
          <pc:sldMk cId="3471445776" sldId="310"/>
        </pc:sldMkLst>
      </pc:sldChg>
      <pc:sldChg chg="addSp delSp modSp del mod">
        <pc:chgData name="Adinda Zahrah" userId="a5826866-d845-42a7-9a3b-4c36b0798fbb" providerId="ADAL" clId="{73BB7103-2D2C-59C6-B67F-91E0B0FE4278}" dt="2026-10-07T11:49:11.290" v="355" actId="2696"/>
        <pc:sldMkLst>
          <pc:docMk/>
          <pc:sldMk cId="3065091680" sldId="330"/>
        </pc:sldMkLst>
        <pc:spChg chg="mod">
          <ac:chgData name="Adinda Zahrah" userId="a5826866-d845-42a7-9a3b-4c36b0798fbb" providerId="ADAL" clId="{73BB7103-2D2C-59C6-B67F-91E0B0FE4278}" dt="2026-10-07T11:46:59.035" v="314" actId="14100"/>
          <ac:spMkLst>
            <pc:docMk/>
            <pc:sldMk cId="3065091680" sldId="330"/>
            <ac:spMk id="2" creationId="{B9F6E4D6-DEA4-BF4F-8FD1-B4F618E05222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3" creationId="{34DF7E0F-5367-062E-BEB7-AE30894CF6F0}"/>
          </ac:spMkLst>
        </pc:spChg>
        <pc:spChg chg="add del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5" creationId="{AAC014D8-CD41-842E-3736-26E5A29D6AD3}"/>
          </ac:spMkLst>
        </pc:spChg>
        <pc:spChg chg="mod">
          <ac:chgData name="Adinda Zahrah" userId="a5826866-d845-42a7-9a3b-4c36b0798fbb" providerId="ADAL" clId="{73BB7103-2D2C-59C6-B67F-91E0B0FE4278}" dt="2026-10-07T11:45:00.592" v="245" actId="120"/>
          <ac:spMkLst>
            <pc:docMk/>
            <pc:sldMk cId="3065091680" sldId="330"/>
            <ac:spMk id="6" creationId="{9277535B-A597-1860-7EBA-9E765E95EAFC}"/>
          </ac:spMkLst>
        </pc:spChg>
        <pc:spChg chg="mod">
          <ac:chgData name="Adinda Zahrah" userId="a5826866-d845-42a7-9a3b-4c36b0798fbb" providerId="ADAL" clId="{73BB7103-2D2C-59C6-B67F-91E0B0FE4278}" dt="2026-10-07T11:45:00.592" v="245" actId="120"/>
          <ac:spMkLst>
            <pc:docMk/>
            <pc:sldMk cId="3065091680" sldId="330"/>
            <ac:spMk id="7" creationId="{DC088A5F-A249-F2DB-54AA-D13C81F464C5}"/>
          </ac:spMkLst>
        </pc:spChg>
        <pc:spChg chg="add del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8" creationId="{504378E4-0262-6EE3-81B9-F23A038D4B48}"/>
          </ac:spMkLst>
        </pc:spChg>
        <pc:spChg chg="add del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9" creationId="{4FD81DBE-D2E8-A746-F20C-6C8C9D60FAB0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10" creationId="{683715D7-91B2-4471-2637-08570605BB8B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15" creationId="{7E855F90-DD8F-6156-461C-DA7ED4159993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17" creationId="{B84DBC24-F5CE-34BB-BB7F-3A3273B0AC0E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21" creationId="{521195CC-ED11-3289-0B8C-8E077BE14AB6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23" creationId="{EE80D763-7A29-8DD8-72C1-993C9F62A8FC}"/>
          </ac:spMkLst>
        </pc:spChg>
        <pc:spChg chg="add del mod">
          <ac:chgData name="Adinda Zahrah" userId="a5826866-d845-42a7-9a3b-4c36b0798fbb" providerId="ADAL" clId="{73BB7103-2D2C-59C6-B67F-91E0B0FE4278}" dt="2026-10-07T11:48:59.377" v="352" actId="478"/>
          <ac:spMkLst>
            <pc:docMk/>
            <pc:sldMk cId="3065091680" sldId="330"/>
            <ac:spMk id="27" creationId="{EC8B7B9F-E0A2-80A7-BB1D-E314CB31BDF6}"/>
          </ac:spMkLst>
        </pc:spChg>
      </pc:sldChg>
      <pc:sldChg chg="del">
        <pc:chgData name="Adinda Zahrah" userId="a5826866-d845-42a7-9a3b-4c36b0798fbb" providerId="ADAL" clId="{73BB7103-2D2C-59C6-B67F-91E0B0FE4278}" dt="2026-10-07T11:51:00.106" v="382" actId="2696"/>
        <pc:sldMkLst>
          <pc:docMk/>
          <pc:sldMk cId="1321584422" sldId="331"/>
        </pc:sldMkLst>
      </pc:sldChg>
      <pc:sldChg chg="del">
        <pc:chgData name="Adinda Zahrah" userId="a5826866-d845-42a7-9a3b-4c36b0798fbb" providerId="ADAL" clId="{73BB7103-2D2C-59C6-B67F-91E0B0FE4278}" dt="2026-10-07T11:56:06.611" v="478" actId="2696"/>
        <pc:sldMkLst>
          <pc:docMk/>
          <pc:sldMk cId="3502520059" sldId="332"/>
        </pc:sldMkLst>
      </pc:sldChg>
      <pc:sldChg chg="del">
        <pc:chgData name="Adinda Zahrah" userId="a5826866-d845-42a7-9a3b-4c36b0798fbb" providerId="ADAL" clId="{73BB7103-2D2C-59C6-B67F-91E0B0FE4278}" dt="2026-10-07T11:57:37.883" v="527" actId="2696"/>
        <pc:sldMkLst>
          <pc:docMk/>
          <pc:sldMk cId="1621655377" sldId="333"/>
        </pc:sldMkLst>
      </pc:sldChg>
      <pc:sldChg chg="del">
        <pc:chgData name="Adinda Zahrah" userId="a5826866-d845-42a7-9a3b-4c36b0798fbb" providerId="ADAL" clId="{73BB7103-2D2C-59C6-B67F-91E0B0FE4278}" dt="2026-10-07T12:00:05.099" v="589" actId="2696"/>
        <pc:sldMkLst>
          <pc:docMk/>
          <pc:sldMk cId="66490293" sldId="334"/>
        </pc:sldMkLst>
      </pc:sldChg>
      <pc:sldChg chg="del">
        <pc:chgData name="Adinda Zahrah" userId="a5826866-d845-42a7-9a3b-4c36b0798fbb" providerId="ADAL" clId="{73BB7103-2D2C-59C6-B67F-91E0B0FE4278}" dt="2026-10-07T12:01:18.260" v="632" actId="2696"/>
        <pc:sldMkLst>
          <pc:docMk/>
          <pc:sldMk cId="1163894080" sldId="335"/>
        </pc:sldMkLst>
      </pc:sldChg>
      <pc:sldChg chg="del">
        <pc:chgData name="Adinda Zahrah" userId="a5826866-d845-42a7-9a3b-4c36b0798fbb" providerId="ADAL" clId="{73BB7103-2D2C-59C6-B67F-91E0B0FE4278}" dt="2026-10-07T12:03:29.697" v="682" actId="2696"/>
        <pc:sldMkLst>
          <pc:docMk/>
          <pc:sldMk cId="664992355" sldId="337"/>
        </pc:sldMkLst>
      </pc:sldChg>
      <pc:sldChg chg="del">
        <pc:chgData name="Adinda Zahrah" userId="a5826866-d845-42a7-9a3b-4c36b0798fbb" providerId="ADAL" clId="{73BB7103-2D2C-59C6-B67F-91E0B0FE4278}" dt="2026-10-07T12:05:40.661" v="737" actId="2696"/>
        <pc:sldMkLst>
          <pc:docMk/>
          <pc:sldMk cId="4027260618" sldId="338"/>
        </pc:sldMkLst>
      </pc:sldChg>
      <pc:sldChg chg="del">
        <pc:chgData name="Adinda Zahrah" userId="a5826866-d845-42a7-9a3b-4c36b0798fbb" providerId="ADAL" clId="{73BB7103-2D2C-59C6-B67F-91E0B0FE4278}" dt="2026-10-07T12:06:53.740" v="766" actId="2696"/>
        <pc:sldMkLst>
          <pc:docMk/>
          <pc:sldMk cId="1714478369" sldId="339"/>
        </pc:sldMkLst>
      </pc:sldChg>
      <pc:sldChg chg="del">
        <pc:chgData name="Adinda Zahrah" userId="a5826866-d845-42a7-9a3b-4c36b0798fbb" providerId="ADAL" clId="{73BB7103-2D2C-59C6-B67F-91E0B0FE4278}" dt="2026-10-07T12:10:05.291" v="855" actId="2696"/>
        <pc:sldMkLst>
          <pc:docMk/>
          <pc:sldMk cId="2721147275" sldId="340"/>
        </pc:sldMkLst>
      </pc:sldChg>
      <pc:sldChg chg="del">
        <pc:chgData name="Adinda Zahrah" userId="a5826866-d845-42a7-9a3b-4c36b0798fbb" providerId="ADAL" clId="{73BB7103-2D2C-59C6-B67F-91E0B0FE4278}" dt="2026-10-07T12:10:55.282" v="887" actId="2696"/>
        <pc:sldMkLst>
          <pc:docMk/>
          <pc:sldMk cId="2255679779" sldId="341"/>
        </pc:sldMkLst>
      </pc:sldChg>
      <pc:sldChg chg="addSp delSp modSp mod">
        <pc:chgData name="Adinda Zahrah" userId="a5826866-d845-42a7-9a3b-4c36b0798fbb" providerId="ADAL" clId="{73BB7103-2D2C-59C6-B67F-91E0B0FE4278}" dt="2026-10-07T12:12:05.314" v="938" actId="478"/>
        <pc:sldMkLst>
          <pc:docMk/>
          <pc:sldMk cId="474871262" sldId="342"/>
        </pc:sldMkLst>
        <pc:spChg chg="mod">
          <ac:chgData name="Adinda Zahrah" userId="a5826866-d845-42a7-9a3b-4c36b0798fbb" providerId="ADAL" clId="{73BB7103-2D2C-59C6-B67F-91E0B0FE4278}" dt="2026-10-07T12:11:20.115" v="896" actId="14100"/>
          <ac:spMkLst>
            <pc:docMk/>
            <pc:sldMk cId="474871262" sldId="342"/>
            <ac:spMk id="2" creationId="{44C3F2BA-1F57-82B0-41D9-208491651451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3" creationId="{A2F75AE7-59B3-043C-535D-0A18B8583FF9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4" creationId="{986CBDB5-99B0-BF86-6353-26542248AE7C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5" creationId="{A39760F6-4690-91EC-7BED-A52831C44FA5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6" creationId="{EFCE68AB-EE2F-C717-D5D9-1CA1CE039359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7" creationId="{9FB53873-9BA6-6B41-E0E2-CEF1B67D0293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8" creationId="{729368EE-6857-1D6E-2FE2-D8FDC952973D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9" creationId="{EBED53AA-98FA-4954-EDED-33A5D2E41B04}"/>
          </ac:spMkLst>
        </pc:spChg>
        <pc:spChg chg="mod">
          <ac:chgData name="Adinda Zahrah" userId="a5826866-d845-42a7-9a3b-4c36b0798fbb" providerId="ADAL" clId="{73BB7103-2D2C-59C6-B67F-91E0B0FE4278}" dt="2026-10-07T12:11:39.632" v="934" actId="1038"/>
          <ac:spMkLst>
            <pc:docMk/>
            <pc:sldMk cId="474871262" sldId="342"/>
            <ac:spMk id="10" creationId="{2261714E-34AC-48F9-5511-594647FFF2B3}"/>
          </ac:spMkLst>
        </pc:spChg>
        <pc:spChg chg="add del mod">
          <ac:chgData name="Adinda Zahrah" userId="a5826866-d845-42a7-9a3b-4c36b0798fbb" providerId="ADAL" clId="{73BB7103-2D2C-59C6-B67F-91E0B0FE4278}" dt="2026-10-07T12:12:05.314" v="938" actId="478"/>
          <ac:spMkLst>
            <pc:docMk/>
            <pc:sldMk cId="474871262" sldId="342"/>
            <ac:spMk id="11" creationId="{4FFC7721-7856-936E-820C-409A00043C50}"/>
          </ac:spMkLst>
        </pc:spChg>
      </pc:sldChg>
      <pc:sldChg chg="modSp mod ord">
        <pc:chgData name="Adinda Zahrah" userId="a5826866-d845-42a7-9a3b-4c36b0798fbb" providerId="ADAL" clId="{73BB7103-2D2C-59C6-B67F-91E0B0FE4278}" dt="2026-10-07T12:13:34.229" v="976" actId="255"/>
        <pc:sldMkLst>
          <pc:docMk/>
          <pc:sldMk cId="2202021593" sldId="343"/>
        </pc:sldMkLst>
        <pc:spChg chg="mod">
          <ac:chgData name="Adinda Zahrah" userId="a5826866-d845-42a7-9a3b-4c36b0798fbb" providerId="ADAL" clId="{73BB7103-2D2C-59C6-B67F-91E0B0FE4278}" dt="2026-10-07T12:12:29.792" v="941" actId="2710"/>
          <ac:spMkLst>
            <pc:docMk/>
            <pc:sldMk cId="2202021593" sldId="343"/>
            <ac:spMk id="2" creationId="{906A622A-A9BE-12A2-4D59-1AAB40B0D0CD}"/>
          </ac:spMkLst>
        </pc:spChg>
        <pc:spChg chg="mod">
          <ac:chgData name="Adinda Zahrah" userId="a5826866-d845-42a7-9a3b-4c36b0798fbb" providerId="ADAL" clId="{73BB7103-2D2C-59C6-B67F-91E0B0FE4278}" dt="2026-10-07T12:13:25.546" v="973" actId="14100"/>
          <ac:spMkLst>
            <pc:docMk/>
            <pc:sldMk cId="2202021593" sldId="343"/>
            <ac:spMk id="3" creationId="{F4C72AF2-8831-CED6-4ED6-2BB93AA2033A}"/>
          </ac:spMkLst>
        </pc:spChg>
        <pc:spChg chg="mod">
          <ac:chgData name="Adinda Zahrah" userId="a5826866-d845-42a7-9a3b-4c36b0798fbb" providerId="ADAL" clId="{73BB7103-2D2C-59C6-B67F-91E0B0FE4278}" dt="2026-10-07T12:13:01.930" v="963" actId="1076"/>
          <ac:spMkLst>
            <pc:docMk/>
            <pc:sldMk cId="2202021593" sldId="343"/>
            <ac:spMk id="4" creationId="{EB9081B4-F6E3-4C5D-0E17-F5CE6DF53DE7}"/>
          </ac:spMkLst>
        </pc:spChg>
        <pc:spChg chg="mod">
          <ac:chgData name="Adinda Zahrah" userId="a5826866-d845-42a7-9a3b-4c36b0798fbb" providerId="ADAL" clId="{73BB7103-2D2C-59C6-B67F-91E0B0FE4278}" dt="2026-10-07T12:13:01.930" v="963" actId="1076"/>
          <ac:spMkLst>
            <pc:docMk/>
            <pc:sldMk cId="2202021593" sldId="343"/>
            <ac:spMk id="5" creationId="{6758B8E8-1FC3-F596-FB57-DE923BE6C4C9}"/>
          </ac:spMkLst>
        </pc:spChg>
        <pc:spChg chg="mod">
          <ac:chgData name="Adinda Zahrah" userId="a5826866-d845-42a7-9a3b-4c36b0798fbb" providerId="ADAL" clId="{73BB7103-2D2C-59C6-B67F-91E0B0FE4278}" dt="2026-10-07T12:13:34.229" v="976" actId="255"/>
          <ac:spMkLst>
            <pc:docMk/>
            <pc:sldMk cId="2202021593" sldId="343"/>
            <ac:spMk id="6" creationId="{5B50897A-F6B4-36E4-E5A3-CA9BEA164BF4}"/>
          </ac:spMkLst>
        </pc:spChg>
        <pc:spChg chg="mod">
          <ac:chgData name="Adinda Zahrah" userId="a5826866-d845-42a7-9a3b-4c36b0798fbb" providerId="ADAL" clId="{73BB7103-2D2C-59C6-B67F-91E0B0FE4278}" dt="2026-10-07T12:13:34.229" v="976" actId="255"/>
          <ac:spMkLst>
            <pc:docMk/>
            <pc:sldMk cId="2202021593" sldId="343"/>
            <ac:spMk id="7" creationId="{8B290CDF-E983-BD06-C87C-880A19EE1E6D}"/>
          </ac:spMkLst>
        </pc:spChg>
        <pc:spChg chg="mod">
          <ac:chgData name="Adinda Zahrah" userId="a5826866-d845-42a7-9a3b-4c36b0798fbb" providerId="ADAL" clId="{73BB7103-2D2C-59C6-B67F-91E0B0FE4278}" dt="2026-10-07T12:12:55.180" v="962" actId="1076"/>
          <ac:spMkLst>
            <pc:docMk/>
            <pc:sldMk cId="2202021593" sldId="343"/>
            <ac:spMk id="8" creationId="{CE00348A-2A4E-A07A-A4E1-AC5BCE0EF70B}"/>
          </ac:spMkLst>
        </pc:spChg>
        <pc:spChg chg="mod">
          <ac:chgData name="Adinda Zahrah" userId="a5826866-d845-42a7-9a3b-4c36b0798fbb" providerId="ADAL" clId="{73BB7103-2D2C-59C6-B67F-91E0B0FE4278}" dt="2026-10-07T12:12:55.180" v="962" actId="1076"/>
          <ac:spMkLst>
            <pc:docMk/>
            <pc:sldMk cId="2202021593" sldId="343"/>
            <ac:spMk id="9" creationId="{CF5CBC26-442A-991C-EA30-6F4DCB8F2E68}"/>
          </ac:spMkLst>
        </pc:spChg>
        <pc:spChg chg="mod">
          <ac:chgData name="Adinda Zahrah" userId="a5826866-d845-42a7-9a3b-4c36b0798fbb" providerId="ADAL" clId="{73BB7103-2D2C-59C6-B67F-91E0B0FE4278}" dt="2026-10-07T12:13:34.229" v="976" actId="255"/>
          <ac:spMkLst>
            <pc:docMk/>
            <pc:sldMk cId="2202021593" sldId="343"/>
            <ac:spMk id="10" creationId="{09A3582E-9085-FBCF-C8E8-613940D19F2F}"/>
          </ac:spMkLst>
        </pc:spChg>
      </pc:sldChg>
      <pc:sldChg chg="del">
        <pc:chgData name="Adinda Zahrah" userId="a5826866-d845-42a7-9a3b-4c36b0798fbb" providerId="ADAL" clId="{73BB7103-2D2C-59C6-B67F-91E0B0FE4278}" dt="2026-10-07T12:22:17.540" v="1119" actId="2696"/>
        <pc:sldMkLst>
          <pc:docMk/>
          <pc:sldMk cId="473191594" sldId="344"/>
        </pc:sldMkLst>
      </pc:sldChg>
      <pc:sldChg chg="del">
        <pc:chgData name="Adinda Zahrah" userId="a5826866-d845-42a7-9a3b-4c36b0798fbb" providerId="ADAL" clId="{73BB7103-2D2C-59C6-B67F-91E0B0FE4278}" dt="2026-10-07T12:23:19.564" v="1148" actId="2696"/>
        <pc:sldMkLst>
          <pc:docMk/>
          <pc:sldMk cId="3602210085" sldId="345"/>
        </pc:sldMkLst>
      </pc:sldChg>
      <pc:sldChg chg="modSp mod">
        <pc:chgData name="Adinda Zahrah" userId="a5826866-d845-42a7-9a3b-4c36b0798fbb" providerId="ADAL" clId="{73BB7103-2D2C-59C6-B67F-91E0B0FE4278}" dt="2026-10-07T12:24:11.010" v="1187" actId="1035"/>
        <pc:sldMkLst>
          <pc:docMk/>
          <pc:sldMk cId="3257119666" sldId="346"/>
        </pc:sldMkLst>
        <pc:spChg chg="mod">
          <ac:chgData name="Adinda Zahrah" userId="a5826866-d845-42a7-9a3b-4c36b0798fbb" providerId="ADAL" clId="{73BB7103-2D2C-59C6-B67F-91E0B0FE4278}" dt="2026-10-07T12:23:31.175" v="1152" actId="27636"/>
          <ac:spMkLst>
            <pc:docMk/>
            <pc:sldMk cId="3257119666" sldId="346"/>
            <ac:spMk id="2" creationId="{25C19DD1-29D6-8C21-BB8E-EF3A4B3FD987}"/>
          </ac:spMkLst>
        </pc:spChg>
        <pc:spChg chg="mod">
          <ac:chgData name="Adinda Zahrah" userId="a5826866-d845-42a7-9a3b-4c36b0798fbb" providerId="ADAL" clId="{73BB7103-2D2C-59C6-B67F-91E0B0FE4278}" dt="2026-10-07T12:24:11.010" v="1187" actId="1035"/>
          <ac:spMkLst>
            <pc:docMk/>
            <pc:sldMk cId="3257119666" sldId="346"/>
            <ac:spMk id="3" creationId="{DF6CFF63-5387-E0AD-F65B-5FD3FC004E4B}"/>
          </ac:spMkLst>
        </pc:spChg>
        <pc:spChg chg="mod">
          <ac:chgData name="Adinda Zahrah" userId="a5826866-d845-42a7-9a3b-4c36b0798fbb" providerId="ADAL" clId="{73BB7103-2D2C-59C6-B67F-91E0B0FE4278}" dt="2026-10-07T12:24:11.010" v="1187" actId="1035"/>
          <ac:spMkLst>
            <pc:docMk/>
            <pc:sldMk cId="3257119666" sldId="346"/>
            <ac:spMk id="4" creationId="{C8D3E5C5-4C0A-F490-14D8-7F2FF530C2C8}"/>
          </ac:spMkLst>
        </pc:spChg>
        <pc:spChg chg="mod">
          <ac:chgData name="Adinda Zahrah" userId="a5826866-d845-42a7-9a3b-4c36b0798fbb" providerId="ADAL" clId="{73BB7103-2D2C-59C6-B67F-91E0B0FE4278}" dt="2026-10-07T12:24:00.973" v="1185" actId="1038"/>
          <ac:spMkLst>
            <pc:docMk/>
            <pc:sldMk cId="3257119666" sldId="346"/>
            <ac:spMk id="5" creationId="{8D6B6081-9D22-80DA-81F2-E520B6617D2A}"/>
          </ac:spMkLst>
        </pc:spChg>
        <pc:spChg chg="mod">
          <ac:chgData name="Adinda Zahrah" userId="a5826866-d845-42a7-9a3b-4c36b0798fbb" providerId="ADAL" clId="{73BB7103-2D2C-59C6-B67F-91E0B0FE4278}" dt="2026-10-07T12:23:50.806" v="1165" actId="1036"/>
          <ac:spMkLst>
            <pc:docMk/>
            <pc:sldMk cId="3257119666" sldId="346"/>
            <ac:spMk id="6" creationId="{9367757F-F451-46B5-B527-7B14AE5D25B0}"/>
          </ac:spMkLst>
        </pc:spChg>
        <pc:spChg chg="mod">
          <ac:chgData name="Adinda Zahrah" userId="a5826866-d845-42a7-9a3b-4c36b0798fbb" providerId="ADAL" clId="{73BB7103-2D2C-59C6-B67F-91E0B0FE4278}" dt="2026-10-07T12:24:11.010" v="1187" actId="1035"/>
          <ac:spMkLst>
            <pc:docMk/>
            <pc:sldMk cId="3257119666" sldId="346"/>
            <ac:spMk id="7" creationId="{D575EBEF-7ADD-F301-689A-FC6DB7FB117A}"/>
          </ac:spMkLst>
        </pc:spChg>
        <pc:spChg chg="mod">
          <ac:chgData name="Adinda Zahrah" userId="a5826866-d845-42a7-9a3b-4c36b0798fbb" providerId="ADAL" clId="{73BB7103-2D2C-59C6-B67F-91E0B0FE4278}" dt="2026-10-07T12:24:11.010" v="1187" actId="1035"/>
          <ac:spMkLst>
            <pc:docMk/>
            <pc:sldMk cId="3257119666" sldId="346"/>
            <ac:spMk id="8" creationId="{8D843674-7446-096E-598A-6D6730E181B5}"/>
          </ac:spMkLst>
        </pc:spChg>
        <pc:spChg chg="mod">
          <ac:chgData name="Adinda Zahrah" userId="a5826866-d845-42a7-9a3b-4c36b0798fbb" providerId="ADAL" clId="{73BB7103-2D2C-59C6-B67F-91E0B0FE4278}" dt="2026-10-07T12:24:00.973" v="1185" actId="1038"/>
          <ac:spMkLst>
            <pc:docMk/>
            <pc:sldMk cId="3257119666" sldId="346"/>
            <ac:spMk id="9" creationId="{1F1633F1-D223-1FD0-2CD2-9C97940E7950}"/>
          </ac:spMkLst>
        </pc:spChg>
        <pc:spChg chg="mod">
          <ac:chgData name="Adinda Zahrah" userId="a5826866-d845-42a7-9a3b-4c36b0798fbb" providerId="ADAL" clId="{73BB7103-2D2C-59C6-B67F-91E0B0FE4278}" dt="2026-10-07T12:23:50.806" v="1165" actId="1036"/>
          <ac:spMkLst>
            <pc:docMk/>
            <pc:sldMk cId="3257119666" sldId="346"/>
            <ac:spMk id="10" creationId="{526F22E4-86D9-D642-B43E-18926FA1C442}"/>
          </ac:spMkLst>
        </pc:spChg>
      </pc:sldChg>
      <pc:sldChg chg="addSp delSp modSp add mod">
        <pc:chgData name="Adinda Zahrah" userId="a5826866-d845-42a7-9a3b-4c36b0798fbb" providerId="ADAL" clId="{73BB7103-2D2C-59C6-B67F-91E0B0FE4278}" dt="2026-10-07T11:51:37.819" v="391"/>
        <pc:sldMkLst>
          <pc:docMk/>
          <pc:sldMk cId="246905895" sldId="351"/>
        </pc:sldMkLst>
        <pc:spChg chg="add mod">
          <ac:chgData name="Adinda Zahrah" userId="a5826866-d845-42a7-9a3b-4c36b0798fbb" providerId="ADAL" clId="{73BB7103-2D2C-59C6-B67F-91E0B0FE4278}" dt="2026-10-07T11:49:06.066" v="354"/>
          <ac:spMkLst>
            <pc:docMk/>
            <pc:sldMk cId="246905895" sldId="351"/>
            <ac:spMk id="2" creationId="{C6AD64D4-80CD-34A1-127E-165B5EAC3535}"/>
          </ac:spMkLst>
        </pc:spChg>
        <pc:spChg chg="add mod">
          <ac:chgData name="Adinda Zahrah" userId="a5826866-d845-42a7-9a3b-4c36b0798fbb" providerId="ADAL" clId="{73BB7103-2D2C-59C6-B67F-91E0B0FE4278}" dt="2026-10-07T11:51:37.819" v="391"/>
          <ac:spMkLst>
            <pc:docMk/>
            <pc:sldMk cId="246905895" sldId="351"/>
            <ac:spMk id="3" creationId="{B2E56949-23B0-CBEE-0247-C65DF845E887}"/>
          </ac:spMkLst>
        </pc:spChg>
        <pc:spChg chg="del">
          <ac:chgData name="Adinda Zahrah" userId="a5826866-d845-42a7-9a3b-4c36b0798fbb" providerId="ADAL" clId="{73BB7103-2D2C-59C6-B67F-91E0B0FE4278}" dt="2026-10-07T11:51:37.250" v="390" actId="478"/>
          <ac:spMkLst>
            <pc:docMk/>
            <pc:sldMk cId="246905895" sldId="351"/>
            <ac:spMk id="13" creationId="{6873E9C9-4DB3-6DCE-4561-7B23EA3E1412}"/>
          </ac:spMkLst>
        </pc:spChg>
      </pc:sldChg>
      <pc:sldChg chg="addSp modSp add">
        <pc:chgData name="Adinda Zahrah" userId="a5826866-d845-42a7-9a3b-4c36b0798fbb" providerId="ADAL" clId="{73BB7103-2D2C-59C6-B67F-91E0B0FE4278}" dt="2026-10-07T11:50:58.154" v="381"/>
        <pc:sldMkLst>
          <pc:docMk/>
          <pc:sldMk cId="1028252161" sldId="352"/>
        </pc:sldMkLst>
        <pc:spChg chg="add mod">
          <ac:chgData name="Adinda Zahrah" userId="a5826866-d845-42a7-9a3b-4c36b0798fbb" providerId="ADAL" clId="{73BB7103-2D2C-59C6-B67F-91E0B0FE4278}" dt="2026-10-07T11:50:58.154" v="381"/>
          <ac:spMkLst>
            <pc:docMk/>
            <pc:sldMk cId="1028252161" sldId="352"/>
            <ac:spMk id="2" creationId="{E3968EDD-08B7-4D04-C37D-B5490AED60B6}"/>
          </ac:spMkLst>
        </pc:spChg>
      </pc:sldChg>
      <pc:sldChg chg="addSp modSp add mod">
        <pc:chgData name="Adinda Zahrah" userId="a5826866-d845-42a7-9a3b-4c36b0798fbb" providerId="ADAL" clId="{73BB7103-2D2C-59C6-B67F-91E0B0FE4278}" dt="2026-10-07T11:57:51.065" v="536" actId="1036"/>
        <pc:sldMkLst>
          <pc:docMk/>
          <pc:sldMk cId="1126698963" sldId="353"/>
        </pc:sldMkLst>
        <pc:spChg chg="add mod">
          <ac:chgData name="Adinda Zahrah" userId="a5826866-d845-42a7-9a3b-4c36b0798fbb" providerId="ADAL" clId="{73BB7103-2D2C-59C6-B67F-91E0B0FE4278}" dt="2026-10-07T11:57:51.065" v="536" actId="1036"/>
          <ac:spMkLst>
            <pc:docMk/>
            <pc:sldMk cId="1126698963" sldId="353"/>
            <ac:spMk id="3" creationId="{500CC069-740A-D513-CCEE-35D0597FD11B}"/>
          </ac:spMkLst>
        </pc:spChg>
      </pc:sldChg>
      <pc:sldChg chg="addSp modSp add mod">
        <pc:chgData name="Adinda Zahrah" userId="a5826866-d845-42a7-9a3b-4c36b0798fbb" providerId="ADAL" clId="{73BB7103-2D2C-59C6-B67F-91E0B0FE4278}" dt="2026-10-07T11:57:44.441" v="533" actId="1036"/>
        <pc:sldMkLst>
          <pc:docMk/>
          <pc:sldMk cId="1002711777" sldId="354"/>
        </pc:sldMkLst>
        <pc:spChg chg="add mod">
          <ac:chgData name="Adinda Zahrah" userId="a5826866-d845-42a7-9a3b-4c36b0798fbb" providerId="ADAL" clId="{73BB7103-2D2C-59C6-B67F-91E0B0FE4278}" dt="2026-10-07T11:57:44.441" v="533" actId="1036"/>
          <ac:spMkLst>
            <pc:docMk/>
            <pc:sldMk cId="1002711777" sldId="354"/>
            <ac:spMk id="11" creationId="{EEEC4849-3474-370E-AA7D-4C0761A2DCF7}"/>
          </ac:spMkLst>
        </pc:spChg>
      </pc:sldChg>
      <pc:sldChg chg="addSp modSp add mod">
        <pc:chgData name="Adinda Zahrah" userId="a5826866-d845-42a7-9a3b-4c36b0798fbb" providerId="ADAL" clId="{73BB7103-2D2C-59C6-B67F-91E0B0FE4278}" dt="2026-10-07T11:59:59.719" v="588" actId="1035"/>
        <pc:sldMkLst>
          <pc:docMk/>
          <pc:sldMk cId="3268453850" sldId="355"/>
        </pc:sldMkLst>
        <pc:spChg chg="add mod">
          <ac:chgData name="Adinda Zahrah" userId="a5826866-d845-42a7-9a3b-4c36b0798fbb" providerId="ADAL" clId="{73BB7103-2D2C-59C6-B67F-91E0B0FE4278}" dt="2026-10-07T11:59:59.719" v="588" actId="1035"/>
          <ac:spMkLst>
            <pc:docMk/>
            <pc:sldMk cId="3268453850" sldId="355"/>
            <ac:spMk id="11" creationId="{1688A47E-3706-F99B-DDF1-933286FCEAEF}"/>
          </ac:spMkLst>
        </pc:spChg>
      </pc:sldChg>
      <pc:sldChg chg="add">
        <pc:chgData name="Adinda Zahrah" userId="a5826866-d845-42a7-9a3b-4c36b0798fbb" providerId="ADAL" clId="{73BB7103-2D2C-59C6-B67F-91E0B0FE4278}" dt="2026-10-07T12:01:23.240" v="633"/>
        <pc:sldMkLst>
          <pc:docMk/>
          <pc:sldMk cId="767117568" sldId="356"/>
        </pc:sldMkLst>
      </pc:sldChg>
      <pc:sldChg chg="addSp modSp add mod">
        <pc:chgData name="Adinda Zahrah" userId="a5826866-d845-42a7-9a3b-4c36b0798fbb" providerId="ADAL" clId="{73BB7103-2D2C-59C6-B67F-91E0B0FE4278}" dt="2026-10-07T12:03:39.721" v="690" actId="1035"/>
        <pc:sldMkLst>
          <pc:docMk/>
          <pc:sldMk cId="3834271916" sldId="357"/>
        </pc:sldMkLst>
        <pc:spChg chg="add mod">
          <ac:chgData name="Adinda Zahrah" userId="a5826866-d845-42a7-9a3b-4c36b0798fbb" providerId="ADAL" clId="{73BB7103-2D2C-59C6-B67F-91E0B0FE4278}" dt="2026-10-07T12:03:39.721" v="690" actId="1035"/>
          <ac:spMkLst>
            <pc:docMk/>
            <pc:sldMk cId="3834271916" sldId="357"/>
            <ac:spMk id="11" creationId="{13E9A9F2-6B15-6449-52A0-1878C4D84115}"/>
          </ac:spMkLst>
        </pc:spChg>
      </pc:sldChg>
      <pc:sldChg chg="add">
        <pc:chgData name="Adinda Zahrah" userId="a5826866-d845-42a7-9a3b-4c36b0798fbb" providerId="ADAL" clId="{73BB7103-2D2C-59C6-B67F-91E0B0FE4278}" dt="2026-10-07T12:05:39.178" v="736"/>
        <pc:sldMkLst>
          <pc:docMk/>
          <pc:sldMk cId="2221322860" sldId="358"/>
        </pc:sldMkLst>
      </pc:sldChg>
      <pc:sldChg chg="addSp modSp add">
        <pc:chgData name="Adinda Zahrah" userId="a5826866-d845-42a7-9a3b-4c36b0798fbb" providerId="ADAL" clId="{73BB7103-2D2C-59C6-B67F-91E0B0FE4278}" dt="2026-10-07T12:06:52.367" v="765"/>
        <pc:sldMkLst>
          <pc:docMk/>
          <pc:sldMk cId="777759446" sldId="359"/>
        </pc:sldMkLst>
        <pc:spChg chg="add mod">
          <ac:chgData name="Adinda Zahrah" userId="a5826866-d845-42a7-9a3b-4c36b0798fbb" providerId="ADAL" clId="{73BB7103-2D2C-59C6-B67F-91E0B0FE4278}" dt="2026-10-07T12:06:52.367" v="765"/>
          <ac:spMkLst>
            <pc:docMk/>
            <pc:sldMk cId="777759446" sldId="359"/>
            <ac:spMk id="11" creationId="{2A847014-4F0F-F30D-A9B1-760510B7C920}"/>
          </ac:spMkLst>
        </pc:spChg>
      </pc:sldChg>
      <pc:sldChg chg="addSp modSp add">
        <pc:chgData name="Adinda Zahrah" userId="a5826866-d845-42a7-9a3b-4c36b0798fbb" providerId="ADAL" clId="{73BB7103-2D2C-59C6-B67F-91E0B0FE4278}" dt="2026-10-07T12:09:57.571" v="854"/>
        <pc:sldMkLst>
          <pc:docMk/>
          <pc:sldMk cId="1726748432" sldId="360"/>
        </pc:sldMkLst>
        <pc:spChg chg="add mod">
          <ac:chgData name="Adinda Zahrah" userId="a5826866-d845-42a7-9a3b-4c36b0798fbb" providerId="ADAL" clId="{73BB7103-2D2C-59C6-B67F-91E0B0FE4278}" dt="2026-10-07T12:09:57.571" v="854"/>
          <ac:spMkLst>
            <pc:docMk/>
            <pc:sldMk cId="1726748432" sldId="360"/>
            <ac:spMk id="11" creationId="{5329022A-333A-477B-9281-9505A3668D3C}"/>
          </ac:spMkLst>
        </pc:spChg>
      </pc:sldChg>
      <pc:sldChg chg="addSp modSp add">
        <pc:chgData name="Adinda Zahrah" userId="a5826866-d845-42a7-9a3b-4c36b0798fbb" providerId="ADAL" clId="{73BB7103-2D2C-59C6-B67F-91E0B0FE4278}" dt="2026-10-07T12:10:53.120" v="886"/>
        <pc:sldMkLst>
          <pc:docMk/>
          <pc:sldMk cId="2244401588" sldId="361"/>
        </pc:sldMkLst>
        <pc:spChg chg="add mod">
          <ac:chgData name="Adinda Zahrah" userId="a5826866-d845-42a7-9a3b-4c36b0798fbb" providerId="ADAL" clId="{73BB7103-2D2C-59C6-B67F-91E0B0FE4278}" dt="2026-10-07T12:10:53.120" v="886"/>
          <ac:spMkLst>
            <pc:docMk/>
            <pc:sldMk cId="2244401588" sldId="361"/>
            <ac:spMk id="11" creationId="{66A292A6-209E-EC72-4B03-5738658F7908}"/>
          </ac:spMkLst>
        </pc:spChg>
      </pc:sldChg>
      <pc:sldChg chg="modSp add mod">
        <pc:chgData name="Adinda Zahrah" userId="a5826866-d845-42a7-9a3b-4c36b0798fbb" providerId="ADAL" clId="{73BB7103-2D2C-59C6-B67F-91E0B0FE4278}" dt="2026-10-07T12:12:01.833" v="937" actId="1076"/>
        <pc:sldMkLst>
          <pc:docMk/>
          <pc:sldMk cId="233804534" sldId="362"/>
        </pc:sldMkLst>
        <pc:spChg chg="mod">
          <ac:chgData name="Adinda Zahrah" userId="a5826866-d845-42a7-9a3b-4c36b0798fbb" providerId="ADAL" clId="{73BB7103-2D2C-59C6-B67F-91E0B0FE4278}" dt="2026-10-07T12:12:01.833" v="937" actId="1076"/>
          <ac:spMkLst>
            <pc:docMk/>
            <pc:sldMk cId="233804534" sldId="362"/>
            <ac:spMk id="11" creationId="{BB174DA2-DF8D-6211-9B93-8DC93FF07DB6}"/>
          </ac:spMkLst>
        </pc:spChg>
      </pc:sldChg>
      <pc:sldChg chg="addSp modSp add mod">
        <pc:chgData name="Adinda Zahrah" userId="a5826866-d845-42a7-9a3b-4c36b0798fbb" providerId="ADAL" clId="{73BB7103-2D2C-59C6-B67F-91E0B0FE4278}" dt="2026-10-07T12:15:34.093" v="1021" actId="1036"/>
        <pc:sldMkLst>
          <pc:docMk/>
          <pc:sldMk cId="1713252549" sldId="363"/>
        </pc:sldMkLst>
        <pc:spChg chg="add mod">
          <ac:chgData name="Adinda Zahrah" userId="a5826866-d845-42a7-9a3b-4c36b0798fbb" providerId="ADAL" clId="{73BB7103-2D2C-59C6-B67F-91E0B0FE4278}" dt="2026-10-07T12:15:34.093" v="1021" actId="1036"/>
          <ac:spMkLst>
            <pc:docMk/>
            <pc:sldMk cId="1713252549" sldId="363"/>
            <ac:spMk id="11" creationId="{70BCAFF1-939C-6722-EF5F-6E5398EC39BE}"/>
          </ac:spMkLst>
        </pc:spChg>
      </pc:sldChg>
      <pc:sldChg chg="addSp modSp add mod">
        <pc:chgData name="Adinda Zahrah" userId="a5826866-d845-42a7-9a3b-4c36b0798fbb" providerId="ADAL" clId="{73BB7103-2D2C-59C6-B67F-91E0B0FE4278}" dt="2026-10-07T12:15:59.876" v="1038" actId="1036"/>
        <pc:sldMkLst>
          <pc:docMk/>
          <pc:sldMk cId="3276741890" sldId="364"/>
        </pc:sldMkLst>
        <pc:spChg chg="add mod">
          <ac:chgData name="Adinda Zahrah" userId="a5826866-d845-42a7-9a3b-4c36b0798fbb" providerId="ADAL" clId="{73BB7103-2D2C-59C6-B67F-91E0B0FE4278}" dt="2026-10-07T12:15:59.876" v="1038" actId="1036"/>
          <ac:spMkLst>
            <pc:docMk/>
            <pc:sldMk cId="3276741890" sldId="364"/>
            <ac:spMk id="11" creationId="{18323535-D671-9CEF-2899-BE17CE8C84A2}"/>
          </ac:spMkLst>
        </pc:spChg>
      </pc:sldChg>
      <pc:sldChg chg="add">
        <pc:chgData name="Adinda Zahrah" userId="a5826866-d845-42a7-9a3b-4c36b0798fbb" providerId="ADAL" clId="{73BB7103-2D2C-59C6-B67F-91E0B0FE4278}" dt="2026-10-07T12:22:15.644" v="1118"/>
        <pc:sldMkLst>
          <pc:docMk/>
          <pc:sldMk cId="2872010598" sldId="365"/>
        </pc:sldMkLst>
      </pc:sldChg>
      <pc:sldChg chg="add">
        <pc:chgData name="Adinda Zahrah" userId="a5826866-d845-42a7-9a3b-4c36b0798fbb" providerId="ADAL" clId="{73BB7103-2D2C-59C6-B67F-91E0B0FE4278}" dt="2026-10-07T12:23:18.152" v="1147"/>
        <pc:sldMkLst>
          <pc:docMk/>
          <pc:sldMk cId="567431021" sldId="366"/>
        </pc:sldMkLst>
      </pc:sldChg>
      <pc:sldChg chg="addSp modSp add mod">
        <pc:chgData name="Adinda Zahrah" userId="a5826866-d845-42a7-9a3b-4c36b0798fbb" providerId="ADAL" clId="{73BB7103-2D2C-59C6-B67F-91E0B0FE4278}" dt="2026-10-07T12:24:29.905" v="1192" actId="1036"/>
        <pc:sldMkLst>
          <pc:docMk/>
          <pc:sldMk cId="3275101843" sldId="367"/>
        </pc:sldMkLst>
        <pc:spChg chg="add mod">
          <ac:chgData name="Adinda Zahrah" userId="a5826866-d845-42a7-9a3b-4c36b0798fbb" providerId="ADAL" clId="{73BB7103-2D2C-59C6-B67F-91E0B0FE4278}" dt="2026-10-07T12:24:29.905" v="1192" actId="1036"/>
          <ac:spMkLst>
            <pc:docMk/>
            <pc:sldMk cId="3275101843" sldId="367"/>
            <ac:spMk id="11" creationId="{EF400516-74B3-451A-EC13-B5C33D635B10}"/>
          </ac:spMkLst>
        </pc:spChg>
      </pc:sldChg>
      <pc:sldChg chg="add del">
        <pc:chgData name="Adinda Zahrah" userId="a5826866-d845-42a7-9a3b-4c36b0798fbb" providerId="ADAL" clId="{73BB7103-2D2C-59C6-B67F-91E0B0FE4278}" dt="2026-10-06T19:50:01.234" v="232" actId="2696"/>
        <pc:sldMkLst>
          <pc:docMk/>
          <pc:sldMk cId="4047784749" sldId="387"/>
        </pc:sldMkLst>
      </pc:sldChg>
      <pc:sldChg chg="add del">
        <pc:chgData name="Adinda Zahrah" userId="a5826866-d845-42a7-9a3b-4c36b0798fbb" providerId="ADAL" clId="{73BB7103-2D2C-59C6-B67F-91E0B0FE4278}" dt="2026-10-06T19:50:01.245" v="233" actId="2696"/>
        <pc:sldMkLst>
          <pc:docMk/>
          <pc:sldMk cId="3117146357" sldId="393"/>
        </pc:sldMkLst>
      </pc:sldChg>
      <pc:sldMasterChg chg="modSldLayout sldLayoutOrd">
        <pc:chgData name="Adinda Zahrah" userId="a5826866-d845-42a7-9a3b-4c36b0798fbb" providerId="ADAL" clId="{73BB7103-2D2C-59C6-B67F-91E0B0FE4278}" dt="2026-10-06T19:16:52.466" v="219" actId="166"/>
        <pc:sldMasterMkLst>
          <pc:docMk/>
          <pc:sldMasterMk cId="2759542882" sldId="2147483648"/>
        </pc:sldMasterMkLst>
        <pc:sldLayoutChg chg="addSp delSp modSp mod">
          <pc:chgData name="Adinda Zahrah" userId="a5826866-d845-42a7-9a3b-4c36b0798fbb" providerId="ADAL" clId="{73BB7103-2D2C-59C6-B67F-91E0B0FE4278}" dt="2026-10-06T19:15:47.947" v="204" actId="14100"/>
          <pc:sldLayoutMkLst>
            <pc:docMk/>
            <pc:sldMasterMk cId="2759542882" sldId="2147483648"/>
            <pc:sldLayoutMk cId="1015873457" sldId="2147483649"/>
          </pc:sldLayoutMkLst>
          <pc:spChg chg="add del mod">
            <ac:chgData name="Adinda Zahrah" userId="a5826866-d845-42a7-9a3b-4c36b0798fbb" providerId="ADAL" clId="{73BB7103-2D2C-59C6-B67F-91E0B0FE4278}" dt="2026-10-06T19:13:16" v="143" actId="478"/>
            <ac:spMkLst>
              <pc:docMk/>
              <pc:sldMasterMk cId="2759542882" sldId="2147483648"/>
              <pc:sldLayoutMk cId="1015873457" sldId="2147483649"/>
              <ac:spMk id="2" creationId="{0F46F168-3D19-40C4-CF62-74ECCC2168BD}"/>
            </ac:spMkLst>
          </pc:spChg>
          <pc:spChg chg="mod">
            <ac:chgData name="Adinda Zahrah" userId="a5826866-d845-42a7-9a3b-4c36b0798fbb" providerId="ADAL" clId="{73BB7103-2D2C-59C6-B67F-91E0B0FE4278}" dt="2026-10-06T18:23:41.939" v="79" actId="404"/>
            <ac:spMkLst>
              <pc:docMk/>
              <pc:sldMasterMk cId="2759542882" sldId="2147483648"/>
              <pc:sldLayoutMk cId="1015873457" sldId="2147483649"/>
              <ac:spMk id="3" creationId="{8A09901A-F2D9-15A3-B728-7EB746A8D137}"/>
            </ac:spMkLst>
          </pc:spChg>
          <pc:spChg chg="add del mod">
            <ac:chgData name="Adinda Zahrah" userId="a5826866-d845-42a7-9a3b-4c36b0798fbb" providerId="ADAL" clId="{73BB7103-2D2C-59C6-B67F-91E0B0FE4278}" dt="2026-10-06T19:13:16" v="143" actId="478"/>
            <ac:spMkLst>
              <pc:docMk/>
              <pc:sldMasterMk cId="2759542882" sldId="2147483648"/>
              <pc:sldLayoutMk cId="1015873457" sldId="2147483649"/>
              <ac:spMk id="4" creationId="{20534206-83C1-8333-790E-3E45E4B88D12}"/>
            </ac:spMkLst>
          </pc:spChg>
          <pc:spChg chg="add del">
            <ac:chgData name="Adinda Zahrah" userId="a5826866-d845-42a7-9a3b-4c36b0798fbb" providerId="ADAL" clId="{73BB7103-2D2C-59C6-B67F-91E0B0FE4278}" dt="2026-10-06T19:13:44.917" v="144" actId="11529"/>
            <ac:spMkLst>
              <pc:docMk/>
              <pc:sldMasterMk cId="2759542882" sldId="2147483648"/>
              <pc:sldLayoutMk cId="1015873457" sldId="2147483649"/>
              <ac:spMk id="5" creationId="{CB4B88AB-0B92-C5F1-D7AC-C0C68DC9E932}"/>
            </ac:spMkLst>
          </pc:spChg>
          <pc:spChg chg="add mod">
            <ac:chgData name="Adinda Zahrah" userId="a5826866-d845-42a7-9a3b-4c36b0798fbb" providerId="ADAL" clId="{73BB7103-2D2C-59C6-B67F-91E0B0FE4278}" dt="2026-10-06T19:14:47.558" v="178" actId="1036"/>
            <ac:spMkLst>
              <pc:docMk/>
              <pc:sldMasterMk cId="2759542882" sldId="2147483648"/>
              <pc:sldLayoutMk cId="1015873457" sldId="2147483649"/>
              <ac:spMk id="9" creationId="{48B837A6-25FA-98C0-2140-80EC7BFFE517}"/>
            </ac:spMkLst>
          </pc:spChg>
          <pc:spChg chg="mod">
            <ac:chgData name="Adinda Zahrah" userId="a5826866-d845-42a7-9a3b-4c36b0798fbb" providerId="ADAL" clId="{73BB7103-2D2C-59C6-B67F-91E0B0FE4278}" dt="2026-10-06T18:23:11.530" v="59" actId="20577"/>
            <ac:spMkLst>
              <pc:docMk/>
              <pc:sldMasterMk cId="2759542882" sldId="2147483648"/>
              <pc:sldLayoutMk cId="1015873457" sldId="2147483649"/>
              <ac:spMk id="10" creationId="{9036EE80-A790-C9BD-1014-033E7ABE8A33}"/>
            </ac:spMkLst>
          </pc:spChg>
          <pc:spChg chg="mod">
            <ac:chgData name="Adinda Zahrah" userId="a5826866-d845-42a7-9a3b-4c36b0798fbb" providerId="ADAL" clId="{73BB7103-2D2C-59C6-B67F-91E0B0FE4278}" dt="2026-10-06T18:22:59.271" v="52" actId="20577"/>
            <ac:spMkLst>
              <pc:docMk/>
              <pc:sldMasterMk cId="2759542882" sldId="2147483648"/>
              <pc:sldLayoutMk cId="1015873457" sldId="2147483649"/>
              <ac:spMk id="12" creationId="{236DB5B7-9F19-8B68-DA84-0E65232CFD3B}"/>
            </ac:spMkLst>
          </pc:spChg>
          <pc:spChg chg="add mod">
            <ac:chgData name="Adinda Zahrah" userId="a5826866-d845-42a7-9a3b-4c36b0798fbb" providerId="ADAL" clId="{73BB7103-2D2C-59C6-B67F-91E0B0FE4278}" dt="2026-10-06T19:15:47.947" v="204" actId="14100"/>
            <ac:spMkLst>
              <pc:docMk/>
              <pc:sldMasterMk cId="2759542882" sldId="2147483648"/>
              <pc:sldLayoutMk cId="1015873457" sldId="2147483649"/>
              <ac:spMk id="14" creationId="{445E3550-72D4-7C36-2E43-6CD5E43AA3BF}"/>
            </ac:spMkLst>
          </pc:spChg>
          <pc:spChg chg="add del mod">
            <ac:chgData name="Adinda Zahrah" userId="a5826866-d845-42a7-9a3b-4c36b0798fbb" providerId="ADAL" clId="{73BB7103-2D2C-59C6-B67F-91E0B0FE4278}" dt="2026-10-06T19:00:28.767" v="108"/>
            <ac:spMkLst>
              <pc:docMk/>
              <pc:sldMasterMk cId="2759542882" sldId="2147483648"/>
              <pc:sldLayoutMk cId="1015873457" sldId="2147483649"/>
              <ac:spMk id="14" creationId="{7C5F9EDF-64BD-C706-F6FC-7F0A72FA3593}"/>
            </ac:spMkLst>
          </pc:spChg>
          <pc:spChg chg="add del mod">
            <ac:chgData name="Adinda Zahrah" userId="a5826866-d845-42a7-9a3b-4c36b0798fbb" providerId="ADAL" clId="{73BB7103-2D2C-59C6-B67F-91E0B0FE4278}" dt="2026-10-06T19:00:30.908" v="110"/>
            <ac:spMkLst>
              <pc:docMk/>
              <pc:sldMasterMk cId="2759542882" sldId="2147483648"/>
              <pc:sldLayoutMk cId="1015873457" sldId="2147483649"/>
              <ac:spMk id="15" creationId="{5DD80ECE-C110-01F7-64E8-55BFAE216670}"/>
            </ac:spMkLst>
          </pc:spChg>
          <pc:spChg chg="add del mod">
            <ac:chgData name="Adinda Zahrah" userId="a5826866-d845-42a7-9a3b-4c36b0798fbb" providerId="ADAL" clId="{73BB7103-2D2C-59C6-B67F-91E0B0FE4278}" dt="2026-10-06T19:00:28.614" v="106"/>
            <ac:spMkLst>
              <pc:docMk/>
              <pc:sldMasterMk cId="2759542882" sldId="2147483648"/>
              <pc:sldLayoutMk cId="1015873457" sldId="2147483649"/>
              <ac:spMk id="16" creationId="{734ABC2B-ED1B-25C8-CB05-46077087B29E}"/>
            </ac:spMkLst>
          </pc:spChg>
          <pc:picChg chg="add del mod">
            <ac:chgData name="Adinda Zahrah" userId="a5826866-d845-42a7-9a3b-4c36b0798fbb" providerId="ADAL" clId="{73BB7103-2D2C-59C6-B67F-91E0B0FE4278}" dt="2026-10-06T18:45:24.681" v="98" actId="478"/>
            <ac:picMkLst>
              <pc:docMk/>
              <pc:sldMasterMk cId="2759542882" sldId="2147483648"/>
              <pc:sldLayoutMk cId="1015873457" sldId="2147483649"/>
              <ac:picMk id="4" creationId="{63F0A1C5-4F51-F7BA-83C6-C31D0475645D}"/>
            </ac:picMkLst>
          </pc:picChg>
          <pc:picChg chg="add mod">
            <ac:chgData name="Adinda Zahrah" userId="a5826866-d845-42a7-9a3b-4c36b0798fbb" providerId="ADAL" clId="{73BB7103-2D2C-59C6-B67F-91E0B0FE4278}" dt="2026-10-06T19:15:18.013" v="185" actId="1076"/>
            <ac:picMkLst>
              <pc:docMk/>
              <pc:sldMasterMk cId="2759542882" sldId="2147483648"/>
              <pc:sldLayoutMk cId="1015873457" sldId="2147483649"/>
              <ac:picMk id="7" creationId="{08F5C5C0-B4C1-C7EE-C34F-43A96878B7E1}"/>
            </ac:picMkLst>
          </pc:picChg>
          <pc:picChg chg="mod">
            <ac:chgData name="Adinda Zahrah" userId="a5826866-d845-42a7-9a3b-4c36b0798fbb" providerId="ADAL" clId="{73BB7103-2D2C-59C6-B67F-91E0B0FE4278}" dt="2026-10-06T19:09:53.837" v="127" actId="1076"/>
            <ac:picMkLst>
              <pc:docMk/>
              <pc:sldMasterMk cId="2759542882" sldId="2147483648"/>
              <pc:sldLayoutMk cId="1015873457" sldId="2147483649"/>
              <ac:picMk id="8" creationId="{77F90CDB-00FC-F9BB-6C15-682E8E7B8A82}"/>
            </ac:picMkLst>
          </pc:picChg>
          <pc:picChg chg="mod">
            <ac:chgData name="Adinda Zahrah" userId="a5826866-d845-42a7-9a3b-4c36b0798fbb" providerId="ADAL" clId="{73BB7103-2D2C-59C6-B67F-91E0B0FE4278}" dt="2026-10-06T18:17:59.524" v="1" actId="1076"/>
            <ac:picMkLst>
              <pc:docMk/>
              <pc:sldMasterMk cId="2759542882" sldId="2147483648"/>
              <pc:sldLayoutMk cId="1015873457" sldId="2147483649"/>
              <ac:picMk id="11" creationId="{5E5FA721-EC42-713B-01D4-701066FA878E}"/>
            </ac:picMkLst>
          </pc:picChg>
          <pc:picChg chg="add mod">
            <ac:chgData name="Adinda Zahrah" userId="a5826866-d845-42a7-9a3b-4c36b0798fbb" providerId="ADAL" clId="{73BB7103-2D2C-59C6-B67F-91E0B0FE4278}" dt="2026-10-06T19:14:27.195" v="174" actId="1076"/>
            <ac:picMkLst>
              <pc:docMk/>
              <pc:sldMasterMk cId="2759542882" sldId="2147483648"/>
              <pc:sldLayoutMk cId="1015873457" sldId="2147483649"/>
              <ac:picMk id="13" creationId="{06C380ED-E032-6551-B46C-436DB705275C}"/>
            </ac:picMkLst>
          </pc:picChg>
        </pc:sldLayoutChg>
        <pc:sldLayoutChg chg="addSp delSp modSp mod ord">
          <pc:chgData name="Adinda Zahrah" userId="a5826866-d845-42a7-9a3b-4c36b0798fbb" providerId="ADAL" clId="{73BB7103-2D2C-59C6-B67F-91E0B0FE4278}" dt="2026-10-06T19:16:52.466" v="219" actId="166"/>
          <pc:sldLayoutMkLst>
            <pc:docMk/>
            <pc:sldMasterMk cId="2759542882" sldId="2147483648"/>
            <pc:sldLayoutMk cId="1923575559" sldId="2147483661"/>
          </pc:sldLayoutMkLst>
          <pc:spChg chg="add del mod">
            <ac:chgData name="Adinda Zahrah" userId="a5826866-d845-42a7-9a3b-4c36b0798fbb" providerId="ADAL" clId="{73BB7103-2D2C-59C6-B67F-91E0B0FE4278}" dt="2026-10-06T18:18:41.304" v="4"/>
            <ac:spMkLst>
              <pc:docMk/>
              <pc:sldMasterMk cId="2759542882" sldId="2147483648"/>
              <pc:sldLayoutMk cId="1923575559" sldId="2147483661"/>
              <ac:spMk id="2" creationId="{BD7C34E8-B734-7D46-BF58-050C13DB78D2}"/>
            </ac:spMkLst>
          </pc:spChg>
          <pc:spChg chg="mod">
            <ac:chgData name="Adinda Zahrah" userId="a5826866-d845-42a7-9a3b-4c36b0798fbb" providerId="ADAL" clId="{73BB7103-2D2C-59C6-B67F-91E0B0FE4278}" dt="2026-10-06T18:22:40.601" v="45" actId="14100"/>
            <ac:spMkLst>
              <pc:docMk/>
              <pc:sldMasterMk cId="2759542882" sldId="2147483648"/>
              <pc:sldLayoutMk cId="1923575559" sldId="2147483661"/>
              <ac:spMk id="3" creationId="{8A09901A-F2D9-15A3-B728-7EB746A8D137}"/>
            </ac:spMkLst>
          </pc:spChg>
          <pc:spChg chg="add del">
            <ac:chgData name="Adinda Zahrah" userId="a5826866-d845-42a7-9a3b-4c36b0798fbb" providerId="ADAL" clId="{73BB7103-2D2C-59C6-B67F-91E0B0FE4278}" dt="2026-10-06T18:19:00.846" v="9" actId="478"/>
            <ac:spMkLst>
              <pc:docMk/>
              <pc:sldMasterMk cId="2759542882" sldId="2147483648"/>
              <pc:sldLayoutMk cId="1923575559" sldId="2147483661"/>
              <ac:spMk id="4" creationId="{34906167-CF8C-1B92-C1D6-E90CAE358726}"/>
            </ac:spMkLst>
          </pc:spChg>
          <pc:spChg chg="add mod">
            <ac:chgData name="Adinda Zahrah" userId="a5826866-d845-42a7-9a3b-4c36b0798fbb" providerId="ADAL" clId="{73BB7103-2D2C-59C6-B67F-91E0B0FE4278}" dt="2026-10-06T19:16:28.609" v="215" actId="1035"/>
            <ac:spMkLst>
              <pc:docMk/>
              <pc:sldMasterMk cId="2759542882" sldId="2147483648"/>
              <pc:sldLayoutMk cId="1923575559" sldId="2147483661"/>
              <ac:spMk id="5" creationId="{9BBA5FA9-E974-5E14-43E9-CC4CD292299A}"/>
            </ac:spMkLst>
          </pc:spChg>
          <pc:spChg chg="add mod">
            <ac:chgData name="Adinda Zahrah" userId="a5826866-d845-42a7-9a3b-4c36b0798fbb" providerId="ADAL" clId="{73BB7103-2D2C-59C6-B67F-91E0B0FE4278}" dt="2026-10-06T19:16:28.609" v="215" actId="1035"/>
            <ac:spMkLst>
              <pc:docMk/>
              <pc:sldMasterMk cId="2759542882" sldId="2147483648"/>
              <pc:sldLayoutMk cId="1923575559" sldId="2147483661"/>
              <ac:spMk id="7" creationId="{5E63E420-8735-5F2B-ADF6-5D63DE20478A}"/>
            </ac:spMkLst>
          </pc:spChg>
          <pc:spChg chg="add del">
            <ac:chgData name="Adinda Zahrah" userId="a5826866-d845-42a7-9a3b-4c36b0798fbb" providerId="ADAL" clId="{73BB7103-2D2C-59C6-B67F-91E0B0FE4278}" dt="2026-10-06T18:19:00.846" v="9" actId="478"/>
            <ac:spMkLst>
              <pc:docMk/>
              <pc:sldMasterMk cId="2759542882" sldId="2147483648"/>
              <pc:sldLayoutMk cId="1923575559" sldId="2147483661"/>
              <ac:spMk id="10" creationId="{9036EE80-A790-C9BD-1014-033E7ABE8A33}"/>
            </ac:spMkLst>
          </pc:spChg>
          <pc:picChg chg="add mod">
            <ac:chgData name="Adinda Zahrah" userId="a5826866-d845-42a7-9a3b-4c36b0798fbb" providerId="ADAL" clId="{73BB7103-2D2C-59C6-B67F-91E0B0FE4278}" dt="2026-10-06T19:16:28.609" v="215" actId="1035"/>
            <ac:picMkLst>
              <pc:docMk/>
              <pc:sldMasterMk cId="2759542882" sldId="2147483648"/>
              <pc:sldLayoutMk cId="1923575559" sldId="2147483661"/>
              <ac:picMk id="2" creationId="{3D087A35-98B6-277E-DFCF-1AD99A18646B}"/>
            </ac:picMkLst>
          </pc:picChg>
          <pc:picChg chg="add mod">
            <ac:chgData name="Adinda Zahrah" userId="a5826866-d845-42a7-9a3b-4c36b0798fbb" providerId="ADAL" clId="{73BB7103-2D2C-59C6-B67F-91E0B0FE4278}" dt="2026-10-06T19:16:28.609" v="215" actId="1035"/>
            <ac:picMkLst>
              <pc:docMk/>
              <pc:sldMasterMk cId="2759542882" sldId="2147483648"/>
              <pc:sldLayoutMk cId="1923575559" sldId="2147483661"/>
              <ac:picMk id="4" creationId="{783B8553-8034-3773-87E6-1A2B016DBF4A}"/>
            </ac:picMkLst>
          </pc:picChg>
          <pc:picChg chg="mod">
            <ac:chgData name="Adinda Zahrah" userId="a5826866-d845-42a7-9a3b-4c36b0798fbb" providerId="ADAL" clId="{73BB7103-2D2C-59C6-B67F-91E0B0FE4278}" dt="2026-10-06T19:16:52.466" v="219" actId="166"/>
            <ac:picMkLst>
              <pc:docMk/>
              <pc:sldMasterMk cId="2759542882" sldId="2147483648"/>
              <pc:sldLayoutMk cId="1923575559" sldId="2147483661"/>
              <ac:picMk id="8" creationId="{77F90CDB-00FC-F9BB-6C15-682E8E7B8A82}"/>
            </ac:picMkLst>
          </pc:picChg>
          <pc:picChg chg="add del mod">
            <ac:chgData name="Adinda Zahrah" userId="a5826866-d845-42a7-9a3b-4c36b0798fbb" providerId="ADAL" clId="{73BB7103-2D2C-59C6-B67F-91E0B0FE4278}" dt="2026-10-06T18:22:02.633" v="11" actId="14100"/>
            <ac:picMkLst>
              <pc:docMk/>
              <pc:sldMasterMk cId="2759542882" sldId="2147483648"/>
              <pc:sldLayoutMk cId="1923575559" sldId="2147483661"/>
              <ac:picMk id="11" creationId="{5E5FA721-EC42-713B-01D4-701066FA878E}"/>
            </ac:picMkLst>
          </pc:picChg>
        </pc:sldLayoutChg>
      </pc:sldMasterChg>
    </pc:docChg>
  </pc:docChgLst>
  <pc:docChgLst>
    <pc:chgData name="Adinda Zahrah" userId="S::adinda.zahrah@vedapraxis.com::a5826866-d845-42a7-9a3b-4c36b0798fbb" providerId="AD" clId="Web-{CC475C16-2C68-A24D-81FB-1191DD2FCCE4}"/>
    <pc:docChg chg="addSld sldOrd">
      <pc:chgData name="Adinda Zahrah" userId="S::adinda.zahrah@vedapraxis.com::a5826866-d845-42a7-9a3b-4c36b0798fbb" providerId="AD" clId="Web-{CC475C16-2C68-A24D-81FB-1191DD2FCCE4}" dt="2026-10-07T13:28:26.815" v="5"/>
      <pc:docMkLst>
        <pc:docMk/>
      </pc:docMkLst>
      <pc:sldChg chg="ord">
        <pc:chgData name="Adinda Zahrah" userId="S::adinda.zahrah@vedapraxis.com::a5826866-d845-42a7-9a3b-4c36b0798fbb" providerId="AD" clId="Web-{CC475C16-2C68-A24D-81FB-1191DD2FCCE4}" dt="2026-10-07T13:28:26.815" v="5"/>
        <pc:sldMkLst>
          <pc:docMk/>
          <pc:sldMk cId="2376442821" sldId="278"/>
        </pc:sldMkLst>
      </pc:sldChg>
      <pc:sldChg chg="add ord">
        <pc:chgData name="Adinda Zahrah" userId="S::adinda.zahrah@vedapraxis.com::a5826866-d845-42a7-9a3b-4c36b0798fbb" providerId="AD" clId="Web-{CC475C16-2C68-A24D-81FB-1191DD2FCCE4}" dt="2026-10-07T13:28:22.971" v="3"/>
        <pc:sldMkLst>
          <pc:docMk/>
          <pc:sldMk cId="3578071860" sldId="448"/>
        </pc:sldMkLst>
      </pc:sldChg>
      <pc:sldChg chg="add ord">
        <pc:chgData name="Adinda Zahrah" userId="S::adinda.zahrah@vedapraxis.com::a5826866-d845-42a7-9a3b-4c36b0798fbb" providerId="AD" clId="Web-{CC475C16-2C68-A24D-81FB-1191DD2FCCE4}" dt="2026-10-07T13:28:22.971" v="2"/>
        <pc:sldMkLst>
          <pc:docMk/>
          <pc:sldMk cId="4294711262" sldId="449"/>
        </pc:sldMkLst>
      </pc:sldChg>
      <pc:sldMasterChg chg="addSldLayout">
        <pc:chgData name="Adinda Zahrah" userId="S::adinda.zahrah@vedapraxis.com::a5826866-d845-42a7-9a3b-4c36b0798fbb" providerId="AD" clId="Web-{CC475C16-2C68-A24D-81FB-1191DD2FCCE4}" dt="2026-10-07T13:28:17.408" v="0"/>
        <pc:sldMasterMkLst>
          <pc:docMk/>
          <pc:sldMasterMk cId="2759542882" sldId="2147483648"/>
        </pc:sldMasterMkLst>
        <pc:sldLayoutChg chg="add">
          <pc:chgData name="Adinda Zahrah" userId="S::adinda.zahrah@vedapraxis.com::a5826866-d845-42a7-9a3b-4c36b0798fbb" providerId="AD" clId="Web-{CC475C16-2C68-A24D-81FB-1191DD2FCCE4}" dt="2026-10-07T13:28:17.408" v="0"/>
          <pc:sldLayoutMkLst>
            <pc:docMk/>
            <pc:sldMasterMk cId="2759542882" sldId="2147483648"/>
            <pc:sldLayoutMk cId="38816190" sldId="2147483662"/>
          </pc:sldLayoutMkLst>
        </pc:sldLayoutChg>
      </pc:sldMasterChg>
    </pc:docChg>
  </pc:docChgLst>
  <pc:docChgLst>
    <pc:chgData name="Adinda Zahrah" userId="S::adinda.zahrah@vedapraxis.com::a5826866-d845-42a7-9a3b-4c36b0798fbb" providerId="AD" clId="Web-{9DB19025-2091-A86A-4308-7D156FF1EAFC}"/>
    <pc:docChg chg="modSld">
      <pc:chgData name="Adinda Zahrah" userId="S::adinda.zahrah@vedapraxis.com::a5826866-d845-42a7-9a3b-4c36b0798fbb" providerId="AD" clId="Web-{9DB19025-2091-A86A-4308-7D156FF1EAFC}" dt="2026-10-08T07:32:04.929" v="6" actId="14100"/>
      <pc:docMkLst>
        <pc:docMk/>
      </pc:docMkLst>
      <pc:sldChg chg="addSp delSp modSp">
        <pc:chgData name="Adinda Zahrah" userId="S::adinda.zahrah@vedapraxis.com::a5826866-d845-42a7-9a3b-4c36b0798fbb" providerId="AD" clId="Web-{9DB19025-2091-A86A-4308-7D156FF1EAFC}" dt="2026-10-08T07:32:04.929" v="6" actId="14100"/>
        <pc:sldMkLst>
          <pc:docMk/>
          <pc:sldMk cId="4294711262" sldId="449"/>
        </pc:sldMkLst>
        <pc:picChg chg="add del">
          <ac:chgData name="Adinda Zahrah" userId="S::adinda.zahrah@vedapraxis.com::a5826866-d845-42a7-9a3b-4c36b0798fbb" providerId="AD" clId="Web-{9DB19025-2091-A86A-4308-7D156FF1EAFC}" dt="2026-10-08T07:31:54.600" v="3"/>
          <ac:picMkLst>
            <pc:docMk/>
            <pc:sldMk cId="4294711262" sldId="449"/>
            <ac:picMk id="5" creationId="{1432CEC3-0E1A-B4AB-15BD-56991524B6A5}"/>
          </ac:picMkLst>
        </pc:picChg>
        <pc:picChg chg="add del">
          <ac:chgData name="Adinda Zahrah" userId="S::adinda.zahrah@vedapraxis.com::a5826866-d845-42a7-9a3b-4c36b0798fbb" providerId="AD" clId="Web-{9DB19025-2091-A86A-4308-7D156FF1EAFC}" dt="2026-10-08T07:31:53.538" v="2"/>
          <ac:picMkLst>
            <pc:docMk/>
            <pc:sldMk cId="4294711262" sldId="449"/>
            <ac:picMk id="7" creationId="{537CF59A-6418-5B96-3C1D-54D47130188C}"/>
          </ac:picMkLst>
        </pc:picChg>
        <pc:picChg chg="mod">
          <ac:chgData name="Adinda Zahrah" userId="S::adinda.zahrah@vedapraxis.com::a5826866-d845-42a7-9a3b-4c36b0798fbb" providerId="AD" clId="Web-{9DB19025-2091-A86A-4308-7D156FF1EAFC}" dt="2026-10-08T07:32:04.929" v="6" actId="14100"/>
          <ac:picMkLst>
            <pc:docMk/>
            <pc:sldMk cId="4294711262" sldId="449"/>
            <ac:picMk id="24" creationId="{6D4D9B8F-A5A0-3067-DFDB-0AF8FDB6947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55FE8B-1522-38F6-017C-D46717D9D4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1D0E9-809E-FF82-80B5-AB3CC2E626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9BDD0-2894-40CA-8AA5-CED13CCBDAA4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27082-FF3E-466F-AF3A-705C56140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8372D-C8CE-FD30-154E-B858AB77D4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40605-9773-4EC2-B615-7A21C737D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87161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4E101-3214-4DF5-B459-A505BE8ABDA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B9E3-EC7F-45E9-943A-F000A082F8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68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B9E3-EC7F-45E9-943A-F000A082F8FD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7470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10F2-BE36-01D7-14E8-4DA5EB9F7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999A8-F3FC-6F9D-F309-0ABD71C28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BE3EC-DE7D-24A9-493A-4DB87FA31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1F4E3-BDBB-49B7-A6E9-22F8ECC67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B9E3-EC7F-45E9-943A-F000A082F8FD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9080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6B9E3-EC7F-45E9-943A-F000A082F8FD}" type="slidenum">
              <a:rPr lang="en-ID" smtClean="0"/>
              <a:t>75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006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9" y="1246966"/>
            <a:ext cx="11325622" cy="540321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373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Tulis Soal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36EE80-A790-C9BD-1014-033E7ABE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5135994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265360"/>
            <a:ext cx="3121891" cy="1147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6DB5B7-9F19-8B68-DA84-0E65232CFD3B}"/>
              </a:ext>
            </a:extLst>
          </p:cNvPr>
          <p:cNvSpPr txBox="1"/>
          <p:nvPr userDrawn="1"/>
        </p:nvSpPr>
        <p:spPr>
          <a:xfrm>
            <a:off x="5105185" y="4533216"/>
            <a:ext cx="1981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JAWABAN</a:t>
            </a:r>
            <a:endParaRPr lang="en-ID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D461D24-3E33-80FC-1AE1-377CA97ECD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760" y="5135994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A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A67167A-21D9-EBEB-B59B-06B9DB263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760" y="5739733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/>
              <a:t>B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08220DDC-132B-405D-B545-AC9F908D7B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0" y="5739733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712307E6-58AF-C9DE-C4C7-B2BDE3CCFA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33440" y="5135994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3C6BF4D-02FA-980C-FDE2-CEAE96E12A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5135994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/>
              <a:t>C</a:t>
            </a:r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A5FBD750-7D2A-7B5B-EACA-0293DD84A3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5739733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/>
              <a:t>D</a:t>
            </a:r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D0A2A51-08EE-E51E-5312-B43F9CE506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3440" y="5739733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101587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veal Jawab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189" y="1914183"/>
            <a:ext cx="11325622" cy="448078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0615" y="2373601"/>
            <a:ext cx="10480431" cy="358172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Penjelasan…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2" name="Picture 1" descr="A rectangular orange and black rectangle&#10;&#10;AI-generated content may be incorrect.">
            <a:extLst>
              <a:ext uri="{FF2B5EF4-FFF2-40B4-BE49-F238E27FC236}">
                <a16:creationId xmlns:a16="http://schemas.microsoft.com/office/drawing/2014/main" id="{3D087A35-98B6-277E-DFCF-1AD99A18646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06" y="41"/>
            <a:ext cx="4605358" cy="20273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3B8553-8034-3773-87E6-1A2B016DBF4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24" y="-22173"/>
            <a:ext cx="4655822" cy="2049573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A5FA9-E974-5E14-43E9-CC4CD29229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39000" y="787797"/>
            <a:ext cx="1331913" cy="476250"/>
          </a:xfrm>
        </p:spPr>
        <p:txBody>
          <a:bodyPr>
            <a:noAutofit/>
          </a:bodyPr>
          <a:lstStyle>
            <a:lvl1pPr>
              <a:buNone/>
              <a:defRPr sz="2600"/>
            </a:lvl1pPr>
          </a:lstStyle>
          <a:p>
            <a:pPr lvl="0"/>
            <a:r>
              <a:rPr lang="en-US"/>
              <a:t>XX Kata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E63E420-8735-5F2B-ADF6-5D63DE2047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9480" y="787797"/>
            <a:ext cx="3167368" cy="476250"/>
          </a:xfrm>
        </p:spPr>
        <p:txBody>
          <a:bodyPr>
            <a:noAutofit/>
          </a:bodyPr>
          <a:lstStyle>
            <a:lvl1pPr>
              <a:buNone/>
              <a:defRPr sz="2600"/>
            </a:lvl1pPr>
          </a:lstStyle>
          <a:p>
            <a:pPr lvl="0"/>
            <a:r>
              <a:rPr lang="en-US"/>
              <a:t>Clue Pertanyaan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463031"/>
            <a:ext cx="3121891" cy="11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7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eal Jawab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9" y="1246966"/>
            <a:ext cx="11325622" cy="540321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373601"/>
            <a:ext cx="9144000" cy="1655762"/>
          </a:xfrm>
        </p:spPr>
        <p:txBody>
          <a:bodyPr/>
          <a:lstStyle>
            <a:lvl1pPr marL="0" indent="0" algn="ctr">
              <a:buNone/>
              <a:defRPr sz="107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Copy emoji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36EE80-A790-C9BD-1014-033E7ABE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8913" y="5135994"/>
            <a:ext cx="9366250" cy="107950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 err="1"/>
              <a:t>Jawaban</a:t>
            </a:r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463031"/>
            <a:ext cx="3121891" cy="11473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906167-CF8C-1B92-C1D6-E90CAE358726}"/>
              </a:ext>
            </a:extLst>
          </p:cNvPr>
          <p:cNvSpPr txBox="1"/>
          <p:nvPr userDrawn="1"/>
        </p:nvSpPr>
        <p:spPr>
          <a:xfrm>
            <a:off x="5104960" y="4533216"/>
            <a:ext cx="1982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JAWABAN</a:t>
            </a:r>
            <a:endParaRPr lang="en-ID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89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45E4-E55E-873A-FE1D-7E3FD713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BD8B-5237-8C4F-7379-AE17E5020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9FA2C-829E-B77B-9215-EAA56544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96CE6-2E03-DADB-0506-6F141496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981AD-3155-8027-3136-D3467F0D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182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B22F-276F-D45C-B938-C0470854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5270A-B082-BD65-D1FC-C5EE59F33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3BD4-A7B6-09E5-E6E3-AFEABCF5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5A9E-035C-F8E0-A6BC-59B3A50D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9FA02-0A2B-535F-4411-3D721B88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21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5A3E-7209-5EBF-D9B4-52FF47D6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EE11C-A6D6-E71A-108E-598430742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4596F-0BE8-C066-044D-68329C561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D8169-195A-B5B9-7E10-28BDC64B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10BBD-FD26-8E0A-ED08-17E45C86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EC3D-D809-02E9-AAF0-C1622188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28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EAA1-6B44-FD70-C387-E2EFCFE8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073CE-3472-0219-98FF-24BC3E53B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3A8DC-F95F-87AA-E29C-7E54BE4D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11291-28E3-A976-25D7-411BC3A57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A4C67-0FA5-40CF-F962-9A945D631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3D0A0-B1C4-1BD2-448E-1DEA2779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11E77-6832-400E-B81C-75E6A333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5CE1F-168B-74E0-22A9-8DB07A9B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985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DDB3-A833-B95B-4235-96AB8445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F7B70-3F5C-8D8A-11EA-3182D333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7C3DB-8EF2-2BBE-9EAD-7CEB652E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EE14A-67C0-98DF-3AE2-2998B62D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238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EBFDA-23EE-BD83-3A3E-EC7806C6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19FE5-E0A9-1BE3-7B4F-7E7F803B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39FE8-2F6C-B201-1DA3-F11D00F9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297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A96C-6B27-82C0-0C2D-92AA0489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484E-33F5-AEE1-C126-8684139D8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7C3E-0A51-75F7-E845-6B5FDE50E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F063D-7688-9FCA-5A4F-575A107D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6647E-9F24-F824-59CA-E6293A66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92B3A-0F4B-0DBF-2F60-33D2A07F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683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9CAA-6270-BE20-E1B1-8EBA3BAC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B2FBF-AF7D-CB50-E6F5-45318F64A4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3C8AB-03FE-D640-286F-EE24947C0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4D3A8-8B1B-AB8F-ED60-FC49CDFA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6EBC9-E399-8C01-F24A-658D7018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D137A-236C-F32E-40CF-AD3BF0C2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9246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E359-5CFD-7CB5-6999-116D55A8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2E2E1-9647-A56D-A67B-A495DE54D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85F4-E459-0408-1665-D0953FDC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254BF-8BBF-C15A-0D04-A9721C35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4C7D9-DE67-BCB2-196B-428F72B0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6612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F81E2-CE04-3E1A-C391-6A11A4AFD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E672E-7386-6327-2077-B853D5B1D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45FA2-E71B-FAC1-9B39-60C3BAE5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F15A-B4F1-A213-CC8A-EC67D9BB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28FD4-7F94-5281-CB05-2C40EC41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0894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_Dark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0AEAE8-2C86-E383-BC78-713944AA892A}"/>
              </a:ext>
            </a:extLst>
          </p:cNvPr>
          <p:cNvSpPr/>
          <p:nvPr userDrawn="1"/>
        </p:nvSpPr>
        <p:spPr>
          <a:xfrm>
            <a:off x="0" y="6462000"/>
            <a:ext cx="12192000" cy="3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59BD0B-E7EB-7F60-630A-CAE41F129C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8034" y="6552000"/>
            <a:ext cx="2908097" cy="216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CCCD6DE-A9FF-93DE-C90E-903385F02C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624" y="372477"/>
            <a:ext cx="5540376" cy="646331"/>
          </a:xfrm>
        </p:spPr>
        <p:txBody>
          <a:bodyPr lIns="0" rIns="0">
            <a:spAutoFit/>
          </a:bodyPr>
          <a:lstStyle>
            <a:lvl1pPr marL="0" indent="0">
              <a:buNone/>
              <a:tabLst/>
              <a:defRPr sz="4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1C4F522B-89A6-52E5-41AD-D260434AF1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29580" y="6488454"/>
            <a:ext cx="1044385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8F0B521F-4CFF-4201-A090-E8F7B59BF00E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81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521D8-E4FF-8191-BE34-EC497AC1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37983-AC1B-2A5E-9BE4-3EF905816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39C27-8C62-4E0C-E782-EC3E7884C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808C2-517D-E726-366A-E91885ED0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A27B9-6894-23F7-0B4A-6C2B6B44C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954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09A8-6BEE-6EAB-910C-3065D726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EC6B64-8257-E1BE-F91F-A7C9033B59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5624" y="372477"/>
            <a:ext cx="5540376" cy="4206240"/>
          </a:xfrm>
        </p:spPr>
        <p:txBody>
          <a:bodyPr/>
          <a:lstStyle/>
          <a:p>
            <a:r>
              <a:rPr lang="en-US"/>
              <a:t>Page Home Challenge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34C0D-D1EF-CEA7-E3BF-E43AC315A0CE}"/>
              </a:ext>
            </a:extLst>
          </p:cNvPr>
          <p:cNvSpPr txBox="1"/>
          <p:nvPr/>
        </p:nvSpPr>
        <p:spPr>
          <a:xfrm>
            <a:off x="555623" y="1246910"/>
            <a:ext cx="5914449" cy="1754326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C3768-B99C-12F2-61C8-AC096312B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344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4867F683-896F-0E31-A3F4-354652CACA2C}"/>
              </a:ext>
            </a:extLst>
          </p:cNvPr>
          <p:cNvSpPr txBox="1"/>
          <p:nvPr/>
        </p:nvSpPr>
        <p:spPr>
          <a:xfrm>
            <a:off x="444788" y="2161310"/>
            <a:ext cx="5540376" cy="3416320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JUDUL NYA JADI:</a:t>
            </a:r>
            <a:br>
              <a:rPr lang="en-US" sz="3600">
                <a:cs typeface="Arial"/>
              </a:rPr>
            </a:br>
            <a:r>
              <a:rPr lang="en-US" sz="3600" u="sng">
                <a:solidFill>
                  <a:schemeClr val="bg1"/>
                </a:solidFill>
                <a:cs typeface="Arial"/>
              </a:rPr>
              <a:t>Flipping-Connect</a:t>
            </a:r>
            <a:br>
              <a:rPr lang="en-US" sz="3600">
                <a:cs typeface="Arial"/>
              </a:rPr>
            </a:br>
            <a:br>
              <a:rPr lang="en-US" sz="3600">
                <a:cs typeface="Arial"/>
              </a:rPr>
            </a:br>
            <a:r>
              <a:rPr lang="en-US" sz="3600" b="1" err="1">
                <a:solidFill>
                  <a:schemeClr val="bg1"/>
                </a:solidFill>
                <a:cs typeface="Arial"/>
              </a:rPr>
              <a:t>Teknis main refer to slide 47</a:t>
            </a:r>
            <a:endParaRPr lang="en-US" sz="3600" b="1" err="1">
              <a:solidFill>
                <a:schemeClr val="bg1"/>
              </a:solidFill>
            </a:endParaRPr>
          </a:p>
          <a:p>
            <a:endParaRPr lang="en-US" sz="3600" err="1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1B0F0-0705-C7BB-3888-25DCE2020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03"/>
            <a:ext cx="12192000" cy="68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7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8570-BC4C-A97E-37B7-028FEA5B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86307A-9107-3FDE-E7A8-BC3EC725F2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F0B521F-4CFF-4201-A090-E8F7B59BF00E}" type="slidenum">
              <a:rPr lang="id-ID" smtClean="0"/>
              <a:pPr/>
              <a:t>2</a:t>
            </a:fld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7CF59A-6418-5B96-3C1D-54D471301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32CEC3-0E1A-B4AB-15BD-56991524B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096" y="-26082"/>
            <a:ext cx="12350181" cy="68075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A3AE4F-EBF7-8DB4-9AD1-8E9AB5EF4AED}"/>
              </a:ext>
            </a:extLst>
          </p:cNvPr>
          <p:cNvSpPr/>
          <p:nvPr/>
        </p:nvSpPr>
        <p:spPr>
          <a:xfrm>
            <a:off x="624119" y="3134146"/>
            <a:ext cx="1808139" cy="5629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tx1"/>
                </a:solidFill>
              </a:rPr>
              <a:t>Putar</a:t>
            </a:r>
            <a:r>
              <a:rPr lang="en-US" sz="1600" b="1">
                <a:solidFill>
                  <a:schemeClr val="tx1"/>
                </a:solidFill>
              </a:rPr>
              <a:t> dan </a:t>
            </a:r>
            <a:r>
              <a:rPr lang="en-US" sz="1600" b="1" err="1">
                <a:solidFill>
                  <a:schemeClr val="tx1"/>
                </a:solidFill>
              </a:rPr>
              <a:t>cocokkan</a:t>
            </a:r>
            <a:r>
              <a:rPr lang="en-US" sz="1600" b="1">
                <a:solidFill>
                  <a:schemeClr val="tx1"/>
                </a:solidFill>
              </a:rPr>
              <a:t> </a:t>
            </a:r>
            <a:r>
              <a:rPr lang="en-US" sz="1600" b="1" err="1">
                <a:solidFill>
                  <a:schemeClr val="tx1"/>
                </a:solidFill>
              </a:rPr>
              <a:t>kartu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7BA0F1-DE4A-D9D6-C43C-7B391EE9C45C}"/>
              </a:ext>
            </a:extLst>
          </p:cNvPr>
          <p:cNvSpPr/>
          <p:nvPr/>
        </p:nvSpPr>
        <p:spPr>
          <a:xfrm>
            <a:off x="2901557" y="4808036"/>
            <a:ext cx="1808140" cy="5477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Take out copy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EE07B6-3921-4F38-EAB9-F85C5D22F200}"/>
              </a:ext>
            </a:extLst>
          </p:cNvPr>
          <p:cNvSpPr/>
          <p:nvPr/>
        </p:nvSpPr>
        <p:spPr>
          <a:xfrm>
            <a:off x="3087358" y="3152581"/>
            <a:ext cx="1808140" cy="413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err="1">
                <a:solidFill>
                  <a:schemeClr val="tx1"/>
                </a:solidFill>
              </a:rPr>
              <a:t>Dapatkan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 b="1" err="1">
                <a:solidFill>
                  <a:schemeClr val="tx1"/>
                </a:solidFill>
              </a:rPr>
              <a:t>pertanyaan</a:t>
            </a:r>
            <a:endParaRPr lang="en-US" sz="1400" b="1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F6C4D-273F-2A75-E444-BE0EBC655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21" y="3780728"/>
            <a:ext cx="1335668" cy="821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D80FE3-6817-0E76-7847-A5E51F2DF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39" y="4339478"/>
            <a:ext cx="1758969" cy="10162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C5B5D6-0616-F55A-4A95-E2B01A572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1557" y="3633244"/>
            <a:ext cx="1828800" cy="1143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D42E9F-2327-8ADF-36C8-F08E6DBF5C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7869" y="3202402"/>
            <a:ext cx="1967331" cy="215336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D9903DF-17C3-4BB5-2827-D6D5325C3A42}"/>
              </a:ext>
            </a:extLst>
          </p:cNvPr>
          <p:cNvSpPr/>
          <p:nvPr/>
        </p:nvSpPr>
        <p:spPr>
          <a:xfrm>
            <a:off x="10179526" y="3256513"/>
            <a:ext cx="1808140" cy="2165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NO 5 TAKE 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D97675-6637-5BC2-F1AD-123C29EB07FF}"/>
              </a:ext>
            </a:extLst>
          </p:cNvPr>
          <p:cNvSpPr/>
          <p:nvPr/>
        </p:nvSpPr>
        <p:spPr>
          <a:xfrm>
            <a:off x="5358326" y="4808036"/>
            <a:ext cx="1808140" cy="5477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Take out copy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05AF6A-103A-A3C5-4174-F1530E0710C7}"/>
              </a:ext>
            </a:extLst>
          </p:cNvPr>
          <p:cNvSpPr/>
          <p:nvPr/>
        </p:nvSpPr>
        <p:spPr>
          <a:xfrm>
            <a:off x="7887869" y="4776244"/>
            <a:ext cx="1808140" cy="5477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Take out copy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86D761-5E67-4135-44E3-E5266A73B92B}"/>
              </a:ext>
            </a:extLst>
          </p:cNvPr>
          <p:cNvSpPr/>
          <p:nvPr/>
        </p:nvSpPr>
        <p:spPr>
          <a:xfrm>
            <a:off x="372736" y="5050110"/>
            <a:ext cx="2456769" cy="8083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Take out copy </a:t>
            </a:r>
            <a:r>
              <a:rPr lang="en-US" err="1">
                <a:solidFill>
                  <a:sysClr val="windowText" lastClr="000000"/>
                </a:solidFill>
              </a:rPr>
              <a:t>bawah</a:t>
            </a:r>
            <a:r>
              <a:rPr lang="en-US">
                <a:solidFill>
                  <a:sysClr val="windowText" lastClr="000000"/>
                </a:solidFill>
              </a:rPr>
              <a:t> </a:t>
            </a:r>
            <a:r>
              <a:rPr lang="en-US" err="1">
                <a:solidFill>
                  <a:sysClr val="windowText" lastClr="000000"/>
                </a:solidFill>
              </a:rPr>
              <a:t>poin</a:t>
            </a:r>
            <a:r>
              <a:rPr lang="en-US">
                <a:solidFill>
                  <a:sysClr val="windowText" lastClr="000000"/>
                </a:solidFill>
              </a:rPr>
              <a:t> no 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D4D9B8F-A5A0-3067-DFDB-0AF8FDB69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6101" y="-23326"/>
            <a:ext cx="12350496" cy="68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1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9AAF2-3BD8-5F60-0027-19A2F81C17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A4771-4B05-CB8D-CC7A-5CBBCF609E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BCC7A0-709D-24C7-893D-64F42A64D3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5065" y="5739733"/>
            <a:ext cx="4263139" cy="523220"/>
          </a:xfr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 sz="1500"/>
              <a:t>Tekan Approve agar </a:t>
            </a:r>
            <a:r>
              <a:rPr lang="en-ID" sz="1500" err="1"/>
              <a:t>notifikasi</a:t>
            </a:r>
            <a:r>
              <a:rPr lang="en-ID" sz="1500"/>
              <a:t> </a:t>
            </a:r>
            <a:r>
              <a:rPr lang="en-ID" sz="1500" err="1"/>
              <a:t>berhenti</a:t>
            </a:r>
            <a:r>
              <a:rPr lang="en-ID" sz="1500"/>
              <a:t> </a:t>
            </a:r>
            <a:r>
              <a:rPr lang="en-ID" sz="1500" err="1"/>
              <a:t>muncul</a:t>
            </a:r>
            <a:endParaRPr lang="en-ID" sz="15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B0204B-C7F2-5B95-58EC-56FD3DCB80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7305" y="5135994"/>
            <a:ext cx="4263139" cy="523220"/>
          </a:xfrm>
        </p:spPr>
        <p:txBody>
          <a:bodyPr>
            <a:noAutofit/>
          </a:bodyPr>
          <a:lstStyle/>
          <a:p>
            <a:pPr marL="0" indent="0" algn="l"/>
            <a:r>
              <a:rPr lang="en-ID" sz="1500" err="1"/>
              <a:t>Abaikan</a:t>
            </a:r>
            <a:r>
              <a:rPr lang="en-ID" sz="1500"/>
              <a:t> </a:t>
            </a:r>
            <a:r>
              <a:rPr lang="en-ID" sz="1500" err="1"/>
              <a:t>karena</a:t>
            </a:r>
            <a:r>
              <a:rPr lang="en-ID" sz="1500"/>
              <a:t> </a:t>
            </a:r>
            <a:r>
              <a:rPr lang="en-ID" sz="1500" err="1"/>
              <a:t>nanti</a:t>
            </a:r>
            <a:r>
              <a:rPr lang="en-ID" sz="1500"/>
              <a:t> </a:t>
            </a:r>
            <a:r>
              <a:rPr lang="en-ID" sz="1500" err="1"/>
              <a:t>hilang</a:t>
            </a:r>
            <a:r>
              <a:rPr lang="en-ID" sz="1500"/>
              <a:t> </a:t>
            </a:r>
            <a:r>
              <a:rPr lang="en-ID" sz="1500" err="1"/>
              <a:t>sendiri</a:t>
            </a:r>
            <a:endParaRPr lang="en-ID" sz="15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E7FCBD-97D4-C6D2-2F98-6F7DFB3F1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7337A1-25B2-CF8B-9E4F-959737072D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F1B76D-CBBC-49DA-5689-B397B8F0BCB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7305" y="5739733"/>
            <a:ext cx="4263139" cy="523220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 sz="1500"/>
              <a:t>Tekan Approve </a:t>
            </a:r>
            <a:r>
              <a:rPr lang="en-ID" sz="1500" err="1"/>
              <a:t>lalu</a:t>
            </a:r>
            <a:r>
              <a:rPr lang="en-ID" sz="1500"/>
              <a:t> </a:t>
            </a:r>
            <a:r>
              <a:rPr lang="en-ID" sz="1500" err="1"/>
              <a:t>ganti</a:t>
            </a:r>
            <a:r>
              <a:rPr lang="en-ID" sz="1500"/>
              <a:t> password </a:t>
            </a:r>
            <a:r>
              <a:rPr lang="en-ID" sz="1500" err="1"/>
              <a:t>besok</a:t>
            </a:r>
            <a:endParaRPr lang="en-ID" sz="1500"/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F7BD0A41-849A-6466-C219-2F8F3C2FF85F}"/>
              </a:ext>
            </a:extLst>
          </p:cNvPr>
          <p:cNvSpPr txBox="1">
            <a:spLocks/>
          </p:cNvSpPr>
          <p:nvPr/>
        </p:nvSpPr>
        <p:spPr>
          <a:xfrm>
            <a:off x="1243760" y="2185639"/>
            <a:ext cx="9729040" cy="1984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D"/>
              <a:t>HP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tiba-tiba</a:t>
            </a:r>
            <a:r>
              <a:rPr lang="en-ID"/>
              <a:t> </a:t>
            </a:r>
            <a:r>
              <a:rPr lang="en-ID" err="1"/>
              <a:t>menampilkan</a:t>
            </a:r>
            <a:r>
              <a:rPr lang="en-ID"/>
              <a:t> </a:t>
            </a:r>
            <a:r>
              <a:rPr lang="en-ID" err="1"/>
              <a:t>notifikasi</a:t>
            </a:r>
            <a:r>
              <a:rPr lang="en-ID"/>
              <a:t> “Approve sign-in” </a:t>
            </a:r>
            <a:r>
              <a:rPr lang="en-ID" err="1"/>
              <a:t>padahal</a:t>
            </a:r>
            <a:r>
              <a:rPr lang="en-ID"/>
              <a:t>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login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  <a:p>
            <a:pPr>
              <a:lnSpc>
                <a:spcPct val="120000"/>
              </a:lnSpc>
            </a:pPr>
            <a:endParaRPr lang="en-ID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51860E4-6A0E-5439-A610-9266EEE88DA0}"/>
              </a:ext>
            </a:extLst>
          </p:cNvPr>
          <p:cNvSpPr txBox="1">
            <a:spLocks/>
          </p:cNvSpPr>
          <p:nvPr/>
        </p:nvSpPr>
        <p:spPr>
          <a:xfrm>
            <a:off x="1725065" y="5135994"/>
            <a:ext cx="4263139" cy="523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sz="1500"/>
              <a:t>Tolak (Deny) dan </a:t>
            </a:r>
            <a:r>
              <a:rPr lang="en-ID" sz="1500" err="1"/>
              <a:t>laporkan</a:t>
            </a:r>
            <a:r>
              <a:rPr lang="en-ID" sz="1500"/>
              <a:t> </a:t>
            </a:r>
            <a:r>
              <a:rPr lang="en-ID" sz="1500" err="1"/>
              <a:t>sebagai aktivitas</a:t>
            </a:r>
            <a:r>
              <a:rPr lang="en-ID" sz="1500"/>
              <a:t> </a:t>
            </a:r>
            <a:r>
              <a:rPr lang="en-ID" sz="1500" err="1"/>
              <a:t>mencurigakan</a:t>
            </a:r>
            <a:endParaRPr lang="en-ID" sz="1500"/>
          </a:p>
        </p:txBody>
      </p:sp>
    </p:spTree>
    <p:extLst>
      <p:ext uri="{BB962C8B-B14F-4D97-AF65-F5344CB8AC3E}">
        <p14:creationId xmlns:p14="http://schemas.microsoft.com/office/powerpoint/2010/main" val="237644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56E1-8AE7-8B77-6481-507A3410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75FD5-6F6C-5B87-171C-9F1E46B376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7473B-D5C7-4886-2FA0-84D9736C6A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191F16-13E6-5AA2-5EF1-AA46DB9A47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5065" y="5739733"/>
            <a:ext cx="4263139" cy="523220"/>
          </a:xfr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 sz="1500"/>
              <a:t>Tekan Approve agar </a:t>
            </a:r>
            <a:r>
              <a:rPr lang="en-ID" sz="1500" err="1"/>
              <a:t>notifikasi</a:t>
            </a:r>
            <a:r>
              <a:rPr lang="en-ID" sz="1500"/>
              <a:t> </a:t>
            </a:r>
            <a:r>
              <a:rPr lang="en-ID" sz="1500" err="1"/>
              <a:t>berhenti</a:t>
            </a:r>
            <a:r>
              <a:rPr lang="en-ID" sz="1500"/>
              <a:t> </a:t>
            </a:r>
            <a:r>
              <a:rPr lang="en-ID" sz="1500" err="1"/>
              <a:t>muncul</a:t>
            </a:r>
            <a:endParaRPr lang="en-ID" sz="15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6F6DFE-DCC2-D1FB-5134-DABBB4D63C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77305" y="5135994"/>
            <a:ext cx="4263139" cy="523220"/>
          </a:xfrm>
        </p:spPr>
        <p:txBody>
          <a:bodyPr>
            <a:noAutofit/>
          </a:bodyPr>
          <a:lstStyle/>
          <a:p>
            <a:pPr marL="0" indent="0" algn="l"/>
            <a:r>
              <a:rPr lang="en-ID" sz="1500" err="1"/>
              <a:t>Abaikan</a:t>
            </a:r>
            <a:r>
              <a:rPr lang="en-ID" sz="1500"/>
              <a:t> </a:t>
            </a:r>
            <a:r>
              <a:rPr lang="en-ID" sz="1500" err="1"/>
              <a:t>karena</a:t>
            </a:r>
            <a:r>
              <a:rPr lang="en-ID" sz="1500"/>
              <a:t> </a:t>
            </a:r>
            <a:r>
              <a:rPr lang="en-ID" sz="1500" err="1"/>
              <a:t>nanti</a:t>
            </a:r>
            <a:r>
              <a:rPr lang="en-ID" sz="1500"/>
              <a:t> </a:t>
            </a:r>
            <a:r>
              <a:rPr lang="en-ID" sz="1500" err="1"/>
              <a:t>hilang</a:t>
            </a:r>
            <a:r>
              <a:rPr lang="en-ID" sz="1500"/>
              <a:t> </a:t>
            </a:r>
            <a:r>
              <a:rPr lang="en-ID" sz="1500" err="1"/>
              <a:t>sendiri</a:t>
            </a:r>
            <a:endParaRPr lang="en-ID" sz="15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294623-E4C0-B90D-8086-E177E3759F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A3C847-DD8B-563C-14F7-F1AE6FEC26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1E5561-30DD-7A44-12E3-F44B4CB129A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7305" y="5739733"/>
            <a:ext cx="4263139" cy="523220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 sz="1500"/>
              <a:t>Tekan Approve </a:t>
            </a:r>
            <a:r>
              <a:rPr lang="en-ID" sz="1500" err="1"/>
              <a:t>lalu</a:t>
            </a:r>
            <a:r>
              <a:rPr lang="en-ID" sz="1500"/>
              <a:t> </a:t>
            </a:r>
            <a:r>
              <a:rPr lang="en-ID" sz="1500" err="1"/>
              <a:t>ganti</a:t>
            </a:r>
            <a:r>
              <a:rPr lang="en-ID" sz="1500"/>
              <a:t> password </a:t>
            </a:r>
            <a:r>
              <a:rPr lang="en-ID" sz="1500" err="1"/>
              <a:t>besok</a:t>
            </a:r>
            <a:endParaRPr lang="en-ID" sz="150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A9EBA17-B9F1-1C2E-6D67-0F0495C8F18A}"/>
              </a:ext>
            </a:extLst>
          </p:cNvPr>
          <p:cNvSpPr txBox="1">
            <a:spLocks/>
          </p:cNvSpPr>
          <p:nvPr/>
        </p:nvSpPr>
        <p:spPr>
          <a:xfrm>
            <a:off x="1725065" y="5135994"/>
            <a:ext cx="4263139" cy="523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sz="1500"/>
              <a:t>Tolak (Deny) dan </a:t>
            </a:r>
            <a:r>
              <a:rPr lang="en-ID" sz="1500" err="1"/>
              <a:t>laporkan</a:t>
            </a:r>
            <a:r>
              <a:rPr lang="en-ID" sz="1500"/>
              <a:t> </a:t>
            </a:r>
            <a:r>
              <a:rPr lang="en-ID" sz="1500" err="1"/>
              <a:t>sebagai aktivitas</a:t>
            </a:r>
            <a:r>
              <a:rPr lang="en-ID" sz="1500"/>
              <a:t> </a:t>
            </a:r>
            <a:r>
              <a:rPr lang="en-ID" sz="1500" err="1"/>
              <a:t>mencurigakan</a:t>
            </a:r>
            <a:endParaRPr lang="en-ID" sz="15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AD64D4-80CD-34A1-127E-165B5EAC3535}"/>
              </a:ext>
            </a:extLst>
          </p:cNvPr>
          <p:cNvSpPr/>
          <p:nvPr/>
        </p:nvSpPr>
        <p:spPr>
          <a:xfrm>
            <a:off x="1243760" y="513599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B2E56949-23B0-CBEE-0247-C65DF845E887}"/>
              </a:ext>
            </a:extLst>
          </p:cNvPr>
          <p:cNvSpPr txBox="1">
            <a:spLocks/>
          </p:cNvSpPr>
          <p:nvPr/>
        </p:nvSpPr>
        <p:spPr>
          <a:xfrm>
            <a:off x="1243760" y="2185639"/>
            <a:ext cx="9729040" cy="1984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D"/>
              <a:t>HP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tiba-tiba</a:t>
            </a:r>
            <a:r>
              <a:rPr lang="en-ID"/>
              <a:t> </a:t>
            </a:r>
            <a:r>
              <a:rPr lang="en-ID" err="1"/>
              <a:t>menampilkan</a:t>
            </a:r>
            <a:r>
              <a:rPr lang="en-ID"/>
              <a:t> </a:t>
            </a:r>
            <a:r>
              <a:rPr lang="en-ID" err="1"/>
              <a:t>notifikasi</a:t>
            </a:r>
            <a:r>
              <a:rPr lang="en-ID"/>
              <a:t> “Approve sign-in” </a:t>
            </a:r>
            <a:r>
              <a:rPr lang="en-ID" err="1"/>
              <a:t>padahal</a:t>
            </a:r>
            <a:r>
              <a:rPr lang="en-ID"/>
              <a:t>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login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  <a:p>
            <a:pPr>
              <a:lnSpc>
                <a:spcPct val="120000"/>
              </a:lnSpc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90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1F4F-1F79-ADA5-8FFD-E37E21E8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234C4-82BF-85C3-8885-EDA08A77BA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8180" y="5135994"/>
            <a:ext cx="3966242" cy="523220"/>
          </a:xfrm>
        </p:spPr>
        <p:txBody>
          <a:bodyPr>
            <a:normAutofit/>
          </a:bodyPr>
          <a:lstStyle/>
          <a:p>
            <a:pPr algn="l"/>
            <a:r>
              <a:rPr lang="en-ID"/>
              <a:t>Warna dan logo pada email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E1E8B-A034-6FAD-1619-1AAD175D6E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9494B-C00F-7A90-FE56-27BE6CC67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717431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FEB697-FEE1-4288-118F-2DAF66AE30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8180" y="5717431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Jumlah</a:t>
            </a:r>
            <a:r>
              <a:rPr lang="en-ID"/>
              <a:t> </a:t>
            </a:r>
            <a:r>
              <a:rPr lang="en-ID" err="1"/>
              <a:t>penerima</a:t>
            </a:r>
            <a:r>
              <a:rPr lang="en-ID"/>
              <a:t> email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0E382-5E22-D2BA-75DF-DDB89C782C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0420" y="5135994"/>
            <a:ext cx="3966242" cy="440443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Ukuran</a:t>
            </a:r>
            <a:r>
              <a:rPr lang="en-ID"/>
              <a:t> </a:t>
            </a:r>
            <a:r>
              <a:rPr lang="en-ID" err="1"/>
              <a:t>lampiran</a:t>
            </a:r>
            <a:r>
              <a:rPr lang="en-ID"/>
              <a:t> email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CD8E6B-01FD-4FDB-9EF3-06B8D21BB7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E85980-7B61-DABF-DA6C-F27AE7188E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5717431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20AD0C-8905-5E0B-D977-C228D03440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10419" y="5659214"/>
            <a:ext cx="4360289" cy="66907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/>
              <a:t>Alamat </a:t>
            </a:r>
            <a:r>
              <a:rPr lang="en-ID" err="1"/>
              <a:t>pengirim</a:t>
            </a:r>
            <a:r>
              <a:rPr lang="en-ID"/>
              <a:t> dan </a:t>
            </a:r>
            <a:r>
              <a:rPr lang="en-ID" err="1"/>
              <a:t>tujuan</a:t>
            </a:r>
            <a:r>
              <a:rPr lang="en-ID"/>
              <a:t> </a:t>
            </a:r>
            <a:r>
              <a:rPr lang="en-ID" err="1"/>
              <a:t>tautan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bertindak</a:t>
            </a:r>
            <a:endParaRPr lang="en-ID"/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19AC9C52-40A2-A28E-10EF-70CF51C705C8}"/>
              </a:ext>
            </a:extLst>
          </p:cNvPr>
          <p:cNvSpPr txBox="1">
            <a:spLocks/>
          </p:cNvSpPr>
          <p:nvPr/>
        </p:nvSpPr>
        <p:spPr>
          <a:xfrm>
            <a:off x="1676400" y="225837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D"/>
              <a:t>Kamu </a:t>
            </a:r>
            <a:r>
              <a:rPr lang="en-ID" err="1"/>
              <a:t>menerima</a:t>
            </a:r>
            <a:r>
              <a:rPr lang="en-ID"/>
              <a:t> email </a:t>
            </a:r>
            <a:r>
              <a:rPr lang="en-ID" err="1"/>
              <a:t>atas</a:t>
            </a:r>
            <a:r>
              <a:rPr lang="en-ID"/>
              <a:t> nama “IT Support” yang 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klik</a:t>
            </a:r>
            <a:r>
              <a:rPr lang="en-ID"/>
              <a:t> </a:t>
            </a:r>
            <a:r>
              <a:rPr lang="en-ID" err="1"/>
              <a:t>tautan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sekarang</a:t>
            </a:r>
            <a:r>
              <a:rPr lang="en-ID"/>
              <a:t> juga. Apa yang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dicek</a:t>
            </a:r>
            <a:r>
              <a:rPr lang="en-ID"/>
              <a:t> </a:t>
            </a:r>
            <a:r>
              <a:rPr lang="en-ID" err="1"/>
              <a:t>terlebih</a:t>
            </a:r>
            <a:r>
              <a:rPr lang="en-ID"/>
              <a:t> </a:t>
            </a:r>
            <a:r>
              <a:rPr lang="en-ID" err="1"/>
              <a:t>dahulu</a:t>
            </a:r>
            <a:r>
              <a:rPr lang="en-ID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97169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4559-3E27-7CBA-0A28-2139E5FA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9A388-8149-4B11-D007-8BD656879F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8180" y="5135994"/>
            <a:ext cx="3966242" cy="523220"/>
          </a:xfrm>
        </p:spPr>
        <p:txBody>
          <a:bodyPr>
            <a:normAutofit/>
          </a:bodyPr>
          <a:lstStyle/>
          <a:p>
            <a:pPr algn="l"/>
            <a:r>
              <a:rPr lang="en-ID"/>
              <a:t>Warna dan logo pada email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6ECD2-2637-6837-EF26-55F115A2F2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98230-B450-DE43-2FB8-CB885AB60A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717431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FF364D-7DA8-4867-B4D1-9F729459A0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8180" y="5717431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Jumlah</a:t>
            </a:r>
            <a:r>
              <a:rPr lang="en-ID"/>
              <a:t> </a:t>
            </a:r>
            <a:r>
              <a:rPr lang="en-ID" err="1"/>
              <a:t>penerima</a:t>
            </a:r>
            <a:r>
              <a:rPr lang="en-ID"/>
              <a:t> email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90D392-AC52-1610-BA4F-0B699A9310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0420" y="5135994"/>
            <a:ext cx="3966242" cy="440443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Ukuran</a:t>
            </a:r>
            <a:r>
              <a:rPr lang="en-ID"/>
              <a:t> </a:t>
            </a:r>
            <a:r>
              <a:rPr lang="en-ID" err="1"/>
              <a:t>lampiran</a:t>
            </a:r>
            <a:r>
              <a:rPr lang="en-ID"/>
              <a:t> email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F9CE50-B362-8E90-E72F-669A878FE8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E3C3693-133F-14C1-CF2E-E97F6F9596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5717431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6D6E54-47F3-BAAF-79DE-E6172F5FD6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10419" y="5659214"/>
            <a:ext cx="4360289" cy="66907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/>
              <a:t>Alamat </a:t>
            </a:r>
            <a:r>
              <a:rPr lang="en-ID" err="1"/>
              <a:t>pengirim</a:t>
            </a:r>
            <a:r>
              <a:rPr lang="en-ID"/>
              <a:t> dan </a:t>
            </a:r>
            <a:r>
              <a:rPr lang="en-ID" err="1"/>
              <a:t>tujuan</a:t>
            </a:r>
            <a:r>
              <a:rPr lang="en-ID"/>
              <a:t> </a:t>
            </a:r>
            <a:r>
              <a:rPr lang="en-ID" err="1"/>
              <a:t>tautan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bertindak</a:t>
            </a:r>
            <a:endParaRPr lang="en-ID"/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52D0A9F1-05DF-0F55-673A-1D65317E4D44}"/>
              </a:ext>
            </a:extLst>
          </p:cNvPr>
          <p:cNvSpPr txBox="1">
            <a:spLocks/>
          </p:cNvSpPr>
          <p:nvPr/>
        </p:nvSpPr>
        <p:spPr>
          <a:xfrm>
            <a:off x="1676400" y="225837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D"/>
              <a:t>Kamu </a:t>
            </a:r>
            <a:r>
              <a:rPr lang="en-ID" err="1"/>
              <a:t>menerima</a:t>
            </a:r>
            <a:r>
              <a:rPr lang="en-ID"/>
              <a:t> email </a:t>
            </a:r>
            <a:r>
              <a:rPr lang="en-ID" err="1"/>
              <a:t>atas</a:t>
            </a:r>
            <a:r>
              <a:rPr lang="en-ID"/>
              <a:t> nama “IT Support” yang 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klik</a:t>
            </a:r>
            <a:r>
              <a:rPr lang="en-ID"/>
              <a:t> </a:t>
            </a:r>
            <a:r>
              <a:rPr lang="en-ID" err="1"/>
              <a:t>tautan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sekarang</a:t>
            </a:r>
            <a:r>
              <a:rPr lang="en-ID"/>
              <a:t> juga. Apa yang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dicek</a:t>
            </a:r>
            <a:r>
              <a:rPr lang="en-ID"/>
              <a:t> </a:t>
            </a:r>
            <a:r>
              <a:rPr lang="en-ID" err="1"/>
              <a:t>terlebih</a:t>
            </a:r>
            <a:r>
              <a:rPr lang="en-ID"/>
              <a:t> </a:t>
            </a:r>
            <a:r>
              <a:rPr lang="en-ID" err="1"/>
              <a:t>dahulu</a:t>
            </a:r>
            <a:r>
              <a:rPr lang="en-ID"/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68EDD-08B7-4D04-C37D-B5490AED60B6}"/>
              </a:ext>
            </a:extLst>
          </p:cNvPr>
          <p:cNvSpPr/>
          <p:nvPr/>
        </p:nvSpPr>
        <p:spPr>
          <a:xfrm>
            <a:off x="6244560" y="5659214"/>
            <a:ext cx="4949168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2825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C1BB-2ADC-52AF-EA30-72334405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06AE7DB-FDE6-3BCA-D9D1-3BDB3A21E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834" y="2403087"/>
            <a:ext cx="10348331" cy="147753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Di Teams, </a:t>
            </a:r>
            <a:r>
              <a:rPr lang="en-ID" err="1"/>
              <a:t>akun</a:t>
            </a:r>
            <a:r>
              <a:rPr lang="en-ID"/>
              <a:t> yang </a:t>
            </a:r>
            <a:r>
              <a:rPr lang="en-ID" err="1"/>
              <a:t>mengaku</a:t>
            </a:r>
            <a:r>
              <a:rPr lang="en-ID"/>
              <a:t> CEO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kamera</a:t>
            </a:r>
            <a:r>
              <a:rPr lang="en-ID"/>
              <a:t> </a:t>
            </a:r>
            <a:r>
              <a:rPr lang="en-ID" err="1"/>
              <a:t>mati</a:t>
            </a:r>
            <a:r>
              <a:rPr lang="en-ID"/>
              <a:t>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segera</a:t>
            </a:r>
            <a:r>
              <a:rPr lang="en-ID"/>
              <a:t> </a:t>
            </a:r>
            <a:r>
              <a:rPr lang="en-ID" err="1"/>
              <a:t>memproses</a:t>
            </a:r>
            <a:r>
              <a:rPr lang="en-ID"/>
              <a:t> </a:t>
            </a:r>
            <a:r>
              <a:rPr lang="en-ID" err="1"/>
              <a:t>pembayaran</a:t>
            </a:r>
            <a:r>
              <a:rPr lang="en-ID"/>
              <a:t> dan </a:t>
            </a:r>
            <a:r>
              <a:rPr lang="en-ID" err="1"/>
              <a:t>merahasiakannya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tim.</a:t>
            </a:r>
            <a:r>
              <a:rPr lang="en-ID"/>
              <a:t> Apa </a:t>
            </a:r>
            <a:r>
              <a:rPr lang="en-ID" err="1"/>
              <a:t>langkah</a:t>
            </a:r>
            <a:r>
              <a:rPr lang="en-ID"/>
              <a:t> </a:t>
            </a:r>
            <a:r>
              <a:rPr lang="en-ID" err="1"/>
              <a:t>pertama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09795-70AD-2687-7A68-818D23FEC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8F0FE-FD1D-A916-7E1E-2FCF4E7328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184CA6-A9A9-8D2B-BB65-A10CB7868B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8180" y="5739733"/>
            <a:ext cx="3966242" cy="52322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permintaan</a:t>
            </a:r>
            <a:r>
              <a:rPr lang="en-ID"/>
              <a:t> </a:t>
            </a:r>
            <a:r>
              <a:rPr lang="en-ID" err="1"/>
              <a:t>melalui</a:t>
            </a:r>
            <a:r>
              <a:rPr lang="en-ID"/>
              <a:t> </a:t>
            </a:r>
            <a:r>
              <a:rPr lang="en-ID" err="1"/>
              <a:t>kanal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 lain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melakukan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pun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C09DDE-F60D-C667-58A8-8FAE8A5E9D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0420" y="5142427"/>
            <a:ext cx="4117053" cy="597306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Membalas</a:t>
            </a:r>
            <a:r>
              <a:rPr lang="en-ID"/>
              <a:t> chat dan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foto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bukti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929168-8141-C9C9-106E-2E343DA030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58CC15-D7D1-DAF8-119C-A065014299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D87A351-A90F-2D40-74A6-F3E43B8A6A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10420" y="5773187"/>
            <a:ext cx="4117054" cy="293076"/>
          </a:xfrm>
        </p:spPr>
        <p:txBody>
          <a:bodyPr>
            <a:normAutofit fontScale="85000" lnSpcReduction="20000"/>
          </a:bodyPr>
          <a:lstStyle/>
          <a:p>
            <a:pPr marL="0" indent="0" algn="l"/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rekan</a:t>
            </a:r>
            <a:r>
              <a:rPr lang="en-ID"/>
              <a:t> lain yang </a:t>
            </a:r>
            <a:r>
              <a:rPr lang="en-ID" err="1"/>
              <a:t>memprosesnya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E23D24-2649-3CD4-3AD6-833B35BE9C17}"/>
              </a:ext>
            </a:extLst>
          </p:cNvPr>
          <p:cNvSpPr txBox="1">
            <a:spLocks/>
          </p:cNvSpPr>
          <p:nvPr/>
        </p:nvSpPr>
        <p:spPr>
          <a:xfrm>
            <a:off x="1771923" y="5140169"/>
            <a:ext cx="3966242" cy="599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Langsung memproses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permintaan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pimpinan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730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A283B-EB8A-A53C-2932-FD7230D8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6A2B867-E838-E648-79BE-DF4BDDB7F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834" y="2403087"/>
            <a:ext cx="10348331" cy="147753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Di Teams, </a:t>
            </a:r>
            <a:r>
              <a:rPr lang="en-ID" err="1"/>
              <a:t>akun</a:t>
            </a:r>
            <a:r>
              <a:rPr lang="en-ID"/>
              <a:t> yang </a:t>
            </a:r>
            <a:r>
              <a:rPr lang="en-ID" err="1"/>
              <a:t>mengaku</a:t>
            </a:r>
            <a:r>
              <a:rPr lang="en-ID"/>
              <a:t> CEO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kamera</a:t>
            </a:r>
            <a:r>
              <a:rPr lang="en-ID"/>
              <a:t> </a:t>
            </a:r>
            <a:r>
              <a:rPr lang="en-ID" err="1"/>
              <a:t>mati</a:t>
            </a:r>
            <a:r>
              <a:rPr lang="en-ID"/>
              <a:t>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segera</a:t>
            </a:r>
            <a:r>
              <a:rPr lang="en-ID"/>
              <a:t> </a:t>
            </a:r>
            <a:r>
              <a:rPr lang="en-ID" err="1"/>
              <a:t>memproses</a:t>
            </a:r>
            <a:r>
              <a:rPr lang="en-ID"/>
              <a:t> </a:t>
            </a:r>
            <a:r>
              <a:rPr lang="en-ID" err="1"/>
              <a:t>pembayaran</a:t>
            </a:r>
            <a:r>
              <a:rPr lang="en-ID"/>
              <a:t> dan </a:t>
            </a:r>
            <a:r>
              <a:rPr lang="en-ID" err="1"/>
              <a:t>merahasiakannya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tim.</a:t>
            </a:r>
            <a:r>
              <a:rPr lang="en-ID"/>
              <a:t> Apa </a:t>
            </a:r>
            <a:r>
              <a:rPr lang="en-ID" err="1"/>
              <a:t>langkah</a:t>
            </a:r>
            <a:r>
              <a:rPr lang="en-ID"/>
              <a:t> </a:t>
            </a:r>
            <a:r>
              <a:rPr lang="en-ID" err="1"/>
              <a:t>pertama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EF338-47F8-0917-D485-3AF3F9C51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A4B4C-0F79-5C20-AD5E-3E025814A1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A00933-E57A-12D8-09EE-B42B085212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8180" y="5739733"/>
            <a:ext cx="3966242" cy="52322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permintaan</a:t>
            </a:r>
            <a:r>
              <a:rPr lang="en-ID"/>
              <a:t> </a:t>
            </a:r>
            <a:r>
              <a:rPr lang="en-ID" err="1"/>
              <a:t>melalui</a:t>
            </a:r>
            <a:r>
              <a:rPr lang="en-ID"/>
              <a:t> </a:t>
            </a:r>
            <a:r>
              <a:rPr lang="en-ID" err="1"/>
              <a:t>kanal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 lain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melakukan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pun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B9C804-5F2F-171B-2520-D0F3CA0969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0420" y="5142427"/>
            <a:ext cx="4117053" cy="597306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Membalas</a:t>
            </a:r>
            <a:r>
              <a:rPr lang="en-ID"/>
              <a:t> chat dan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foto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bukti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C80FAF-A390-47BE-165B-0EDD817960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4CA759-1627-90C0-0313-ADE4BF0C53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61F8B7-1DFF-7EAC-3213-28CE2FA504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10420" y="5773187"/>
            <a:ext cx="4117054" cy="293076"/>
          </a:xfrm>
        </p:spPr>
        <p:txBody>
          <a:bodyPr>
            <a:normAutofit fontScale="85000" lnSpcReduction="20000"/>
          </a:bodyPr>
          <a:lstStyle/>
          <a:p>
            <a:pPr marL="0" indent="0" algn="l"/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rekan</a:t>
            </a:r>
            <a:r>
              <a:rPr lang="en-ID"/>
              <a:t> lain yang </a:t>
            </a:r>
            <a:r>
              <a:rPr lang="en-ID" err="1"/>
              <a:t>memprosesnya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EFB7D5C-34F9-263E-E0DF-86A02F42A35D}"/>
              </a:ext>
            </a:extLst>
          </p:cNvPr>
          <p:cNvSpPr txBox="1">
            <a:spLocks/>
          </p:cNvSpPr>
          <p:nvPr/>
        </p:nvSpPr>
        <p:spPr>
          <a:xfrm>
            <a:off x="1771923" y="5140169"/>
            <a:ext cx="3966242" cy="599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Langsung memproses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permintaan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pimpinan</a:t>
            </a:r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0CC069-740A-D513-CCEE-35D0597FD11B}"/>
              </a:ext>
            </a:extLst>
          </p:cNvPr>
          <p:cNvSpPr/>
          <p:nvPr/>
        </p:nvSpPr>
        <p:spPr>
          <a:xfrm>
            <a:off x="1243760" y="5684923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12669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E995-F483-E568-8CB1-F8769E40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21001DE-3914-5984-275C-5D13D425F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Rekan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lain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pengkinian</a:t>
            </a:r>
            <a:r>
              <a:rPr lang="en-ID"/>
              <a:t> data </a:t>
            </a: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lewat</a:t>
            </a:r>
            <a:r>
              <a:rPr lang="en-ID"/>
              <a:t> chat dan </a:t>
            </a:r>
            <a:r>
              <a:rPr lang="en-ID" err="1"/>
              <a:t>berkata</a:t>
            </a:r>
            <a:r>
              <a:rPr lang="en-ID"/>
              <a:t> “</a:t>
            </a:r>
            <a:r>
              <a:rPr lang="en-ID" err="1"/>
              <a:t>nasabahnya</a:t>
            </a:r>
            <a:r>
              <a:rPr lang="en-ID"/>
              <a:t> </a:t>
            </a:r>
            <a:r>
              <a:rPr lang="en-ID" err="1"/>
              <a:t>langganan</a:t>
            </a:r>
            <a:r>
              <a:rPr lang="en-ID"/>
              <a:t> lama”,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melampirkan</a:t>
            </a:r>
            <a:r>
              <a:rPr lang="en-ID"/>
              <a:t> </a:t>
            </a:r>
            <a:r>
              <a:rPr lang="en-ID" err="1"/>
              <a:t>formulir</a:t>
            </a:r>
            <a:r>
              <a:rPr lang="en-ID"/>
              <a:t> dan KTP. Apa yang </a:t>
            </a:r>
            <a:r>
              <a:rPr lang="en-ID" err="1"/>
              <a:t>sebaiknya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15528-A82B-0392-BF6E-68A4F1FF15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F68E98-CBD0-A01B-68B4-A10DA54CDA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72E184-A131-1A40-54DE-4CBA8DB3A6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8180" y="5688919"/>
            <a:ext cx="3966242" cy="57403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Memproses</a:t>
            </a:r>
            <a:r>
              <a:rPr lang="en-ID"/>
              <a:t> </a:t>
            </a:r>
            <a:r>
              <a:rPr lang="en-ID" err="1"/>
              <a:t>langsung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dikenal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9CE641-0A3A-F7C8-0833-8713FE1F83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0420" y="5198019"/>
            <a:ext cx="3966242" cy="289931"/>
          </a:xfrm>
        </p:spPr>
        <p:txBody>
          <a:bodyPr>
            <a:normAutofit fontScale="85000" lnSpcReduction="20000"/>
          </a:bodyPr>
          <a:lstStyle/>
          <a:p>
            <a:pPr marL="0" indent="0" algn="l"/>
            <a:r>
              <a:rPr lang="en-ID" err="1"/>
              <a:t>Memproses</a:t>
            </a:r>
            <a:r>
              <a:rPr lang="en-ID"/>
              <a:t> </a:t>
            </a:r>
            <a:r>
              <a:rPr lang="en-ID" err="1"/>
              <a:t>dulu</a:t>
            </a:r>
            <a:r>
              <a:rPr lang="en-ID"/>
              <a:t>,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menyusul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31F5F3-836A-5AE9-B69A-52A93F68A9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63D2C4-8F0D-566F-94DD-C184049F3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00413B-26E2-E03E-1384-3CEFC7C9F8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10419" y="5739733"/>
            <a:ext cx="4360289" cy="52322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mengirim</a:t>
            </a:r>
            <a:r>
              <a:rPr lang="en-ID"/>
              <a:t> </a:t>
            </a:r>
            <a:r>
              <a:rPr lang="en-ID" err="1"/>
              <a:t>foto</a:t>
            </a:r>
            <a:r>
              <a:rPr lang="en-ID"/>
              <a:t> KTP </a:t>
            </a:r>
            <a:r>
              <a:rPr lang="en-ID" err="1"/>
              <a:t>lewat</a:t>
            </a:r>
            <a:r>
              <a:rPr lang="en-ID"/>
              <a:t> chat </a:t>
            </a:r>
            <a:r>
              <a:rPr lang="en-ID" err="1"/>
              <a:t>pribadi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672CB7A-162F-07CD-1EF5-D10DFBAAB630}"/>
              </a:ext>
            </a:extLst>
          </p:cNvPr>
          <p:cNvSpPr txBox="1">
            <a:spLocks/>
          </p:cNvSpPr>
          <p:nvPr/>
        </p:nvSpPr>
        <p:spPr>
          <a:xfrm>
            <a:off x="1758180" y="5135994"/>
            <a:ext cx="3966242" cy="6037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formulir</a:t>
            </a:r>
            <a:r>
              <a:rPr lang="en-ID"/>
              <a:t> dan KTP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diverifikasi</a:t>
            </a:r>
            <a:r>
              <a:rPr lang="en-ID"/>
              <a:t> </a:t>
            </a:r>
            <a:r>
              <a:rPr lang="en-ID" err="1"/>
              <a:t>terlebih</a:t>
            </a:r>
            <a:r>
              <a:rPr lang="en-ID"/>
              <a:t> </a:t>
            </a:r>
            <a:r>
              <a:rPr lang="en-ID" err="1"/>
              <a:t>dahulu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032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F8C9-BFDD-1E33-8833-7E06BF22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988207-334E-C981-F6C7-8F10129505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Rekan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lain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pengkinian</a:t>
            </a:r>
            <a:r>
              <a:rPr lang="en-ID"/>
              <a:t> data </a:t>
            </a: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lewat</a:t>
            </a:r>
            <a:r>
              <a:rPr lang="en-ID"/>
              <a:t> chat dan </a:t>
            </a:r>
            <a:r>
              <a:rPr lang="en-ID" err="1"/>
              <a:t>berkata</a:t>
            </a:r>
            <a:r>
              <a:rPr lang="en-ID"/>
              <a:t> “</a:t>
            </a:r>
            <a:r>
              <a:rPr lang="en-ID" err="1"/>
              <a:t>nasabahnya</a:t>
            </a:r>
            <a:r>
              <a:rPr lang="en-ID"/>
              <a:t> </a:t>
            </a:r>
            <a:r>
              <a:rPr lang="en-ID" err="1"/>
              <a:t>langganan</a:t>
            </a:r>
            <a:r>
              <a:rPr lang="en-ID"/>
              <a:t> lama”,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melampirkan</a:t>
            </a:r>
            <a:r>
              <a:rPr lang="en-ID"/>
              <a:t> </a:t>
            </a:r>
            <a:r>
              <a:rPr lang="en-ID" err="1"/>
              <a:t>formulir</a:t>
            </a:r>
            <a:r>
              <a:rPr lang="en-ID"/>
              <a:t> dan KTP. Apa yang </a:t>
            </a:r>
            <a:r>
              <a:rPr lang="en-ID" err="1"/>
              <a:t>sebaiknya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5DDE2-6BB4-4D2B-637C-ABE1F9F45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C8A69-FA8D-35F6-8EB6-9D44D5FDC5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BF5D4A-8637-5740-418C-618DCFF037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8180" y="5688919"/>
            <a:ext cx="3966242" cy="57403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Memproses</a:t>
            </a:r>
            <a:r>
              <a:rPr lang="en-ID"/>
              <a:t> </a:t>
            </a:r>
            <a:r>
              <a:rPr lang="en-ID" err="1"/>
              <a:t>langsung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dikenal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315536-B421-15DC-F505-3653F3AE0A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10420" y="5198019"/>
            <a:ext cx="3966242" cy="289931"/>
          </a:xfrm>
        </p:spPr>
        <p:txBody>
          <a:bodyPr>
            <a:normAutofit fontScale="85000" lnSpcReduction="20000"/>
          </a:bodyPr>
          <a:lstStyle/>
          <a:p>
            <a:pPr marL="0" indent="0" algn="l"/>
            <a:r>
              <a:rPr lang="en-ID" err="1"/>
              <a:t>Memproses</a:t>
            </a:r>
            <a:r>
              <a:rPr lang="en-ID"/>
              <a:t> </a:t>
            </a:r>
            <a:r>
              <a:rPr lang="en-ID" err="1"/>
              <a:t>dulu</a:t>
            </a:r>
            <a:r>
              <a:rPr lang="en-ID"/>
              <a:t>,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menyusul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862900-C57B-5901-5FBE-B2725F4D37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EAEF02-574F-2A2B-C695-23056B2A96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77DABA-7A21-5B09-C3B1-B3BE4D54C8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10419" y="5739733"/>
            <a:ext cx="4360289" cy="52322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mengirim</a:t>
            </a:r>
            <a:r>
              <a:rPr lang="en-ID"/>
              <a:t> </a:t>
            </a:r>
            <a:r>
              <a:rPr lang="en-ID" err="1"/>
              <a:t>foto</a:t>
            </a:r>
            <a:r>
              <a:rPr lang="en-ID"/>
              <a:t> KTP </a:t>
            </a:r>
            <a:r>
              <a:rPr lang="en-ID" err="1"/>
              <a:t>lewat</a:t>
            </a:r>
            <a:r>
              <a:rPr lang="en-ID"/>
              <a:t> chat </a:t>
            </a:r>
            <a:r>
              <a:rPr lang="en-ID" err="1"/>
              <a:t>pribadi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65BDD2E-D27B-1917-5275-240B31FEE97C}"/>
              </a:ext>
            </a:extLst>
          </p:cNvPr>
          <p:cNvSpPr txBox="1">
            <a:spLocks/>
          </p:cNvSpPr>
          <p:nvPr/>
        </p:nvSpPr>
        <p:spPr>
          <a:xfrm>
            <a:off x="1758180" y="5135994"/>
            <a:ext cx="3966242" cy="6037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formulir</a:t>
            </a:r>
            <a:r>
              <a:rPr lang="en-ID"/>
              <a:t> dan KTP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diverifikasi</a:t>
            </a:r>
            <a:r>
              <a:rPr lang="en-ID"/>
              <a:t> </a:t>
            </a:r>
            <a:r>
              <a:rPr lang="en-ID" err="1"/>
              <a:t>terlebih</a:t>
            </a:r>
            <a:r>
              <a:rPr lang="en-ID"/>
              <a:t> </a:t>
            </a:r>
            <a:r>
              <a:rPr lang="en-ID" err="1"/>
              <a:t>dahulu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EC4849-3474-370E-AA7D-4C0761A2DCF7}"/>
              </a:ext>
            </a:extLst>
          </p:cNvPr>
          <p:cNvSpPr/>
          <p:nvPr/>
        </p:nvSpPr>
        <p:spPr>
          <a:xfrm>
            <a:off x="1243760" y="5180432"/>
            <a:ext cx="4852240" cy="503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0271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972F-D435-CDAF-5FDB-A61CD866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70E9AF6-4835-F19B-9D13-0E3E2AC1B7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ingin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</a:t>
            </a:r>
            <a:r>
              <a:rPr lang="en-ID" err="1"/>
              <a:t>kembali</a:t>
            </a:r>
            <a:r>
              <a:rPr lang="en-ID"/>
              <a:t> </a:t>
            </a:r>
            <a:r>
              <a:rPr lang="en-ID" err="1"/>
              <a:t>rekening</a:t>
            </a:r>
            <a:r>
              <a:rPr lang="en-ID"/>
              <a:t> yang lama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bertransaksi</a:t>
            </a:r>
            <a:r>
              <a:rPr lang="en-ID"/>
              <a:t> (dormant). Apa yang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dipastikan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dulu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rekening</a:t>
            </a:r>
            <a:r>
              <a:rPr lang="en-ID"/>
              <a:t> </a:t>
            </a:r>
            <a:r>
              <a:rPr lang="en-ID" err="1"/>
              <a:t>kembali</a:t>
            </a:r>
            <a:r>
              <a:rPr lang="en-ID"/>
              <a:t> </a:t>
            </a:r>
            <a:r>
              <a:rPr lang="en-ID" err="1"/>
              <a:t>berstatus</a:t>
            </a:r>
            <a:r>
              <a:rPr lang="en-ID"/>
              <a:t> </a:t>
            </a:r>
            <a:r>
              <a:rPr lang="en-ID" err="1"/>
              <a:t>aktif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A9952-462F-2716-DF98-78950776A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7CD70-4E52-822F-7FF3-940CA2B32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A00C9B-3448-4A0C-1C0C-096F528531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71000" y="5832389"/>
            <a:ext cx="3966242" cy="333633"/>
          </a:xfrm>
        </p:spPr>
        <p:txBody>
          <a:bodyPr>
            <a:normAutofit fontScale="92500" lnSpcReduction="10000"/>
          </a:bodyPr>
          <a:lstStyle/>
          <a:p>
            <a:pPr marL="0" indent="0" algn="l"/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memiliki</a:t>
            </a:r>
            <a:r>
              <a:rPr lang="en-ID"/>
              <a:t> </a:t>
            </a:r>
            <a:r>
              <a:rPr lang="en-ID" err="1"/>
              <a:t>kartu</a:t>
            </a:r>
            <a:r>
              <a:rPr lang="en-ID"/>
              <a:t> </a:t>
            </a:r>
            <a:r>
              <a:rPr lang="en-ID" err="1"/>
              <a:t>baru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37F470-2C78-F8BE-27FF-8003FAB594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3240" y="5106289"/>
            <a:ext cx="4219140" cy="523220"/>
          </a:xfrm>
        </p:spPr>
        <p:txBody>
          <a:bodyPr>
            <a:normAutofit fontScale="92500"/>
          </a:bodyPr>
          <a:lstStyle/>
          <a:p>
            <a:pPr marL="0" indent="0" algn="l"/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mengisi</a:t>
            </a:r>
            <a:r>
              <a:rPr lang="en-ID"/>
              <a:t> </a:t>
            </a:r>
            <a:r>
              <a:rPr lang="en-ID" err="1"/>
              <a:t>survei</a:t>
            </a:r>
            <a:r>
              <a:rPr lang="en-ID"/>
              <a:t> </a:t>
            </a:r>
            <a:r>
              <a:rPr lang="en-ID" err="1"/>
              <a:t>kepuasan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6E744D-7AB2-37D1-D4D9-EABBC1B4DE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507AC3-B934-7283-4863-73A324231A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11A67E-59D5-BB82-F91C-8CED6A7AA7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23239" y="5648704"/>
            <a:ext cx="4360289" cy="636353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Identitas</a:t>
            </a:r>
            <a:r>
              <a:rPr lang="en-ID"/>
              <a:t> dan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diverifikasi</a:t>
            </a:r>
            <a:r>
              <a:rPr lang="en-ID"/>
              <a:t> dan </a:t>
            </a:r>
            <a:r>
              <a:rPr lang="en-ID" err="1"/>
              <a:t>terkini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A3B465A-0F4F-A8CF-203F-3CA86F8CF5D4}"/>
              </a:ext>
            </a:extLst>
          </p:cNvPr>
          <p:cNvSpPr txBox="1">
            <a:spLocks/>
          </p:cNvSpPr>
          <p:nvPr/>
        </p:nvSpPr>
        <p:spPr>
          <a:xfrm>
            <a:off x="1771000" y="5106289"/>
            <a:ext cx="3966242" cy="633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/>
              <a:t>Saldo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mencapai</a:t>
            </a:r>
            <a:r>
              <a:rPr lang="en-ID"/>
              <a:t> nominal </a:t>
            </a:r>
            <a:r>
              <a:rPr lang="en-ID" err="1"/>
              <a:t>tertentu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18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E648-4807-AF1B-7FD4-216D071B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93311B6-C8F0-BC4D-20D3-415CF4CEA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ingin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</a:t>
            </a:r>
            <a:r>
              <a:rPr lang="en-ID" err="1"/>
              <a:t>kembali</a:t>
            </a:r>
            <a:r>
              <a:rPr lang="en-ID"/>
              <a:t> </a:t>
            </a:r>
            <a:r>
              <a:rPr lang="en-ID" err="1"/>
              <a:t>rekening</a:t>
            </a:r>
            <a:r>
              <a:rPr lang="en-ID"/>
              <a:t> yang lama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bertransaksi</a:t>
            </a:r>
            <a:r>
              <a:rPr lang="en-ID"/>
              <a:t> (dormant). Apa yang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dipastikan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dulu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rekening</a:t>
            </a:r>
            <a:r>
              <a:rPr lang="en-ID"/>
              <a:t> </a:t>
            </a:r>
            <a:r>
              <a:rPr lang="en-ID" err="1"/>
              <a:t>kembali</a:t>
            </a:r>
            <a:r>
              <a:rPr lang="en-ID"/>
              <a:t> </a:t>
            </a:r>
            <a:r>
              <a:rPr lang="en-ID" err="1"/>
              <a:t>berstatus</a:t>
            </a:r>
            <a:r>
              <a:rPr lang="en-ID"/>
              <a:t> </a:t>
            </a:r>
            <a:r>
              <a:rPr lang="en-ID" err="1"/>
              <a:t>aktif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EC99C-AED5-B9D1-9DF6-F86ECB97A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E82FF-0F97-7435-0551-C9184BA94B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5BAD0C-C3D7-10E9-9193-1457072321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71000" y="5832389"/>
            <a:ext cx="3966242" cy="333633"/>
          </a:xfrm>
        </p:spPr>
        <p:txBody>
          <a:bodyPr>
            <a:normAutofit fontScale="92500" lnSpcReduction="10000"/>
          </a:bodyPr>
          <a:lstStyle/>
          <a:p>
            <a:pPr marL="0" indent="0" algn="l"/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memiliki</a:t>
            </a:r>
            <a:r>
              <a:rPr lang="en-ID"/>
              <a:t> </a:t>
            </a:r>
            <a:r>
              <a:rPr lang="en-ID" err="1"/>
              <a:t>kartu</a:t>
            </a:r>
            <a:r>
              <a:rPr lang="en-ID"/>
              <a:t> </a:t>
            </a:r>
            <a:r>
              <a:rPr lang="en-ID" err="1"/>
              <a:t>baru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172139-658E-D5DB-4B66-91A3584FD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3240" y="5106289"/>
            <a:ext cx="4219140" cy="523220"/>
          </a:xfrm>
        </p:spPr>
        <p:txBody>
          <a:bodyPr>
            <a:normAutofit fontScale="92500"/>
          </a:bodyPr>
          <a:lstStyle/>
          <a:p>
            <a:pPr marL="0" indent="0" algn="l"/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mengisi</a:t>
            </a:r>
            <a:r>
              <a:rPr lang="en-ID"/>
              <a:t> </a:t>
            </a:r>
            <a:r>
              <a:rPr lang="en-ID" err="1"/>
              <a:t>survei</a:t>
            </a:r>
            <a:r>
              <a:rPr lang="en-ID"/>
              <a:t> </a:t>
            </a:r>
            <a:r>
              <a:rPr lang="en-ID" err="1"/>
              <a:t>kepuasan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5A5D1B-72E3-C4AD-BF2C-820DAED9A4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1CB77E-D1BD-6DE7-89D7-DDE610D6C6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95060A-7AC1-8DB4-D380-E15CC038EE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23239" y="5648704"/>
            <a:ext cx="4360289" cy="636353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Identitas</a:t>
            </a:r>
            <a:r>
              <a:rPr lang="en-ID"/>
              <a:t> dan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diverifikasi</a:t>
            </a:r>
            <a:r>
              <a:rPr lang="en-ID"/>
              <a:t> dan </a:t>
            </a:r>
            <a:r>
              <a:rPr lang="en-ID" err="1"/>
              <a:t>terkini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FE97CBC-C366-55A9-E1E8-C1F1D698520B}"/>
              </a:ext>
            </a:extLst>
          </p:cNvPr>
          <p:cNvSpPr txBox="1">
            <a:spLocks/>
          </p:cNvSpPr>
          <p:nvPr/>
        </p:nvSpPr>
        <p:spPr>
          <a:xfrm>
            <a:off x="1771000" y="5106289"/>
            <a:ext cx="3966242" cy="633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/>
              <a:t>Saldo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mencapai</a:t>
            </a:r>
            <a:r>
              <a:rPr lang="en-ID"/>
              <a:t> nominal </a:t>
            </a:r>
            <a:r>
              <a:rPr lang="en-ID" err="1"/>
              <a:t>tertentu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8A47E-3706-F99B-DDF1-933286FCEAEF}"/>
              </a:ext>
            </a:extLst>
          </p:cNvPr>
          <p:cNvSpPr/>
          <p:nvPr/>
        </p:nvSpPr>
        <p:spPr>
          <a:xfrm>
            <a:off x="5988045" y="5671550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6845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0C73-1F18-2EE5-C822-4481252B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3802B6F-DD05-787E-47F4-2E0B6FA1D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Kesalahan</a:t>
            </a:r>
            <a:r>
              <a:rPr lang="en-ID"/>
              <a:t> input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diketahui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data </a:t>
            </a:r>
            <a:r>
              <a:rPr lang="en-ID" err="1"/>
              <a:t>tersebut</a:t>
            </a:r>
            <a:r>
              <a:rPr lang="en-ID"/>
              <a:t> </a:t>
            </a:r>
            <a:r>
              <a:rPr lang="en-ID" err="1"/>
              <a:t>masuk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SLIK yang </a:t>
            </a:r>
            <a:r>
              <a:rPr lang="en-ID" err="1"/>
              <a:t>disampaikan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OJK.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0A66F-5E19-DBF1-E93F-FCA629420D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3760" y="510446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7D692-428C-E899-1157-4C8C6216E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70820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98D5C0-7BB1-AC00-FAB8-648B38F47F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71000" y="5627684"/>
            <a:ext cx="3966242" cy="633444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Koreksi</a:t>
            </a:r>
            <a:r>
              <a:rPr lang="en-ID"/>
              <a:t> data dan </a:t>
            </a:r>
            <a:r>
              <a:rPr lang="en-ID" err="1"/>
              <a:t>perbarui</a:t>
            </a:r>
            <a:r>
              <a:rPr lang="en-ID"/>
              <a:t> </a:t>
            </a:r>
            <a:r>
              <a:rPr lang="en-ID" err="1"/>
              <a:t>pelaporan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FC5F73-0C4C-3018-1513-749E22AC7A1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3240" y="510446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Menghapus</a:t>
            </a:r>
            <a:r>
              <a:rPr lang="en-ID"/>
              <a:t>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sistem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4086C6-E968-94F8-9392-E4D92A6836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510446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E8E0DB-2920-BB79-6B6B-C5AD030F14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570820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78A86E-960F-96D3-81E1-72603CCB7E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23239" y="5627684"/>
            <a:ext cx="4360289" cy="633443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mengajukan</a:t>
            </a:r>
            <a:r>
              <a:rPr lang="en-ID"/>
              <a:t> </a:t>
            </a:r>
            <a:r>
              <a:rPr lang="en-ID" err="1"/>
              <a:t>komplain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5A7EFD5-9BF4-4F7F-C9D3-43869835CD77}"/>
              </a:ext>
            </a:extLst>
          </p:cNvPr>
          <p:cNvSpPr txBox="1">
            <a:spLocks/>
          </p:cNvSpPr>
          <p:nvPr/>
        </p:nvSpPr>
        <p:spPr>
          <a:xfrm>
            <a:off x="1771000" y="5074759"/>
            <a:ext cx="3966242" cy="633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Membiarkan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terkirim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5291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3714-6C62-018B-6CDE-E77EEBCF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6BFDB7F-F467-A66F-D7F6-28CDA47BE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Kesalahan</a:t>
            </a:r>
            <a:r>
              <a:rPr lang="en-ID"/>
              <a:t> input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diketahui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data </a:t>
            </a:r>
            <a:r>
              <a:rPr lang="en-ID" err="1"/>
              <a:t>tersebut</a:t>
            </a:r>
            <a:r>
              <a:rPr lang="en-ID"/>
              <a:t> </a:t>
            </a:r>
            <a:r>
              <a:rPr lang="en-ID" err="1"/>
              <a:t>masuk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SLIK yang </a:t>
            </a:r>
            <a:r>
              <a:rPr lang="en-ID" err="1"/>
              <a:t>disampaikan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OJK.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1BA82-DDC3-9FB9-0BAA-2E6F2F077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3760" y="510446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99F21-79C6-50B9-31E7-85773631AF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70820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5DA448-9D16-27A7-C24A-C96F1A9419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71000" y="5627684"/>
            <a:ext cx="3966242" cy="633444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Koreksi</a:t>
            </a:r>
            <a:r>
              <a:rPr lang="en-ID"/>
              <a:t> data dan </a:t>
            </a:r>
            <a:r>
              <a:rPr lang="en-ID" err="1"/>
              <a:t>perbarui</a:t>
            </a:r>
            <a:r>
              <a:rPr lang="en-ID"/>
              <a:t> </a:t>
            </a:r>
            <a:r>
              <a:rPr lang="en-ID" err="1"/>
              <a:t>pelaporan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BBCC9E-45A2-4DD7-450B-2DA1E00172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3240" y="510446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Menghapus</a:t>
            </a:r>
            <a:r>
              <a:rPr lang="en-ID"/>
              <a:t>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sistem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B32AC3-3711-D9EF-B2E5-1FC9F10A38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510446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0C7B91-3F88-663B-92F0-7A34D69FD5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570820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C2A639-5FB4-2F81-F5D1-54E4821705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23239" y="5627684"/>
            <a:ext cx="4360289" cy="633443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mengajukan</a:t>
            </a:r>
            <a:r>
              <a:rPr lang="en-ID"/>
              <a:t> </a:t>
            </a:r>
            <a:r>
              <a:rPr lang="en-ID" err="1"/>
              <a:t>komplain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C0DF824-A59A-50E2-2B2D-6ED2AE3E51CC}"/>
              </a:ext>
            </a:extLst>
          </p:cNvPr>
          <p:cNvSpPr txBox="1">
            <a:spLocks/>
          </p:cNvSpPr>
          <p:nvPr/>
        </p:nvSpPr>
        <p:spPr>
          <a:xfrm>
            <a:off x="1771000" y="5074759"/>
            <a:ext cx="3966242" cy="633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Membiarkan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terkirim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EB4F8-1544-1BFC-22AA-1704CC13FE6D}"/>
              </a:ext>
            </a:extLst>
          </p:cNvPr>
          <p:cNvSpPr/>
          <p:nvPr/>
        </p:nvSpPr>
        <p:spPr>
          <a:xfrm>
            <a:off x="1176353" y="5629510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6711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9742C-C573-EB2B-155D-ABE5571F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0913F27-936C-E4F9-76A6-C6FEA9A1C2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Tim </a:t>
            </a:r>
            <a:r>
              <a:rPr lang="en-ID" err="1"/>
              <a:t>menemukan</a:t>
            </a:r>
            <a:r>
              <a:rPr lang="en-ID"/>
              <a:t> </a:t>
            </a:r>
            <a:r>
              <a:rPr lang="en-ID" err="1"/>
              <a:t>kesalahan</a:t>
            </a:r>
            <a:r>
              <a:rPr lang="en-ID"/>
              <a:t> proses yang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menimbulkan</a:t>
            </a:r>
            <a:r>
              <a:rPr lang="en-ID"/>
              <a:t> </a:t>
            </a:r>
            <a:r>
              <a:rPr lang="en-ID" err="1"/>
              <a:t>kerugian</a:t>
            </a:r>
            <a:r>
              <a:rPr lang="en-ID"/>
              <a:t>, </a:t>
            </a:r>
            <a:r>
              <a:rPr lang="en-ID" err="1"/>
              <a:t>tetapi</a:t>
            </a:r>
            <a:r>
              <a:rPr lang="en-ID"/>
              <a:t> </a:t>
            </a:r>
            <a:r>
              <a:rPr lang="en-ID" err="1"/>
              <a:t>berpotensi</a:t>
            </a:r>
            <a:r>
              <a:rPr lang="en-ID"/>
              <a:t> </a:t>
            </a:r>
            <a:r>
              <a:rPr lang="en-ID" err="1"/>
              <a:t>terulang</a:t>
            </a:r>
            <a:r>
              <a:rPr lang="en-ID"/>
              <a:t>. Kapan </a:t>
            </a:r>
            <a:r>
              <a:rPr lang="en-ID" err="1"/>
              <a:t>kejadian</a:t>
            </a:r>
            <a:r>
              <a:rPr lang="en-ID"/>
              <a:t>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sebaiknya</a:t>
            </a:r>
            <a:r>
              <a:rPr lang="en-ID"/>
              <a:t> </a:t>
            </a:r>
            <a:r>
              <a:rPr lang="en-ID" err="1"/>
              <a:t>dicatat</a:t>
            </a:r>
            <a:r>
              <a:rPr lang="en-ID"/>
              <a:t> di ORMS?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89AAF-DF74-E87E-E818-C9C6BBE394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3760" y="508344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2AC34-E5CA-3412-520F-7BE7EDED5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68718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B054FE-CAA3-FD65-A88C-9BE940FD02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46385" y="5687183"/>
            <a:ext cx="3966242" cy="62953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akhir</a:t>
            </a:r>
            <a:r>
              <a:rPr lang="en-ID"/>
              <a:t> </a:t>
            </a:r>
            <a:r>
              <a:rPr lang="en-ID" err="1"/>
              <a:t>bulan</a:t>
            </a:r>
            <a:r>
              <a:rPr lang="en-ID"/>
              <a:t> agar </a:t>
            </a:r>
            <a:r>
              <a:rPr lang="en-ID" err="1"/>
              <a:t>dicatat</a:t>
            </a:r>
            <a:r>
              <a:rPr lang="en-ID"/>
              <a:t> </a:t>
            </a:r>
            <a:r>
              <a:rPr lang="en-ID" err="1"/>
              <a:t>sekaligus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A190A9-7759-609A-8F9F-52B6328743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8625" y="5083444"/>
            <a:ext cx="4219140" cy="62953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Membalas</a:t>
            </a:r>
            <a:r>
              <a:rPr lang="en-ID"/>
              <a:t> chat dan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foto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bukti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5E8A0F-3870-1D55-3C54-66DF618964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508344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AFBA2D-053A-D9A4-D200-8491DED072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568718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8E2687-7609-90E8-97D4-725CBD138D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98624" y="5687183"/>
            <a:ext cx="4360289" cy="62953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Segera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diketahui</a:t>
            </a:r>
            <a:r>
              <a:rPr lang="en-ID"/>
              <a:t>, </a:t>
            </a:r>
            <a:r>
              <a:rPr lang="en-ID" err="1"/>
              <a:t>meskipun</a:t>
            </a:r>
            <a:r>
              <a:rPr lang="en-ID"/>
              <a:t> </a:t>
            </a:r>
            <a:r>
              <a:rPr lang="en-ID" err="1"/>
              <a:t>dampaknya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terlihat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B5CB9A2-9F60-6570-BD5F-89C3CD4E67BC}"/>
              </a:ext>
            </a:extLst>
          </p:cNvPr>
          <p:cNvSpPr txBox="1">
            <a:spLocks/>
          </p:cNvSpPr>
          <p:nvPr/>
        </p:nvSpPr>
        <p:spPr>
          <a:xfrm>
            <a:off x="1846385" y="5083444"/>
            <a:ext cx="3966242" cy="3258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kerugian</a:t>
            </a:r>
            <a:r>
              <a:rPr lang="en-ID"/>
              <a:t> </a:t>
            </a:r>
            <a:r>
              <a:rPr lang="en-ID" err="1"/>
              <a:t>benar-benar</a:t>
            </a:r>
            <a:r>
              <a:rPr lang="en-ID"/>
              <a:t> </a:t>
            </a:r>
            <a:r>
              <a:rPr lang="en-ID" err="1"/>
              <a:t>terjadi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5854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049C-3303-B537-99EC-96E3E547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185EC68-A0CA-265C-8943-2EE0500C8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Tim </a:t>
            </a:r>
            <a:r>
              <a:rPr lang="en-ID" err="1"/>
              <a:t>menemukan</a:t>
            </a:r>
            <a:r>
              <a:rPr lang="en-ID"/>
              <a:t> </a:t>
            </a:r>
            <a:r>
              <a:rPr lang="en-ID" err="1"/>
              <a:t>kesalahan</a:t>
            </a:r>
            <a:r>
              <a:rPr lang="en-ID"/>
              <a:t> proses yang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menimbulkan</a:t>
            </a:r>
            <a:r>
              <a:rPr lang="en-ID"/>
              <a:t> </a:t>
            </a:r>
            <a:r>
              <a:rPr lang="en-ID" err="1"/>
              <a:t>kerugian</a:t>
            </a:r>
            <a:r>
              <a:rPr lang="en-ID"/>
              <a:t>, </a:t>
            </a:r>
            <a:r>
              <a:rPr lang="en-ID" err="1"/>
              <a:t>tetapi</a:t>
            </a:r>
            <a:r>
              <a:rPr lang="en-ID"/>
              <a:t> </a:t>
            </a:r>
            <a:r>
              <a:rPr lang="en-ID" err="1"/>
              <a:t>berpotensi</a:t>
            </a:r>
            <a:r>
              <a:rPr lang="en-ID"/>
              <a:t> </a:t>
            </a:r>
            <a:r>
              <a:rPr lang="en-ID" err="1"/>
              <a:t>terulang</a:t>
            </a:r>
            <a:r>
              <a:rPr lang="en-ID"/>
              <a:t>. Kapan </a:t>
            </a:r>
            <a:r>
              <a:rPr lang="en-ID" err="1"/>
              <a:t>kejadian</a:t>
            </a:r>
            <a:r>
              <a:rPr lang="en-ID"/>
              <a:t>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sebaiknya</a:t>
            </a:r>
            <a:r>
              <a:rPr lang="en-ID"/>
              <a:t> </a:t>
            </a:r>
            <a:r>
              <a:rPr lang="en-ID" err="1"/>
              <a:t>dicatat</a:t>
            </a:r>
            <a:r>
              <a:rPr lang="en-ID"/>
              <a:t> di ORMS?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04FF0-3C56-C2B3-0A26-EEC64A30FC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3760" y="508344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380FF-55BC-417F-86B7-DACC2F393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68718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C4C342-4760-AF67-366C-7350ED358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46385" y="5687183"/>
            <a:ext cx="3966242" cy="62953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akhir</a:t>
            </a:r>
            <a:r>
              <a:rPr lang="en-ID"/>
              <a:t> </a:t>
            </a:r>
            <a:r>
              <a:rPr lang="en-ID" err="1"/>
              <a:t>bulan</a:t>
            </a:r>
            <a:r>
              <a:rPr lang="en-ID"/>
              <a:t> agar </a:t>
            </a:r>
            <a:r>
              <a:rPr lang="en-ID" err="1"/>
              <a:t>dicatat</a:t>
            </a:r>
            <a:r>
              <a:rPr lang="en-ID"/>
              <a:t> </a:t>
            </a:r>
            <a:r>
              <a:rPr lang="en-ID" err="1"/>
              <a:t>sekaligus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185D18-6736-EEE0-91E1-F542011970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8625" y="5083444"/>
            <a:ext cx="4219140" cy="62953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Membalas</a:t>
            </a:r>
            <a:r>
              <a:rPr lang="en-ID"/>
              <a:t> chat dan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foto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bukti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BE167F-1628-27E9-C7DD-BB423236D3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508344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9DC79-6EA4-9B21-12F6-2FB0E7C8C4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568718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CAB3A-069B-B98D-73CB-81FAFA674D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98624" y="5687183"/>
            <a:ext cx="4360289" cy="629536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Segera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diketahui</a:t>
            </a:r>
            <a:r>
              <a:rPr lang="en-ID"/>
              <a:t>, </a:t>
            </a:r>
            <a:r>
              <a:rPr lang="en-ID" err="1"/>
              <a:t>meskipun</a:t>
            </a:r>
            <a:r>
              <a:rPr lang="en-ID"/>
              <a:t> </a:t>
            </a:r>
            <a:r>
              <a:rPr lang="en-ID" err="1"/>
              <a:t>dampaknya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terlihat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5F042F4-2E5A-B82E-759F-5B04E8ED9F51}"/>
              </a:ext>
            </a:extLst>
          </p:cNvPr>
          <p:cNvSpPr txBox="1">
            <a:spLocks/>
          </p:cNvSpPr>
          <p:nvPr/>
        </p:nvSpPr>
        <p:spPr>
          <a:xfrm>
            <a:off x="1846385" y="5083444"/>
            <a:ext cx="3966242" cy="3258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kerugian</a:t>
            </a:r>
            <a:r>
              <a:rPr lang="en-ID"/>
              <a:t> </a:t>
            </a:r>
            <a:r>
              <a:rPr lang="en-ID" err="1"/>
              <a:t>benar-benar</a:t>
            </a:r>
            <a:r>
              <a:rPr lang="en-ID"/>
              <a:t> </a:t>
            </a:r>
            <a:r>
              <a:rPr lang="en-ID" err="1"/>
              <a:t>terjadi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E9A9F2-6B15-6449-52A0-1878C4D84115}"/>
              </a:ext>
            </a:extLst>
          </p:cNvPr>
          <p:cNvSpPr/>
          <p:nvPr/>
        </p:nvSpPr>
        <p:spPr>
          <a:xfrm>
            <a:off x="6232528" y="5706376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83427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04A9-1DE8-9596-D440-A6F4344C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F79A47E-8801-71E6-DB76-60468E6E1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4415"/>
            <a:ext cx="9144000" cy="199870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Hasil </a:t>
            </a:r>
            <a:r>
              <a:rPr lang="en-ID" err="1"/>
              <a:t>pengecekan</a:t>
            </a:r>
            <a:r>
              <a:rPr lang="en-ID"/>
              <a:t> </a:t>
            </a:r>
            <a:r>
              <a:rPr lang="en-ID" err="1"/>
              <a:t>menemukan</a:t>
            </a:r>
            <a:r>
              <a:rPr lang="en-ID"/>
              <a:t> uang </a:t>
            </a:r>
            <a:r>
              <a:rPr lang="en-ID" err="1"/>
              <a:t>transaksi</a:t>
            </a:r>
            <a:r>
              <a:rPr lang="en-ID"/>
              <a:t> </a:t>
            </a:r>
            <a:r>
              <a:rPr lang="en-ID" err="1"/>
              <a:t>harian</a:t>
            </a:r>
            <a:r>
              <a:rPr lang="en-ID"/>
              <a:t> </a:t>
            </a:r>
            <a:r>
              <a:rPr lang="en-ID" err="1"/>
              <a:t>dibiarkan</a:t>
            </a:r>
            <a:r>
              <a:rPr lang="en-ID"/>
              <a:t> </a:t>
            </a:r>
            <a:r>
              <a:rPr lang="en-ID" err="1"/>
              <a:t>bercampur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dipisah</a:t>
            </a:r>
            <a:r>
              <a:rPr lang="en-ID"/>
              <a:t> per nominal, dan </a:t>
            </a:r>
            <a:r>
              <a:rPr lang="en-ID" err="1"/>
              <a:t>transaksinya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dicatat</a:t>
            </a:r>
            <a:r>
              <a:rPr lang="en-ID"/>
              <a:t> di tablet </a:t>
            </a:r>
            <a:r>
              <a:rPr lang="en-ID" err="1"/>
              <a:t>operasional</a:t>
            </a:r>
            <a:r>
              <a:rPr lang="en-ID"/>
              <a:t>. Risiko </a:t>
            </a:r>
            <a:r>
              <a:rPr lang="en-ID" err="1"/>
              <a:t>apa</a:t>
            </a:r>
            <a:r>
              <a:rPr lang="en-ID"/>
              <a:t> yang paling </a:t>
            </a:r>
            <a:r>
              <a:rPr lang="en-ID" err="1"/>
              <a:t>mungkin</a:t>
            </a:r>
            <a:r>
              <a:rPr lang="en-ID"/>
              <a:t> </a:t>
            </a:r>
            <a:r>
              <a:rPr lang="en-ID" err="1"/>
              <a:t>muncul</a:t>
            </a:r>
            <a:r>
              <a:rPr lang="en-ID"/>
              <a:t> </a:t>
            </a:r>
            <a:r>
              <a:rPr lang="en-ID" err="1"/>
              <a:t>saat</a:t>
            </a:r>
            <a:r>
              <a:rPr lang="en-ID"/>
              <a:t> closing?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DF550-59C2-E795-6240-2175B1655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3760" y="5220077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217ED-B905-43DB-B233-A4D233F086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71359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205270-8158-9554-851D-012BFCEAAE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71000" y="5713592"/>
            <a:ext cx="4852240" cy="812951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Selisih</a:t>
            </a:r>
            <a:r>
              <a:rPr lang="en-ID"/>
              <a:t> kas yang </a:t>
            </a:r>
            <a:r>
              <a:rPr lang="en-ID" err="1"/>
              <a:t>sulit</a:t>
            </a:r>
            <a:r>
              <a:rPr lang="en-ID"/>
              <a:t> </a:t>
            </a:r>
            <a:r>
              <a:rPr lang="en-ID" err="1"/>
              <a:t>ditelusuri</a:t>
            </a:r>
            <a:r>
              <a:rPr lang="en-ID"/>
              <a:t> </a:t>
            </a:r>
            <a:r>
              <a:rPr lang="en-ID" err="1"/>
              <a:t>penyebabnya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A9540E-4B67-334C-963C-31897FABA2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0480" y="5220077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Kebocoran</a:t>
            </a:r>
            <a:r>
              <a:rPr lang="en-ID"/>
              <a:t> data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D122F0-B8B0-2BDD-D550-E8EAD11CC0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23240" y="5220077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EEFB8D-C79D-AE4C-E18C-7823DFE2F1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23240" y="571359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C292E1-A34D-0098-D0EB-860A5321FD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0480" y="571359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Keterlambatan</a:t>
            </a:r>
            <a:r>
              <a:rPr lang="en-ID"/>
              <a:t> </a:t>
            </a:r>
            <a:r>
              <a:rPr lang="en-ID" err="1"/>
              <a:t>pelaporan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OJK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3BFEF36-40DA-5AC6-CEA5-0E8C47D046A0}"/>
              </a:ext>
            </a:extLst>
          </p:cNvPr>
          <p:cNvSpPr txBox="1">
            <a:spLocks/>
          </p:cNvSpPr>
          <p:nvPr/>
        </p:nvSpPr>
        <p:spPr>
          <a:xfrm>
            <a:off x="1771000" y="5190373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Serangan</a:t>
            </a:r>
            <a:r>
              <a:rPr lang="en-ID"/>
              <a:t> phishing pada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563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026F-A5B8-B385-4728-33B2C4E9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1998A9A-F990-9CB6-D7BA-C733FAC13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84415"/>
            <a:ext cx="9144000" cy="1998702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Hasil </a:t>
            </a:r>
            <a:r>
              <a:rPr lang="en-ID" err="1"/>
              <a:t>pengecekan</a:t>
            </a:r>
            <a:r>
              <a:rPr lang="en-ID"/>
              <a:t> </a:t>
            </a:r>
            <a:r>
              <a:rPr lang="en-ID" err="1"/>
              <a:t>menemukan</a:t>
            </a:r>
            <a:r>
              <a:rPr lang="en-ID"/>
              <a:t> uang </a:t>
            </a:r>
            <a:r>
              <a:rPr lang="en-ID" err="1"/>
              <a:t>transaksi</a:t>
            </a:r>
            <a:r>
              <a:rPr lang="en-ID"/>
              <a:t> </a:t>
            </a:r>
            <a:r>
              <a:rPr lang="en-ID" err="1"/>
              <a:t>harian</a:t>
            </a:r>
            <a:r>
              <a:rPr lang="en-ID"/>
              <a:t> </a:t>
            </a:r>
            <a:r>
              <a:rPr lang="en-ID" err="1"/>
              <a:t>dibiarkan</a:t>
            </a:r>
            <a:r>
              <a:rPr lang="en-ID"/>
              <a:t> </a:t>
            </a:r>
            <a:r>
              <a:rPr lang="en-ID" err="1"/>
              <a:t>bercampur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dipisah</a:t>
            </a:r>
            <a:r>
              <a:rPr lang="en-ID"/>
              <a:t> per nominal, dan </a:t>
            </a:r>
            <a:r>
              <a:rPr lang="en-ID" err="1"/>
              <a:t>transaksinya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dicatat</a:t>
            </a:r>
            <a:r>
              <a:rPr lang="en-ID"/>
              <a:t> di tablet </a:t>
            </a:r>
            <a:r>
              <a:rPr lang="en-ID" err="1"/>
              <a:t>operasional</a:t>
            </a:r>
            <a:r>
              <a:rPr lang="en-ID"/>
              <a:t>. Risiko </a:t>
            </a:r>
            <a:r>
              <a:rPr lang="en-ID" err="1"/>
              <a:t>apa</a:t>
            </a:r>
            <a:r>
              <a:rPr lang="en-ID"/>
              <a:t> yang paling </a:t>
            </a:r>
            <a:r>
              <a:rPr lang="en-ID" err="1"/>
              <a:t>mungkin</a:t>
            </a:r>
            <a:r>
              <a:rPr lang="en-ID"/>
              <a:t> </a:t>
            </a:r>
            <a:r>
              <a:rPr lang="en-ID" err="1"/>
              <a:t>muncul</a:t>
            </a:r>
            <a:r>
              <a:rPr lang="en-ID"/>
              <a:t> </a:t>
            </a:r>
            <a:r>
              <a:rPr lang="en-ID" err="1"/>
              <a:t>saat</a:t>
            </a:r>
            <a:r>
              <a:rPr lang="en-ID"/>
              <a:t> closing?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7318E-F29A-DF61-0F77-F3F25F8CB4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3760" y="5220077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7E208-6B26-48B7-C896-03FFCA38CF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3760" y="571359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C1DD48-84AC-9DD7-3377-1FCD0F3417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71000" y="5713592"/>
            <a:ext cx="4852240" cy="812951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Selisih</a:t>
            </a:r>
            <a:r>
              <a:rPr lang="en-ID"/>
              <a:t> kas yang </a:t>
            </a:r>
            <a:r>
              <a:rPr lang="en-ID" err="1"/>
              <a:t>sulit</a:t>
            </a:r>
            <a:r>
              <a:rPr lang="en-ID"/>
              <a:t> </a:t>
            </a:r>
            <a:r>
              <a:rPr lang="en-ID" err="1"/>
              <a:t>ditelusuri</a:t>
            </a:r>
            <a:r>
              <a:rPr lang="en-ID"/>
              <a:t> </a:t>
            </a:r>
            <a:r>
              <a:rPr lang="en-ID" err="1"/>
              <a:t>penyebabnya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CE6C8-DDB5-4EEB-BE71-15F1292D4D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0480" y="5220077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Kebocoran</a:t>
            </a:r>
            <a:r>
              <a:rPr lang="en-ID"/>
              <a:t> data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A2FA2F-8974-4851-EFB8-32F1C23F63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23240" y="5220077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74EB68-B728-A9C9-271E-F15145C40A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23240" y="571359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CC5CD4-E7DF-BE99-802C-D5F86E353B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0480" y="571359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Keterlambatan</a:t>
            </a:r>
            <a:r>
              <a:rPr lang="en-ID"/>
              <a:t> </a:t>
            </a:r>
            <a:r>
              <a:rPr lang="en-ID" err="1"/>
              <a:t>pelaporan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OJK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DD4C7CC-966C-0B1D-FB5A-49880A5B3D3B}"/>
              </a:ext>
            </a:extLst>
          </p:cNvPr>
          <p:cNvSpPr txBox="1">
            <a:spLocks/>
          </p:cNvSpPr>
          <p:nvPr/>
        </p:nvSpPr>
        <p:spPr>
          <a:xfrm>
            <a:off x="1771000" y="5190373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Serangan</a:t>
            </a:r>
            <a:r>
              <a:rPr lang="en-ID"/>
              <a:t> phishing pada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E85EE-49F6-946A-C1ED-4366EAACB776}"/>
              </a:ext>
            </a:extLst>
          </p:cNvPr>
          <p:cNvSpPr/>
          <p:nvPr/>
        </p:nvSpPr>
        <p:spPr>
          <a:xfrm>
            <a:off x="1176352" y="5629510"/>
            <a:ext cx="5446887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21322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18EB-DAE3-AB44-D8F9-BDBD3F7B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9225946-B3DB-B4E7-8091-CAEC8DA37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89518"/>
            <a:ext cx="9144000" cy="165576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staf</a:t>
            </a:r>
            <a:r>
              <a:rPr lang="en-ID"/>
              <a:t> salah </a:t>
            </a:r>
            <a:r>
              <a:rPr lang="en-ID" err="1"/>
              <a:t>menginput</a:t>
            </a:r>
            <a:r>
              <a:rPr lang="en-ID"/>
              <a:t>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pada </a:t>
            </a:r>
            <a:r>
              <a:rPr lang="en-ID" err="1"/>
              <a:t>laporan</a:t>
            </a:r>
            <a:r>
              <a:rPr lang="en-ID"/>
              <a:t> internal </a:t>
            </a:r>
            <a:r>
              <a:rPr lang="en-ID" err="1"/>
              <a:t>sehingga</a:t>
            </a:r>
            <a:r>
              <a:rPr lang="en-ID"/>
              <a:t> data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sumbernya</a:t>
            </a:r>
            <a:r>
              <a:rPr lang="en-ID"/>
              <a:t>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80F26-483E-F99F-87A0-8554132CA3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802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A2754-FD78-E87A-533A-2512837698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00802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ADA6D5-9333-1637-6909-B713F792E5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8042" y="5739733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BBF91-CFA7-550D-67CA-A8D1F2E551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0282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7AB18B-7C72-EA4A-106F-59A8EA697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53042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CFC29C-7E78-633E-BD6F-CA6DD8D4FF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53042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4EDB21-A707-EBC7-A3D1-756D8BCD0E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80282" y="5739733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Reputasi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DD1544C-6A01-B3F9-E5EF-1686EEC3DA71}"/>
              </a:ext>
            </a:extLst>
          </p:cNvPr>
          <p:cNvSpPr txBox="1">
            <a:spLocks/>
          </p:cNvSpPr>
          <p:nvPr/>
        </p:nvSpPr>
        <p:spPr>
          <a:xfrm>
            <a:off x="2328042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Operasional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7795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E866-9A91-127A-B57D-DB935818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8E0E70E-E25D-F5BA-1008-FA2CB1DB1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89518"/>
            <a:ext cx="9144000" cy="165576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staf</a:t>
            </a:r>
            <a:r>
              <a:rPr lang="en-ID"/>
              <a:t> salah </a:t>
            </a:r>
            <a:r>
              <a:rPr lang="en-ID" err="1"/>
              <a:t>menginput</a:t>
            </a:r>
            <a:r>
              <a:rPr lang="en-ID"/>
              <a:t>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pada </a:t>
            </a:r>
            <a:r>
              <a:rPr lang="en-ID" err="1"/>
              <a:t>laporan</a:t>
            </a:r>
            <a:r>
              <a:rPr lang="en-ID"/>
              <a:t> internal </a:t>
            </a:r>
            <a:r>
              <a:rPr lang="en-ID" err="1"/>
              <a:t>sehingga</a:t>
            </a:r>
            <a:r>
              <a:rPr lang="en-ID"/>
              <a:t> data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sumbernya</a:t>
            </a:r>
            <a:r>
              <a:rPr lang="en-ID"/>
              <a:t>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7CB2D-6036-C349-C279-6FF7826A3A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802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B1FA6-8ECE-C4FA-E0E5-440415D27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00802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CBCDE3-1213-5F00-8FE5-FF7D773BF1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28042" y="5739733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4C494C-BFB5-6B27-2EAC-9D4B4AF9A7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0282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674227-1A03-A374-8F56-0223F2F75C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53042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4CA8C3-6454-4E3B-5C97-A93E94CF2D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53042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B96886-3DF1-F214-53C7-6E626A718D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80282" y="5739733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Reputasi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120C978-C77A-4E33-7B1A-088863EF49A2}"/>
              </a:ext>
            </a:extLst>
          </p:cNvPr>
          <p:cNvSpPr txBox="1">
            <a:spLocks/>
          </p:cNvSpPr>
          <p:nvPr/>
        </p:nvSpPr>
        <p:spPr>
          <a:xfrm>
            <a:off x="2328042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Operasional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847014-4F0F-F30D-A9B1-760510B7C920}"/>
              </a:ext>
            </a:extLst>
          </p:cNvPr>
          <p:cNvSpPr/>
          <p:nvPr/>
        </p:nvSpPr>
        <p:spPr>
          <a:xfrm>
            <a:off x="1169481" y="5080883"/>
            <a:ext cx="485224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77759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8C176-661F-5A4D-FE48-759DA67F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9784323-7235-AF5A-64B6-0AC2A9E35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0029"/>
            <a:ext cx="9144000" cy="165576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Vendor </a:t>
            </a:r>
            <a:r>
              <a:rPr lang="en-ID" err="1"/>
              <a:t>mengirim</a:t>
            </a:r>
            <a:r>
              <a:rPr lang="en-ID"/>
              <a:t> hampers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ruang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kontrak</a:t>
            </a:r>
            <a:r>
              <a:rPr lang="en-ID"/>
              <a:t> </a:t>
            </a:r>
            <a:r>
              <a:rPr lang="en-ID" err="1"/>
              <a:t>disetujui</a:t>
            </a:r>
            <a:r>
              <a:rPr lang="en-ID"/>
              <a:t> dan </a:t>
            </a:r>
            <a:r>
              <a:rPr lang="en-ID" err="1"/>
              <a:t>berkata</a:t>
            </a:r>
            <a:r>
              <a:rPr lang="en-ID"/>
              <a:t>, “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bukan</a:t>
            </a:r>
            <a:r>
              <a:rPr lang="en-ID"/>
              <a:t> </a:t>
            </a:r>
            <a:r>
              <a:rPr lang="en-ID" err="1"/>
              <a:t>sogokan</a:t>
            </a:r>
            <a:r>
              <a:rPr lang="en-ID"/>
              <a:t>,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apresiasi</a:t>
            </a:r>
            <a:r>
              <a:rPr lang="en-ID"/>
              <a:t>.” </a:t>
            </a:r>
            <a:r>
              <a:rPr lang="en-ID" err="1"/>
              <a:t>Sikap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D043F-23E8-DFC1-BFE0-488575BFE7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6650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32ECA-BA38-C87C-5996-6E176340DC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665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116932-40B8-7AC8-B1C0-EA309E9470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310" y="5724829"/>
            <a:ext cx="3966242" cy="52322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</a:pPr>
            <a:r>
              <a:rPr lang="en-ID" err="1"/>
              <a:t>Menolak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mengembalikan</a:t>
            </a:r>
            <a:r>
              <a:rPr lang="en-ID"/>
              <a:t> hampers dan </a:t>
            </a:r>
            <a:r>
              <a:rPr lang="en-ID" err="1"/>
              <a:t>melaporkannya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02CFE6-7D1A-3D84-0D8E-621E57D52E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20550" y="5135992"/>
            <a:ext cx="4219140" cy="643979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lalu</a:t>
            </a:r>
            <a:r>
              <a:rPr lang="en-ID"/>
              <a:t> </a:t>
            </a:r>
            <a:r>
              <a:rPr lang="en-ID" err="1"/>
              <a:t>membagikannya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seluruh</a:t>
            </a:r>
            <a:r>
              <a:rPr lang="en-ID"/>
              <a:t> </a:t>
            </a:r>
            <a:r>
              <a:rPr lang="en-ID" err="1"/>
              <a:t>tim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C1223E-B679-19C5-BC98-12DE8AACC0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8890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2A8753-ECEF-02BB-F150-F829D868C75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890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A2368B-2B84-DFCF-1438-F8893C407B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0549" y="5779971"/>
            <a:ext cx="4360289" cy="309375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Menyimpannya</a:t>
            </a:r>
            <a:r>
              <a:rPr lang="en-ID"/>
              <a:t> </a:t>
            </a:r>
            <a:r>
              <a:rPr lang="en-ID" err="1"/>
              <a:t>dulu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akhir</a:t>
            </a:r>
            <a:r>
              <a:rPr lang="en-ID"/>
              <a:t> </a:t>
            </a:r>
            <a:r>
              <a:rPr lang="en-ID" err="1"/>
              <a:t>tahun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6A44BA3-0C5C-7B32-BB6A-A18AF2FD75A7}"/>
              </a:ext>
            </a:extLst>
          </p:cNvPr>
          <p:cNvSpPr txBox="1">
            <a:spLocks/>
          </p:cNvSpPr>
          <p:nvPr/>
        </p:nvSpPr>
        <p:spPr>
          <a:xfrm>
            <a:off x="1868310" y="5152189"/>
            <a:ext cx="3966242" cy="587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kontrak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selesai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4036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CE23-FCB7-7445-A36F-350E4E4B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4DFCC6D-C5DF-8D8D-8904-7CB3BC170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0029"/>
            <a:ext cx="9144000" cy="165576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Vendor </a:t>
            </a:r>
            <a:r>
              <a:rPr lang="en-ID" err="1"/>
              <a:t>mengirim</a:t>
            </a:r>
            <a:r>
              <a:rPr lang="en-ID"/>
              <a:t> hampers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ruang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kontrak</a:t>
            </a:r>
            <a:r>
              <a:rPr lang="en-ID"/>
              <a:t> </a:t>
            </a:r>
            <a:r>
              <a:rPr lang="en-ID" err="1"/>
              <a:t>disetujui</a:t>
            </a:r>
            <a:r>
              <a:rPr lang="en-ID"/>
              <a:t> dan </a:t>
            </a:r>
            <a:r>
              <a:rPr lang="en-ID" err="1"/>
              <a:t>berkata</a:t>
            </a:r>
            <a:r>
              <a:rPr lang="en-ID"/>
              <a:t>, “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bukan</a:t>
            </a:r>
            <a:r>
              <a:rPr lang="en-ID"/>
              <a:t> </a:t>
            </a:r>
            <a:r>
              <a:rPr lang="en-ID" err="1"/>
              <a:t>sogokan</a:t>
            </a:r>
            <a:r>
              <a:rPr lang="en-ID"/>
              <a:t>,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apresiasi</a:t>
            </a:r>
            <a:r>
              <a:rPr lang="en-ID"/>
              <a:t>.” </a:t>
            </a:r>
            <a:r>
              <a:rPr lang="en-ID" err="1"/>
              <a:t>Sikap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AF7C2-DEF9-CF17-5B89-13D46420F6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6650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D076F-11A4-8BE1-7011-99EC2856B7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665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FF6E23-DCF5-4C68-C8C5-D860AB5E40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310" y="5724829"/>
            <a:ext cx="3966242" cy="52322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</a:pPr>
            <a:r>
              <a:rPr lang="en-ID" err="1"/>
              <a:t>Menolak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mengembalikan</a:t>
            </a:r>
            <a:r>
              <a:rPr lang="en-ID"/>
              <a:t> hampers dan </a:t>
            </a:r>
            <a:r>
              <a:rPr lang="en-ID" err="1"/>
              <a:t>melaporkannya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D935F6-E124-F082-DC17-10A312844E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20550" y="5135992"/>
            <a:ext cx="4219140" cy="643979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lalu</a:t>
            </a:r>
            <a:r>
              <a:rPr lang="en-ID"/>
              <a:t> </a:t>
            </a:r>
            <a:r>
              <a:rPr lang="en-ID" err="1"/>
              <a:t>membagikannya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seluruh</a:t>
            </a:r>
            <a:r>
              <a:rPr lang="en-ID"/>
              <a:t> </a:t>
            </a:r>
            <a:r>
              <a:rPr lang="en-ID" err="1"/>
              <a:t>tim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A34E1C-9582-EC66-AF9E-792CE31533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8890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056B90-B3EE-2AA6-AF20-F10545179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890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CCE6F8-A593-C8AA-81A5-3F0596A7DA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0549" y="5779971"/>
            <a:ext cx="4360289" cy="309375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Menyimpannya</a:t>
            </a:r>
            <a:r>
              <a:rPr lang="en-ID"/>
              <a:t> </a:t>
            </a:r>
            <a:r>
              <a:rPr lang="en-ID" err="1"/>
              <a:t>dulu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akhir</a:t>
            </a:r>
            <a:r>
              <a:rPr lang="en-ID"/>
              <a:t> </a:t>
            </a:r>
            <a:r>
              <a:rPr lang="en-ID" err="1"/>
              <a:t>tahun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A40C9DD-E25D-46AA-0435-CBA76DE59275}"/>
              </a:ext>
            </a:extLst>
          </p:cNvPr>
          <p:cNvSpPr txBox="1">
            <a:spLocks/>
          </p:cNvSpPr>
          <p:nvPr/>
        </p:nvSpPr>
        <p:spPr>
          <a:xfrm>
            <a:off x="1868310" y="5152189"/>
            <a:ext cx="3966242" cy="587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kontrak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selesai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29022A-333A-477B-9281-9505A3668D3C}"/>
              </a:ext>
            </a:extLst>
          </p:cNvPr>
          <p:cNvSpPr/>
          <p:nvPr/>
        </p:nvSpPr>
        <p:spPr>
          <a:xfrm>
            <a:off x="1176353" y="5629510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26748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6A8D-5C07-B644-5448-2E631595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C760F4C-EBAB-71A2-0973-D02AA9511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9112"/>
            <a:ext cx="9144000" cy="201777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Dua invoice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tanggal</a:t>
            </a:r>
            <a:r>
              <a:rPr lang="en-ID"/>
              <a:t> dan </a:t>
            </a:r>
            <a:r>
              <a:rPr lang="en-ID" err="1"/>
              <a:t>keperluan</a:t>
            </a:r>
            <a:r>
              <a:rPr lang="en-ID"/>
              <a:t> yang </a:t>
            </a:r>
            <a:r>
              <a:rPr lang="en-ID" err="1"/>
              <a:t>sama</a:t>
            </a:r>
            <a:r>
              <a:rPr lang="en-ID"/>
              <a:t> </a:t>
            </a:r>
            <a:r>
              <a:rPr lang="en-ID" err="1"/>
              <a:t>memiliki</a:t>
            </a:r>
            <a:r>
              <a:rPr lang="en-ID"/>
              <a:t> nominal </a:t>
            </a:r>
            <a:r>
              <a:rPr lang="en-ID" err="1"/>
              <a:t>berbeda</a:t>
            </a:r>
            <a:r>
              <a:rPr lang="en-ID"/>
              <a:t>: Rp5.000.000 dan Rp8.000.000. </a:t>
            </a:r>
            <a:r>
              <a:rPr lang="en-ID" err="1"/>
              <a:t>Perbedaan</a:t>
            </a:r>
            <a:r>
              <a:rPr lang="en-ID"/>
              <a:t> </a:t>
            </a:r>
            <a:r>
              <a:rPr lang="en-ID" err="1"/>
              <a:t>itu</a:t>
            </a:r>
            <a:r>
              <a:rPr lang="en-ID"/>
              <a:t>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disadari</a:t>
            </a:r>
            <a:r>
              <a:rPr lang="en-ID"/>
              <a:t> </a:t>
            </a:r>
            <a:r>
              <a:rPr lang="en-ID" err="1"/>
              <a:t>saat</a:t>
            </a:r>
            <a:r>
              <a:rPr lang="en-ID"/>
              <a:t> proses </a:t>
            </a:r>
            <a:r>
              <a:rPr lang="en-ID" err="1"/>
              <a:t>pembayaran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C9FA-01F5-5FE1-7258-DC1DDE50D0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6650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5BC1E-CF32-C03D-1102-F2D89FCCEB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665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DF8FEB-8745-083B-8093-78204F362B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310" y="5739733"/>
            <a:ext cx="3966242" cy="52322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Memilih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yang </a:t>
            </a:r>
            <a:r>
              <a:rPr lang="en-ID" err="1"/>
              <a:t>terlihat</a:t>
            </a:r>
            <a:r>
              <a:rPr lang="en-ID"/>
              <a:t> paling </a:t>
            </a:r>
            <a:r>
              <a:rPr lang="en-ID" err="1"/>
              <a:t>masuk</a:t>
            </a:r>
            <a:r>
              <a:rPr lang="en-ID"/>
              <a:t> </a:t>
            </a:r>
            <a:r>
              <a:rPr lang="en-ID" err="1"/>
              <a:t>akal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86D247-0805-6080-72B3-C779967D09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20550" y="5135994"/>
            <a:ext cx="4219140" cy="52322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</a:pPr>
            <a:r>
              <a:rPr lang="en-ID"/>
              <a:t>Menahan proses, </a:t>
            </a:r>
            <a:r>
              <a:rPr lang="en-ID" err="1"/>
              <a:t>memverifikasi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vendor, dan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ada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</a:t>
            </a:r>
            <a:r>
              <a:rPr lang="en-ID" err="1"/>
              <a:t>manipulasi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EE6872-D27F-874C-54FD-C44A30C75E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8890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9CED63-D289-2651-E3D4-59AE6804C5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890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17B435-B758-82C3-5BAD-4B4F0F7E47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0549" y="5739733"/>
            <a:ext cx="4360289" cy="523220"/>
          </a:xfrm>
        </p:spPr>
        <p:txBody>
          <a:bodyPr>
            <a:normAutofit fontScale="92500"/>
          </a:bodyPr>
          <a:lstStyle/>
          <a:p>
            <a:pPr marL="0" indent="0" algn="l"/>
            <a:r>
              <a:rPr lang="en-ID" err="1"/>
              <a:t>Mengubah</a:t>
            </a:r>
            <a:r>
              <a:rPr lang="en-ID"/>
              <a:t> salah </a:t>
            </a:r>
            <a:r>
              <a:rPr lang="en-ID" err="1"/>
              <a:t>satu</a:t>
            </a:r>
            <a:r>
              <a:rPr lang="en-ID"/>
              <a:t> nominal agar </a:t>
            </a:r>
            <a:r>
              <a:rPr lang="en-ID" err="1"/>
              <a:t>sama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418D271-BF16-2FAF-BE5C-720D2F0481B1}"/>
              </a:ext>
            </a:extLst>
          </p:cNvPr>
          <p:cNvSpPr txBox="1">
            <a:spLocks/>
          </p:cNvSpPr>
          <p:nvPr/>
        </p:nvSpPr>
        <p:spPr>
          <a:xfrm>
            <a:off x="186831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Membayar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nominal yang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besar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873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6762-06F6-CF15-5238-428691DA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7BF1318-8716-9DB7-23F1-D43EDA825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9112"/>
            <a:ext cx="9144000" cy="201777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Dua invoice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tanggal</a:t>
            </a:r>
            <a:r>
              <a:rPr lang="en-ID"/>
              <a:t> dan </a:t>
            </a:r>
            <a:r>
              <a:rPr lang="en-ID" err="1"/>
              <a:t>keperluan</a:t>
            </a:r>
            <a:r>
              <a:rPr lang="en-ID"/>
              <a:t> yang </a:t>
            </a:r>
            <a:r>
              <a:rPr lang="en-ID" err="1"/>
              <a:t>sama</a:t>
            </a:r>
            <a:r>
              <a:rPr lang="en-ID"/>
              <a:t> </a:t>
            </a:r>
            <a:r>
              <a:rPr lang="en-ID" err="1"/>
              <a:t>memiliki</a:t>
            </a:r>
            <a:r>
              <a:rPr lang="en-ID"/>
              <a:t> nominal </a:t>
            </a:r>
            <a:r>
              <a:rPr lang="en-ID" err="1"/>
              <a:t>berbeda</a:t>
            </a:r>
            <a:r>
              <a:rPr lang="en-ID"/>
              <a:t>: Rp5.000.000 dan Rp8.000.000. </a:t>
            </a:r>
            <a:r>
              <a:rPr lang="en-ID" err="1"/>
              <a:t>Perbedaan</a:t>
            </a:r>
            <a:r>
              <a:rPr lang="en-ID"/>
              <a:t> </a:t>
            </a:r>
            <a:r>
              <a:rPr lang="en-ID" err="1"/>
              <a:t>itu</a:t>
            </a:r>
            <a:r>
              <a:rPr lang="en-ID"/>
              <a:t>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disadari</a:t>
            </a:r>
            <a:r>
              <a:rPr lang="en-ID"/>
              <a:t> </a:t>
            </a:r>
            <a:r>
              <a:rPr lang="en-ID" err="1"/>
              <a:t>saat</a:t>
            </a:r>
            <a:r>
              <a:rPr lang="en-ID"/>
              <a:t> proses </a:t>
            </a:r>
            <a:r>
              <a:rPr lang="en-ID" err="1"/>
              <a:t>pembayaran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E2682-7ED6-D957-4AAB-0A7E6297EE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56650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22129-8849-7316-60D1-149812458E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665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2DF650-3175-881A-E1FB-22DA5C2EC0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310" y="5739733"/>
            <a:ext cx="3966242" cy="52322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</a:pPr>
            <a:r>
              <a:rPr lang="en-ID" err="1"/>
              <a:t>Memilih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yang </a:t>
            </a:r>
            <a:r>
              <a:rPr lang="en-ID" err="1"/>
              <a:t>terlihat</a:t>
            </a:r>
            <a:r>
              <a:rPr lang="en-ID"/>
              <a:t> paling </a:t>
            </a:r>
            <a:r>
              <a:rPr lang="en-ID" err="1"/>
              <a:t>masuk</a:t>
            </a:r>
            <a:r>
              <a:rPr lang="en-ID"/>
              <a:t> </a:t>
            </a:r>
            <a:r>
              <a:rPr lang="en-ID" err="1"/>
              <a:t>akal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CE1667-CB4B-F764-2692-4259B30387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20550" y="5135994"/>
            <a:ext cx="4219140" cy="52322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</a:pPr>
            <a:r>
              <a:rPr lang="en-ID"/>
              <a:t>Menahan proses, </a:t>
            </a:r>
            <a:r>
              <a:rPr lang="en-ID" err="1"/>
              <a:t>memverifikasi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vendor, dan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ada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</a:t>
            </a:r>
            <a:r>
              <a:rPr lang="en-ID" err="1"/>
              <a:t>manipulasi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7E3C16-2995-AF70-30E4-4074927530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8890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10FFE3-F21C-B430-5D99-4A45A0258F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890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DFCCA4-B668-6F5A-217C-0715FF99F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0549" y="5739733"/>
            <a:ext cx="4360289" cy="523220"/>
          </a:xfrm>
        </p:spPr>
        <p:txBody>
          <a:bodyPr>
            <a:normAutofit fontScale="92500"/>
          </a:bodyPr>
          <a:lstStyle/>
          <a:p>
            <a:pPr marL="0" indent="0" algn="l"/>
            <a:r>
              <a:rPr lang="en-ID" err="1"/>
              <a:t>Mengubah</a:t>
            </a:r>
            <a:r>
              <a:rPr lang="en-ID"/>
              <a:t> salah </a:t>
            </a:r>
            <a:r>
              <a:rPr lang="en-ID" err="1"/>
              <a:t>satu</a:t>
            </a:r>
            <a:r>
              <a:rPr lang="en-ID"/>
              <a:t> nominal agar </a:t>
            </a:r>
            <a:r>
              <a:rPr lang="en-ID" err="1"/>
              <a:t>sama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BA64D-03C9-C74C-5B4A-FEF74FBB3608}"/>
              </a:ext>
            </a:extLst>
          </p:cNvPr>
          <p:cNvSpPr txBox="1">
            <a:spLocks/>
          </p:cNvSpPr>
          <p:nvPr/>
        </p:nvSpPr>
        <p:spPr>
          <a:xfrm>
            <a:off x="186831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 err="1"/>
              <a:t>Membayar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nominal yang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besar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A292A6-209E-EC72-4B03-5738658F7908}"/>
              </a:ext>
            </a:extLst>
          </p:cNvPr>
          <p:cNvSpPr/>
          <p:nvPr/>
        </p:nvSpPr>
        <p:spPr>
          <a:xfrm>
            <a:off x="6096000" y="509573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4440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8F44-2984-2DE8-F201-CBF9FC62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4C3F2BA-1F57-82B0-41D9-208491651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6799"/>
            <a:ext cx="9144000" cy="188524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pegawai</a:t>
            </a:r>
            <a:r>
              <a:rPr lang="en-ID"/>
              <a:t> </a:t>
            </a:r>
            <a:r>
              <a:rPr lang="en-ID" err="1"/>
              <a:t>melihat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</a:t>
            </a:r>
            <a:r>
              <a:rPr lang="en-ID" err="1"/>
              <a:t>kecurangan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proses </a:t>
            </a:r>
            <a:r>
              <a:rPr lang="en-ID" err="1"/>
              <a:t>pengadaan</a:t>
            </a:r>
            <a:r>
              <a:rPr lang="en-ID"/>
              <a:t> dan </a:t>
            </a:r>
            <a:r>
              <a:rPr lang="en-ID" err="1"/>
              <a:t>ingin</a:t>
            </a:r>
            <a:r>
              <a:rPr lang="en-ID"/>
              <a:t> </a:t>
            </a:r>
            <a:r>
              <a:rPr lang="en-ID" err="1"/>
              <a:t>melaporkannya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. Media </a:t>
            </a:r>
            <a:r>
              <a:rPr lang="en-ID" err="1"/>
              <a:t>pelaporan</a:t>
            </a:r>
            <a:r>
              <a:rPr lang="en-ID"/>
              <a:t> fraud yang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CBDB5-99B0-BF86-6353-26542248AE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742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760F6-4690-91EC-7BED-A52831C44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2742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CE68AB-EE2F-C717-D5D9-1CA1CE0393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06980" y="5739733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ORMS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B53873-9BA6-6B41-E0E2-CEF1B67D02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5922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Email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atasan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9368EE-6857-1D6E-2FE2-D8FDC95297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24982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ED53AA-98FA-4954-EDED-33A5D2E41B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4982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61714E-34AC-48F9-5511-594647FFF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5921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JagaOnline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F75AE7-59B3-043C-535D-0A18B8583FF9}"/>
              </a:ext>
            </a:extLst>
          </p:cNvPr>
          <p:cNvSpPr txBox="1">
            <a:spLocks/>
          </p:cNvSpPr>
          <p:nvPr/>
        </p:nvSpPr>
        <p:spPr>
          <a:xfrm>
            <a:off x="220698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SiapBantu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4871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EDB2-78EF-F384-0AE3-5CF33FCD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3EE0A19-43A2-9DF6-BAE9-0C754950D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6799"/>
            <a:ext cx="9144000" cy="188524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pegawai</a:t>
            </a:r>
            <a:r>
              <a:rPr lang="en-ID"/>
              <a:t> </a:t>
            </a:r>
            <a:r>
              <a:rPr lang="en-ID" err="1"/>
              <a:t>melihat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</a:t>
            </a:r>
            <a:r>
              <a:rPr lang="en-ID" err="1"/>
              <a:t>kecurangan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proses </a:t>
            </a:r>
            <a:r>
              <a:rPr lang="en-ID" err="1"/>
              <a:t>pengadaan</a:t>
            </a:r>
            <a:r>
              <a:rPr lang="en-ID"/>
              <a:t> dan </a:t>
            </a:r>
            <a:r>
              <a:rPr lang="en-ID" err="1"/>
              <a:t>ingin</a:t>
            </a:r>
            <a:r>
              <a:rPr lang="en-ID"/>
              <a:t> </a:t>
            </a:r>
            <a:r>
              <a:rPr lang="en-ID" err="1"/>
              <a:t>melaporkannya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. Media </a:t>
            </a:r>
            <a:r>
              <a:rPr lang="en-ID" err="1"/>
              <a:t>pelaporan</a:t>
            </a:r>
            <a:r>
              <a:rPr lang="en-ID"/>
              <a:t> fraud yang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0A865-710D-921E-A562-8DBB11DC3A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742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3C589-5170-63C9-E81C-66CFA74147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2742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0CD004-5A45-8BBC-BE8E-B6C914DF53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06980" y="5739733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ORMS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5D05E1-A6BE-A493-38B7-560634926C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5922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Email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atasan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653BE9-01BD-14DD-1685-DA10324228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24982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A008C0-6EA3-4B00-0D3F-46E3BDE5C2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4982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F8B0B7-797D-E601-D25F-FDA650A14C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5921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JagaOnline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73262DE-225C-8895-2735-48D93A937D55}"/>
              </a:ext>
            </a:extLst>
          </p:cNvPr>
          <p:cNvSpPr txBox="1">
            <a:spLocks/>
          </p:cNvSpPr>
          <p:nvPr/>
        </p:nvSpPr>
        <p:spPr>
          <a:xfrm>
            <a:off x="220698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SiapBantu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174DA2-DF8D-6211-9B93-8DC93FF07DB6}"/>
              </a:ext>
            </a:extLst>
          </p:cNvPr>
          <p:cNvSpPr/>
          <p:nvPr/>
        </p:nvSpPr>
        <p:spPr>
          <a:xfrm>
            <a:off x="6096000" y="5629510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33804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2559-5EE6-AB89-802E-8BB9F332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06A622A-A9BE-12A2-4D59-1AAB40B0D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ID" err="1"/>
              <a:t>Mengapa</a:t>
            </a:r>
            <a:r>
              <a:rPr lang="en-ID"/>
              <a:t> </a:t>
            </a:r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wajib</a:t>
            </a:r>
            <a:r>
              <a:rPr lang="en-ID"/>
              <a:t> </a:t>
            </a:r>
            <a:r>
              <a:rPr lang="en-ID" err="1"/>
              <a:t>mengenakan</a:t>
            </a:r>
            <a:r>
              <a:rPr lang="en-ID"/>
              <a:t> ID Card </a:t>
            </a:r>
            <a:r>
              <a:rPr lang="en-ID" err="1"/>
              <a:t>selama</a:t>
            </a:r>
            <a:r>
              <a:rPr lang="en-ID"/>
              <a:t> </a:t>
            </a:r>
            <a:r>
              <a:rPr lang="en-ID" err="1"/>
              <a:t>berada</a:t>
            </a:r>
            <a:r>
              <a:rPr lang="en-ID"/>
              <a:t> di area </a:t>
            </a:r>
            <a:r>
              <a:rPr lang="en-ID" err="1"/>
              <a:t>kerja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081B4-F6E3-4C5D-0E17-F5CE6DF53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4740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8B8E8-1FC3-F596-FB57-DE923BE6C4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6474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50897A-F6B4-36E4-E5A3-CA9BEA164B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6399" y="5739733"/>
            <a:ext cx="4227095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sz="1600"/>
              <a:t>Agar </a:t>
            </a:r>
            <a:r>
              <a:rPr lang="en-ID" sz="1600" err="1"/>
              <a:t>tampilan</a:t>
            </a:r>
            <a:r>
              <a:rPr lang="en-ID" sz="1600"/>
              <a:t> </a:t>
            </a:r>
            <a:r>
              <a:rPr lang="en-ID" sz="1600" err="1"/>
              <a:t>karyawan</a:t>
            </a:r>
            <a:r>
              <a:rPr lang="en-ID" sz="1600"/>
              <a:t> </a:t>
            </a:r>
            <a:r>
              <a:rPr lang="en-ID" sz="1600" err="1"/>
              <a:t>terlihat</a:t>
            </a:r>
            <a:r>
              <a:rPr lang="en-ID" sz="1600"/>
              <a:t> </a:t>
            </a:r>
            <a:r>
              <a:rPr lang="en-ID" sz="1600" err="1"/>
              <a:t>seragam</a:t>
            </a:r>
            <a:endParaRPr lang="en-ID" sz="16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290CDF-E983-BD06-C87C-880A19EE1E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27867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sz="1600"/>
              <a:t>Agar </a:t>
            </a:r>
            <a:r>
              <a:rPr lang="en-ID" sz="1600" err="1"/>
              <a:t>absensi</a:t>
            </a:r>
            <a:r>
              <a:rPr lang="en-ID" sz="1600"/>
              <a:t> </a:t>
            </a:r>
            <a:r>
              <a:rPr lang="en-ID" sz="1600" err="1"/>
              <a:t>tercatat</a:t>
            </a:r>
            <a:r>
              <a:rPr lang="en-ID" sz="1600"/>
              <a:t> </a:t>
            </a:r>
            <a:r>
              <a:rPr lang="en-ID" sz="1600" err="1"/>
              <a:t>otomatis</a:t>
            </a:r>
            <a:endParaRPr lang="en-ID" sz="16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00348A-2A4E-A07A-A4E1-AC5BCE0EF7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16207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5CBC26-442A-991C-EA30-6F4DCB8F2E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16207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A3582E-9085-FBCF-C8E8-613940D19F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27866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sz="1600"/>
              <a:t>Agar </a:t>
            </a:r>
            <a:r>
              <a:rPr lang="en-ID" sz="1600" err="1"/>
              <a:t>mendapat</a:t>
            </a:r>
            <a:r>
              <a:rPr lang="en-ID" sz="1600"/>
              <a:t> </a:t>
            </a:r>
            <a:r>
              <a:rPr lang="en-ID" sz="1600" err="1"/>
              <a:t>fasilitas</a:t>
            </a:r>
            <a:r>
              <a:rPr lang="en-ID" sz="1600"/>
              <a:t> </a:t>
            </a:r>
            <a:r>
              <a:rPr lang="en-ID" sz="1600" err="1"/>
              <a:t>kantin</a:t>
            </a:r>
            <a:endParaRPr lang="en-ID" sz="160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4C72AF2-8831-CED6-4ED6-2BB93AA2033A}"/>
              </a:ext>
            </a:extLst>
          </p:cNvPr>
          <p:cNvSpPr txBox="1">
            <a:spLocks/>
          </p:cNvSpPr>
          <p:nvPr/>
        </p:nvSpPr>
        <p:spPr>
          <a:xfrm>
            <a:off x="1676400" y="5142383"/>
            <a:ext cx="5139807" cy="523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sz="1600" b="0" i="0">
                <a:solidFill>
                  <a:srgbClr val="000000"/>
                </a:solidFill>
                <a:effectLst/>
              </a:rPr>
              <a:t>Agar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identitas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dan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hak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akses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dapat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dikenali</a:t>
            </a:r>
            <a:r>
              <a:rPr lang="en-ID" sz="1600" b="0" i="0">
                <a:solidFill>
                  <a:srgbClr val="000000"/>
                </a:solidFill>
                <a:effectLst/>
              </a:rPr>
              <a:t>,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sehingga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orang yang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tidak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berwenang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mudah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terdeteksi</a:t>
            </a:r>
            <a:endParaRPr lang="en-ID" sz="1600"/>
          </a:p>
        </p:txBody>
      </p:sp>
    </p:spTree>
    <p:extLst>
      <p:ext uri="{BB962C8B-B14F-4D97-AF65-F5344CB8AC3E}">
        <p14:creationId xmlns:p14="http://schemas.microsoft.com/office/powerpoint/2010/main" val="2202021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B48B-EB29-0AB8-3B94-E409216C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FDD26AB-3883-2FD8-3A48-0FA76EB94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ID" err="1"/>
              <a:t>Mengapa</a:t>
            </a:r>
            <a:r>
              <a:rPr lang="en-ID"/>
              <a:t> </a:t>
            </a:r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wajib</a:t>
            </a:r>
            <a:r>
              <a:rPr lang="en-ID"/>
              <a:t> </a:t>
            </a:r>
            <a:r>
              <a:rPr lang="en-ID" err="1"/>
              <a:t>mengenakan</a:t>
            </a:r>
            <a:r>
              <a:rPr lang="en-ID"/>
              <a:t> ID Card </a:t>
            </a:r>
            <a:r>
              <a:rPr lang="en-ID" err="1"/>
              <a:t>selama</a:t>
            </a:r>
            <a:r>
              <a:rPr lang="en-ID"/>
              <a:t> </a:t>
            </a:r>
            <a:r>
              <a:rPr lang="en-ID" err="1"/>
              <a:t>berada</a:t>
            </a:r>
            <a:r>
              <a:rPr lang="en-ID"/>
              <a:t> di area </a:t>
            </a:r>
            <a:r>
              <a:rPr lang="en-ID" err="1"/>
              <a:t>kerja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80387-A3F8-1774-B2F7-E987D2E586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4740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6B2F8-4A45-F761-81E0-81ED928C5D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6474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BC07BA-FB41-8408-4172-70BF4D979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6399" y="5739733"/>
            <a:ext cx="4227095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sz="1600"/>
              <a:t>Agar </a:t>
            </a:r>
            <a:r>
              <a:rPr lang="en-ID" sz="1600" err="1"/>
              <a:t>tampilan</a:t>
            </a:r>
            <a:r>
              <a:rPr lang="en-ID" sz="1600"/>
              <a:t> </a:t>
            </a:r>
            <a:r>
              <a:rPr lang="en-ID" sz="1600" err="1"/>
              <a:t>karyawan</a:t>
            </a:r>
            <a:r>
              <a:rPr lang="en-ID" sz="1600"/>
              <a:t> </a:t>
            </a:r>
            <a:r>
              <a:rPr lang="en-ID" sz="1600" err="1"/>
              <a:t>terlihat</a:t>
            </a:r>
            <a:r>
              <a:rPr lang="en-ID" sz="1600"/>
              <a:t> </a:t>
            </a:r>
            <a:r>
              <a:rPr lang="en-ID" sz="1600" err="1"/>
              <a:t>seragam</a:t>
            </a:r>
            <a:endParaRPr lang="en-ID" sz="16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7D3EE2-8507-6974-573C-F1B5FED2F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27867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sz="1600"/>
              <a:t>Agar </a:t>
            </a:r>
            <a:r>
              <a:rPr lang="en-ID" sz="1600" err="1"/>
              <a:t>absensi</a:t>
            </a:r>
            <a:r>
              <a:rPr lang="en-ID" sz="1600"/>
              <a:t> </a:t>
            </a:r>
            <a:r>
              <a:rPr lang="en-ID" sz="1600" err="1"/>
              <a:t>tercatat</a:t>
            </a:r>
            <a:r>
              <a:rPr lang="en-ID" sz="1600"/>
              <a:t> </a:t>
            </a:r>
            <a:r>
              <a:rPr lang="en-ID" sz="1600" err="1"/>
              <a:t>otomatis</a:t>
            </a:r>
            <a:endParaRPr lang="en-ID" sz="16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D00BE7-327F-4CC7-9B9E-44EB96D862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16207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E91FC69-E908-2FB6-C76C-C9F454D492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16207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DF5958-C054-7D27-57F5-D236A453FD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27866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sz="1600"/>
              <a:t>Agar </a:t>
            </a:r>
            <a:r>
              <a:rPr lang="en-ID" sz="1600" err="1"/>
              <a:t>mendapat</a:t>
            </a:r>
            <a:r>
              <a:rPr lang="en-ID" sz="1600"/>
              <a:t> </a:t>
            </a:r>
            <a:r>
              <a:rPr lang="en-ID" sz="1600" err="1"/>
              <a:t>fasilitas</a:t>
            </a:r>
            <a:r>
              <a:rPr lang="en-ID" sz="1600"/>
              <a:t> </a:t>
            </a:r>
            <a:r>
              <a:rPr lang="en-ID" sz="1600" err="1"/>
              <a:t>kantin</a:t>
            </a:r>
            <a:endParaRPr lang="en-ID" sz="160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396DEF2-26E2-4D9E-ABF7-D30D50ACF808}"/>
              </a:ext>
            </a:extLst>
          </p:cNvPr>
          <p:cNvSpPr txBox="1">
            <a:spLocks/>
          </p:cNvSpPr>
          <p:nvPr/>
        </p:nvSpPr>
        <p:spPr>
          <a:xfrm>
            <a:off x="1676400" y="5142383"/>
            <a:ext cx="5139807" cy="523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sz="1600" b="0" i="0">
                <a:solidFill>
                  <a:srgbClr val="000000"/>
                </a:solidFill>
                <a:effectLst/>
              </a:rPr>
              <a:t>Agar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identitas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dan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hak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akses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dapat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dikenali</a:t>
            </a:r>
            <a:r>
              <a:rPr lang="en-ID" sz="1600" b="0" i="0">
                <a:solidFill>
                  <a:srgbClr val="000000"/>
                </a:solidFill>
                <a:effectLst/>
              </a:rPr>
              <a:t>,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sehingga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orang yang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tidak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berwenang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mudah</a:t>
            </a:r>
            <a:r>
              <a:rPr lang="en-ID" sz="1600" b="0" i="0">
                <a:solidFill>
                  <a:srgbClr val="000000"/>
                </a:solidFill>
                <a:effectLst/>
              </a:rPr>
              <a:t> </a:t>
            </a:r>
            <a:r>
              <a:rPr lang="en-ID" sz="1600" b="0" i="0" err="1">
                <a:solidFill>
                  <a:srgbClr val="000000"/>
                </a:solidFill>
                <a:effectLst/>
              </a:rPr>
              <a:t>terdeteksi</a:t>
            </a:r>
            <a:endParaRPr lang="en-ID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CAFF1-939C-6722-EF5F-6E5398EC39BE}"/>
              </a:ext>
            </a:extLst>
          </p:cNvPr>
          <p:cNvSpPr/>
          <p:nvPr/>
        </p:nvSpPr>
        <p:spPr>
          <a:xfrm>
            <a:off x="1243759" y="5147282"/>
            <a:ext cx="5572447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1325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ADABB-A1EC-A500-F1BB-CEA4DF61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F4D648A-F493-259B-A710-D77ECFFB9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Laptop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menampilkan</a:t>
            </a:r>
            <a:r>
              <a:rPr lang="en-ID"/>
              <a:t> </a:t>
            </a:r>
            <a:r>
              <a:rPr lang="en-ID" err="1"/>
              <a:t>pesan</a:t>
            </a:r>
            <a:r>
              <a:rPr lang="en-ID"/>
              <a:t> </a:t>
            </a:r>
            <a:r>
              <a:rPr lang="en-ID" err="1"/>
              <a:t>aneh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mengklik</a:t>
            </a:r>
            <a:r>
              <a:rPr lang="en-ID"/>
              <a:t> </a:t>
            </a:r>
            <a:r>
              <a:rPr lang="en-ID" err="1"/>
              <a:t>tautan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email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dikenal</a:t>
            </a:r>
            <a:r>
              <a:rPr lang="en-ID"/>
              <a:t>. Media </a:t>
            </a:r>
            <a:r>
              <a:rPr lang="en-ID" err="1"/>
              <a:t>resmi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cyber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D8631-D6C3-7754-BADE-73B1A65171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38875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998FB-954B-FC83-66DC-A6EF26131C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8875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EE2A48-E083-5A9A-98D5-0147923480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50535" y="5739733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JagaOnline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62B617-089C-C6F6-C646-370467EE0BB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02775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Grup</a:t>
            </a:r>
            <a:r>
              <a:rPr lang="en-ID"/>
              <a:t> chat </a:t>
            </a:r>
            <a:r>
              <a:rPr lang="en-ID" err="1"/>
              <a:t>tim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900B36-0B96-EBDD-321D-3FE647E4CA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91115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8424E7-B93B-4BF1-9D9A-CE1BC6A1A2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91115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B019ED-D2FC-5A50-2998-CFF7475936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02774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Email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rekan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6D0E326-A8DB-644B-735F-0C43E88E7215}"/>
              </a:ext>
            </a:extLst>
          </p:cNvPr>
          <p:cNvSpPr txBox="1">
            <a:spLocks/>
          </p:cNvSpPr>
          <p:nvPr/>
        </p:nvSpPr>
        <p:spPr>
          <a:xfrm>
            <a:off x="2150535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SiapBantu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3841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74128-5E33-B49E-C03E-3FA75CF6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37E6D9F-5782-B149-C2C3-C9DBD65C84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Laptop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menampilkan</a:t>
            </a:r>
            <a:r>
              <a:rPr lang="en-ID"/>
              <a:t> </a:t>
            </a:r>
            <a:r>
              <a:rPr lang="en-ID" err="1"/>
              <a:t>pesan</a:t>
            </a:r>
            <a:r>
              <a:rPr lang="en-ID"/>
              <a:t> </a:t>
            </a:r>
            <a:r>
              <a:rPr lang="en-ID" err="1"/>
              <a:t>aneh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mengklik</a:t>
            </a:r>
            <a:r>
              <a:rPr lang="en-ID"/>
              <a:t> </a:t>
            </a:r>
            <a:r>
              <a:rPr lang="en-ID" err="1"/>
              <a:t>tautan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email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dikenal</a:t>
            </a:r>
            <a:r>
              <a:rPr lang="en-ID"/>
              <a:t>. Media </a:t>
            </a:r>
            <a:r>
              <a:rPr lang="en-ID" err="1"/>
              <a:t>resmi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cyber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9831-0984-428C-470C-53F50BC871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38875" y="5135994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05D7E-848B-FA7F-F0FE-E0F7483C90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8875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91A908-F1C9-DBC8-DC5F-D0278141CC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50535" y="5739733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JagaOnline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6CFAD4-055B-A5E2-7B45-78DAA4F7C0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002775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Grup</a:t>
            </a:r>
            <a:r>
              <a:rPr lang="en-ID"/>
              <a:t> chat </a:t>
            </a:r>
            <a:r>
              <a:rPr lang="en-ID" err="1"/>
              <a:t>tim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B26E66-D454-6DF9-01E9-7B6E765B2D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91115" y="5135994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5A549A-01E0-3DAA-6672-2E033A0F12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91115" y="5739733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751A8D-9FE7-F564-6933-67B1E04EEB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02774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Email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rekan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1AE467D-77BE-DD0A-A89F-47672FD7D301}"/>
              </a:ext>
            </a:extLst>
          </p:cNvPr>
          <p:cNvSpPr txBox="1">
            <a:spLocks/>
          </p:cNvSpPr>
          <p:nvPr/>
        </p:nvSpPr>
        <p:spPr>
          <a:xfrm>
            <a:off x="2150535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SiapBantu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323535-D671-9CEF-2899-BE17CE8C84A2}"/>
              </a:ext>
            </a:extLst>
          </p:cNvPr>
          <p:cNvSpPr/>
          <p:nvPr/>
        </p:nvSpPr>
        <p:spPr>
          <a:xfrm>
            <a:off x="1638876" y="5034392"/>
            <a:ext cx="3966242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76741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2603-8260-66CF-06D4-89A50090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D52228C-1498-45C7-0FAC-C54F8FE9D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ID"/>
              <a:t>Tim </a:t>
            </a:r>
            <a:r>
              <a:rPr lang="en-ID" err="1"/>
              <a:t>masih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SOP lama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menganggap</a:t>
            </a:r>
            <a:r>
              <a:rPr lang="en-ID"/>
              <a:t> </a:t>
            </a:r>
            <a:r>
              <a:rPr lang="en-ID" err="1"/>
              <a:t>prosesnya</a:t>
            </a:r>
            <a:r>
              <a:rPr lang="en-ID"/>
              <a:t> </a:t>
            </a:r>
            <a:r>
              <a:rPr lang="en-ID" err="1"/>
              <a:t>sama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SOP </a:t>
            </a:r>
            <a:r>
              <a:rPr lang="en-ID" err="1"/>
              <a:t>terbaru</a:t>
            </a:r>
            <a:r>
              <a:rPr lang="en-ID"/>
              <a:t>. </a:t>
            </a:r>
            <a:r>
              <a:rPr lang="en-ID" err="1"/>
              <a:t>Mengapa</a:t>
            </a:r>
            <a:r>
              <a:rPr lang="en-ID"/>
              <a:t> </a:t>
            </a:r>
            <a:r>
              <a:rPr lang="en-ID" err="1"/>
              <a:t>hal</a:t>
            </a:r>
            <a:r>
              <a:rPr lang="en-ID"/>
              <a:t>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DA78E-1B10-2681-582B-C6514A5B76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870" y="5113416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D9EE0-D72C-0C99-DF9E-D838329993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87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B4BB1F-18BA-0EEC-0D46-3A0153A259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27369" y="5739733"/>
            <a:ext cx="4340579" cy="638490"/>
          </a:xfrm>
        </p:spPr>
        <p:txBody>
          <a:bodyPr>
            <a:normAutofit fontScale="92500"/>
          </a:bodyPr>
          <a:lstStyle/>
          <a:p>
            <a:pPr marL="0" indent="0" algn="l">
              <a:lnSpc>
                <a:spcPct val="120000"/>
              </a:lnSpc>
            </a:pPr>
            <a:r>
              <a:rPr lang="en-ID"/>
              <a:t>SOP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berlaku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</a:t>
            </a:r>
            <a:r>
              <a:rPr lang="en-ID" err="1"/>
              <a:t>tertentu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0AEE4E-5196-2A40-10F0-2F6E4B84D1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7660" y="5135992"/>
            <a:ext cx="4613496" cy="824541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</a:pPr>
            <a:r>
              <a:rPr lang="en-ID"/>
              <a:t>SOP yang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berlaku</a:t>
            </a:r>
            <a:r>
              <a:rPr lang="en-ID"/>
              <a:t> </a:t>
            </a:r>
            <a:r>
              <a:rPr lang="en-ID" err="1"/>
              <a:t>bukan</a:t>
            </a:r>
            <a:r>
              <a:rPr lang="en-ID"/>
              <a:t> </a:t>
            </a:r>
            <a:r>
              <a:rPr lang="en-ID" err="1"/>
              <a:t>acuan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, </a:t>
            </a:r>
            <a:r>
              <a:rPr lang="en-ID" err="1"/>
              <a:t>sehingga</a:t>
            </a:r>
            <a:r>
              <a:rPr lang="en-ID"/>
              <a:t> </a:t>
            </a:r>
            <a:r>
              <a:rPr lang="en-ID" err="1"/>
              <a:t>berisiko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patuh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C14AE-FE1B-C140-E58F-5914BF8DB5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B504E5-84B3-16B3-36E4-A1BB8CED68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3948B06-C7FB-BAC4-7AA4-96AE574EE9D7}"/>
              </a:ext>
            </a:extLst>
          </p:cNvPr>
          <p:cNvSpPr txBox="1">
            <a:spLocks/>
          </p:cNvSpPr>
          <p:nvPr/>
        </p:nvSpPr>
        <p:spPr>
          <a:xfrm>
            <a:off x="164253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SOP lama </a:t>
            </a:r>
            <a:r>
              <a:rPr lang="en-ID" err="1"/>
              <a:t>biasanya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rumit</a:t>
            </a:r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B86D491-715E-CE5C-FAD3-5CDC2D6E19BA}"/>
              </a:ext>
            </a:extLst>
          </p:cNvPr>
          <p:cNvSpPr txBox="1">
            <a:spLocks/>
          </p:cNvSpPr>
          <p:nvPr/>
        </p:nvSpPr>
        <p:spPr>
          <a:xfrm>
            <a:off x="1642529" y="5739733"/>
            <a:ext cx="4599033" cy="638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/>
              <a:t>SOP lama </a:t>
            </a:r>
            <a:r>
              <a:rPr lang="en-ID" err="1"/>
              <a:t>boleh</a:t>
            </a:r>
            <a:r>
              <a:rPr lang="en-ID"/>
              <a:t> </a:t>
            </a:r>
            <a:r>
              <a:rPr lang="en-ID" err="1"/>
              <a:t>dipakai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akhir</a:t>
            </a:r>
            <a:r>
              <a:rPr lang="en-ID"/>
              <a:t> </a:t>
            </a:r>
            <a:r>
              <a:rPr lang="en-ID" err="1"/>
              <a:t>tahun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3600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27D2-B3BA-0E1C-B718-1A694C4A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B814C3C-66EC-7191-5155-BD2AB7E7A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ID"/>
              <a:t>Tim </a:t>
            </a:r>
            <a:r>
              <a:rPr lang="en-ID" err="1"/>
              <a:t>masih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SOP lama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menganggap</a:t>
            </a:r>
            <a:r>
              <a:rPr lang="en-ID"/>
              <a:t> </a:t>
            </a:r>
            <a:r>
              <a:rPr lang="en-ID" err="1"/>
              <a:t>prosesnya</a:t>
            </a:r>
            <a:r>
              <a:rPr lang="en-ID"/>
              <a:t> </a:t>
            </a:r>
            <a:r>
              <a:rPr lang="en-ID" err="1"/>
              <a:t>sama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SOP </a:t>
            </a:r>
            <a:r>
              <a:rPr lang="en-ID" err="1"/>
              <a:t>terbaru</a:t>
            </a:r>
            <a:r>
              <a:rPr lang="en-ID"/>
              <a:t>. </a:t>
            </a:r>
            <a:r>
              <a:rPr lang="en-ID" err="1"/>
              <a:t>Mengapa</a:t>
            </a:r>
            <a:r>
              <a:rPr lang="en-ID"/>
              <a:t> </a:t>
            </a:r>
            <a:r>
              <a:rPr lang="en-ID" err="1"/>
              <a:t>hal</a:t>
            </a:r>
            <a:r>
              <a:rPr lang="en-ID"/>
              <a:t>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C5CBE-6B6D-982E-87D8-8F84516BD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870" y="5113416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55E9D-E399-20A6-ECC9-E2CA061A2D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870" y="5739733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F584F8-69BE-B780-8310-3D326FCD41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27369" y="5739733"/>
            <a:ext cx="4340579" cy="638490"/>
          </a:xfrm>
        </p:spPr>
        <p:txBody>
          <a:bodyPr>
            <a:normAutofit fontScale="92500"/>
          </a:bodyPr>
          <a:lstStyle/>
          <a:p>
            <a:pPr marL="0" indent="0" algn="l">
              <a:lnSpc>
                <a:spcPct val="120000"/>
              </a:lnSpc>
            </a:pPr>
            <a:r>
              <a:rPr lang="en-ID"/>
              <a:t>SOP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berlaku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</a:t>
            </a:r>
            <a:r>
              <a:rPr lang="en-ID" err="1"/>
              <a:t>tertentu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7DF753-2D72-8F70-F1BE-2CF5C3C43B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7660" y="5135992"/>
            <a:ext cx="4613496" cy="824541"/>
          </a:xfrm>
        </p:spPr>
        <p:txBody>
          <a:bodyPr>
            <a:normAutofit/>
          </a:bodyPr>
          <a:lstStyle/>
          <a:p>
            <a:pPr marL="0" indent="0" algn="l">
              <a:lnSpc>
                <a:spcPct val="110000"/>
              </a:lnSpc>
            </a:pPr>
            <a:r>
              <a:rPr lang="en-ID"/>
              <a:t>SOP yang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berlaku</a:t>
            </a:r>
            <a:r>
              <a:rPr lang="en-ID"/>
              <a:t> </a:t>
            </a:r>
            <a:r>
              <a:rPr lang="en-ID" err="1"/>
              <a:t>bukan</a:t>
            </a:r>
            <a:r>
              <a:rPr lang="en-ID"/>
              <a:t> </a:t>
            </a:r>
            <a:r>
              <a:rPr lang="en-ID" err="1"/>
              <a:t>acuan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, </a:t>
            </a:r>
            <a:r>
              <a:rPr lang="en-ID" err="1"/>
              <a:t>sehingga</a:t>
            </a:r>
            <a:r>
              <a:rPr lang="en-ID"/>
              <a:t> </a:t>
            </a:r>
            <a:r>
              <a:rPr lang="en-ID" err="1"/>
              <a:t>berisiko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patuh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98618-76B6-1A29-F580-208D40C027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912B02-386C-B270-EADB-79759725E01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F6A92E7-C674-3563-836F-F48CF28EEDD4}"/>
              </a:ext>
            </a:extLst>
          </p:cNvPr>
          <p:cNvSpPr txBox="1">
            <a:spLocks/>
          </p:cNvSpPr>
          <p:nvPr/>
        </p:nvSpPr>
        <p:spPr>
          <a:xfrm>
            <a:off x="164253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SOP lama </a:t>
            </a:r>
            <a:r>
              <a:rPr lang="en-ID" err="1"/>
              <a:t>biasanya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rumit</a:t>
            </a:r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6E6C498-7160-3BF8-B318-7B318C584CBB}"/>
              </a:ext>
            </a:extLst>
          </p:cNvPr>
          <p:cNvSpPr txBox="1">
            <a:spLocks/>
          </p:cNvSpPr>
          <p:nvPr/>
        </p:nvSpPr>
        <p:spPr>
          <a:xfrm>
            <a:off x="1642529" y="5739733"/>
            <a:ext cx="4599033" cy="638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</a:pPr>
            <a:r>
              <a:rPr lang="en-ID"/>
              <a:t>SOP lama </a:t>
            </a:r>
            <a:r>
              <a:rPr lang="en-ID" err="1"/>
              <a:t>boleh</a:t>
            </a:r>
            <a:r>
              <a:rPr lang="en-ID"/>
              <a:t> </a:t>
            </a:r>
            <a:r>
              <a:rPr lang="en-ID" err="1"/>
              <a:t>dipakai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akhir</a:t>
            </a:r>
            <a:r>
              <a:rPr lang="en-ID"/>
              <a:t> </a:t>
            </a:r>
            <a:r>
              <a:rPr lang="en-ID" err="1"/>
              <a:t>tahun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790C18-CD2E-C5B1-3516-3FB11BBB2B7A}"/>
              </a:ext>
            </a:extLst>
          </p:cNvPr>
          <p:cNvSpPr/>
          <p:nvPr/>
        </p:nvSpPr>
        <p:spPr>
          <a:xfrm>
            <a:off x="6208889" y="5150995"/>
            <a:ext cx="4906837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72010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00DF-12A1-53FD-72CD-71F3AB87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44CB3E-1468-07FF-5E2D-1F4B4E6547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pegawai</a:t>
            </a:r>
            <a:r>
              <a:rPr lang="en-ID"/>
              <a:t> </a:t>
            </a:r>
            <a:r>
              <a:rPr lang="en-ID" err="1"/>
              <a:t>sengaja</a:t>
            </a:r>
            <a:r>
              <a:rPr lang="en-ID"/>
              <a:t> </a:t>
            </a:r>
            <a:r>
              <a:rPr lang="en-ID" err="1"/>
              <a:t>menyetujui</a:t>
            </a:r>
            <a:r>
              <a:rPr lang="en-ID"/>
              <a:t> </a:t>
            </a:r>
            <a:r>
              <a:rPr lang="en-ID" err="1"/>
              <a:t>pembayaran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vendor </a:t>
            </a:r>
            <a:r>
              <a:rPr lang="en-ID" err="1"/>
              <a:t>fiktif</a:t>
            </a:r>
            <a:r>
              <a:rPr lang="en-ID"/>
              <a:t> demi </a:t>
            </a:r>
            <a:r>
              <a:rPr lang="en-ID" err="1"/>
              <a:t>keuntungan</a:t>
            </a:r>
            <a:r>
              <a:rPr lang="en-ID"/>
              <a:t> </a:t>
            </a:r>
            <a:r>
              <a:rPr lang="en-ID" err="1"/>
              <a:t>pribadi</a:t>
            </a:r>
            <a:r>
              <a:rPr lang="en-ID"/>
              <a:t>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termasuk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082A1-4030-46FA-BC44-3B861E013E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94943" y="5165698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CAF06-299F-4E48-B026-40B07914F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4943" y="5769437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B6AC23-D9ED-962B-45A6-F0E78A3CF4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6603" y="5769437"/>
            <a:ext cx="3363617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Kesalahan</a:t>
            </a:r>
            <a:r>
              <a:rPr lang="en-ID"/>
              <a:t> </a:t>
            </a:r>
            <a:r>
              <a:rPr lang="en-ID" err="1"/>
              <a:t>sistem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FCD8F4-FB43-DCC7-CE89-C814002AE0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766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Fraud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9C323F-7597-4E1A-6B0B-8AA4A78E47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BB49B0-B5E7-86EC-2B71-CDD8A1D932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030193-F907-B152-A1BE-5FD472E5F4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0765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D2CF5CC-C068-B577-14CE-AF8974FAFEAD}"/>
              </a:ext>
            </a:extLst>
          </p:cNvPr>
          <p:cNvSpPr txBox="1">
            <a:spLocks/>
          </p:cNvSpPr>
          <p:nvPr/>
        </p:nvSpPr>
        <p:spPr>
          <a:xfrm>
            <a:off x="2506603" y="5135994"/>
            <a:ext cx="3363617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Kelalaian</a:t>
            </a:r>
            <a:r>
              <a:rPr lang="en-ID"/>
              <a:t> </a:t>
            </a:r>
            <a:r>
              <a:rPr lang="en-ID" err="1"/>
              <a:t>administrasi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3916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E74F-0463-0D06-52AB-CFD3A831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7F08EFB-27B4-1D37-5D2A-F5FBF9C97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pegawai</a:t>
            </a:r>
            <a:r>
              <a:rPr lang="en-ID"/>
              <a:t> </a:t>
            </a:r>
            <a:r>
              <a:rPr lang="en-ID" err="1"/>
              <a:t>sengaja</a:t>
            </a:r>
            <a:r>
              <a:rPr lang="en-ID"/>
              <a:t> </a:t>
            </a:r>
            <a:r>
              <a:rPr lang="en-ID" err="1"/>
              <a:t>menyetujui</a:t>
            </a:r>
            <a:r>
              <a:rPr lang="en-ID"/>
              <a:t> </a:t>
            </a:r>
            <a:r>
              <a:rPr lang="en-ID" err="1"/>
              <a:t>pembayaran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vendor </a:t>
            </a:r>
            <a:r>
              <a:rPr lang="en-ID" err="1"/>
              <a:t>fiktif</a:t>
            </a:r>
            <a:r>
              <a:rPr lang="en-ID"/>
              <a:t> demi </a:t>
            </a:r>
            <a:r>
              <a:rPr lang="en-ID" err="1"/>
              <a:t>keuntungan</a:t>
            </a:r>
            <a:r>
              <a:rPr lang="en-ID"/>
              <a:t> </a:t>
            </a:r>
            <a:r>
              <a:rPr lang="en-ID" err="1"/>
              <a:t>pribadi</a:t>
            </a:r>
            <a:r>
              <a:rPr lang="en-ID"/>
              <a:t>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termasuk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28286-6F26-E104-9295-32D1B5AAF5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94943" y="5165698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8505A-D084-CDEB-FA74-A244BA5D0B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4943" y="5769437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0AC62-8F6C-1E76-C550-17BFEACC0F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6603" y="5769437"/>
            <a:ext cx="3363617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Kesalahan</a:t>
            </a:r>
            <a:r>
              <a:rPr lang="en-ID"/>
              <a:t> </a:t>
            </a:r>
            <a:r>
              <a:rPr lang="en-ID" err="1"/>
              <a:t>sistem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75EE4-EBDB-E68D-86A0-750682FAF7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766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Fraud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BA3236-F667-AF48-F9E8-CA2546888F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65E5C-1844-A46C-F585-E345B88418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3FFBA6-99FF-92C0-41E8-5E99168464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0765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2A0EF64-A8F2-4CB9-945F-4A3AC7F6418F}"/>
              </a:ext>
            </a:extLst>
          </p:cNvPr>
          <p:cNvSpPr txBox="1">
            <a:spLocks/>
          </p:cNvSpPr>
          <p:nvPr/>
        </p:nvSpPr>
        <p:spPr>
          <a:xfrm>
            <a:off x="2506603" y="5135994"/>
            <a:ext cx="3363617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Kelalaian</a:t>
            </a:r>
            <a:r>
              <a:rPr lang="en-ID"/>
              <a:t> </a:t>
            </a:r>
            <a:r>
              <a:rPr lang="en-ID" err="1"/>
              <a:t>administrasi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7D41A5-2BDF-C8D9-78AC-0A880EE988E5}"/>
              </a:ext>
            </a:extLst>
          </p:cNvPr>
          <p:cNvSpPr/>
          <p:nvPr/>
        </p:nvSpPr>
        <p:spPr>
          <a:xfrm>
            <a:off x="6096000" y="509573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567431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CBBE5-73F7-AEC2-AB20-DAAEE93E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5C19DD1-29D6-8C21-BB8E-EF3A4B3FD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Tim </a:t>
            </a:r>
            <a:r>
              <a:rPr lang="en-ID" err="1"/>
              <a:t>membagi</a:t>
            </a:r>
            <a:r>
              <a:rPr lang="en-ID"/>
              <a:t>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pembelian</a:t>
            </a:r>
            <a:r>
              <a:rPr lang="en-ID"/>
              <a:t> </a:t>
            </a:r>
            <a:r>
              <a:rPr lang="en-ID" err="1"/>
              <a:t>besar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beberapa</a:t>
            </a:r>
            <a:r>
              <a:rPr lang="en-ID"/>
              <a:t> </a:t>
            </a:r>
            <a:r>
              <a:rPr lang="en-ID" err="1"/>
              <a:t>pembelian</a:t>
            </a:r>
            <a:r>
              <a:rPr lang="en-ID"/>
              <a:t> </a:t>
            </a:r>
            <a:r>
              <a:rPr lang="en-ID" err="1"/>
              <a:t>kecil</a:t>
            </a:r>
            <a:r>
              <a:rPr lang="en-ID"/>
              <a:t> agar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persetujuan</a:t>
            </a:r>
            <a:r>
              <a:rPr lang="en-ID"/>
              <a:t> level yang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tinggi</a:t>
            </a:r>
            <a:r>
              <a:rPr lang="en-ID"/>
              <a:t>. Pola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menunjukkan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3E5C5-4C0A-F490-14D8-7F2FF530C2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69540" y="5113416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B6081-9D22-80DA-81F2-E520B6617D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9540" y="5830045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67757F-F451-46B5-B527-7B14AE5D25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830045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Strategi </a:t>
            </a:r>
            <a:r>
              <a:rPr lang="en-ID" err="1"/>
              <a:t>mendapat</a:t>
            </a:r>
            <a:r>
              <a:rPr lang="en-ID"/>
              <a:t> </a:t>
            </a:r>
            <a:r>
              <a:rPr lang="en-ID" err="1"/>
              <a:t>harga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murah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5EBEF-7ADD-F301-689A-FC6DB7FB11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083712"/>
            <a:ext cx="4219140" cy="801963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/>
              <a:t>Upaya </a:t>
            </a:r>
            <a:r>
              <a:rPr lang="en-ID" err="1"/>
              <a:t>menghindari</a:t>
            </a:r>
            <a:r>
              <a:rPr lang="en-ID"/>
              <a:t> </a:t>
            </a:r>
            <a:r>
              <a:rPr lang="en-ID" err="1"/>
              <a:t>kontrol</a:t>
            </a:r>
            <a:r>
              <a:rPr lang="en-ID"/>
              <a:t> dan </a:t>
            </a:r>
            <a:r>
              <a:rPr lang="en-ID" err="1"/>
              <a:t>otorisasi</a:t>
            </a:r>
            <a:r>
              <a:rPr lang="en-ID"/>
              <a:t>, yang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fraud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843674-7446-096E-598A-6D6730E18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21780" y="5113416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1633F1-D223-1FD0-2CD2-9C97940E79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1780" y="5830045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6F22E4-86D9-D642-B43E-18926FA1C4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830045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Penyesuaian</a:t>
            </a:r>
            <a:r>
              <a:rPr lang="en-ID"/>
              <a:t> </a:t>
            </a:r>
            <a:r>
              <a:rPr lang="en-ID" err="1"/>
              <a:t>anggaran</a:t>
            </a:r>
            <a:r>
              <a:rPr lang="en-ID"/>
              <a:t> yang </a:t>
            </a:r>
            <a:r>
              <a:rPr lang="en-ID" err="1"/>
              <a:t>wajar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F6CFF63-5387-E0AD-F65B-5FD3FC004E4B}"/>
              </a:ext>
            </a:extLst>
          </p:cNvPr>
          <p:cNvSpPr txBox="1">
            <a:spLocks/>
          </p:cNvSpPr>
          <p:nvPr/>
        </p:nvSpPr>
        <p:spPr>
          <a:xfrm>
            <a:off x="1981200" y="5083712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Efisiensi</a:t>
            </a:r>
            <a:r>
              <a:rPr lang="en-ID"/>
              <a:t> proses </a:t>
            </a:r>
            <a:r>
              <a:rPr lang="en-ID" err="1"/>
              <a:t>pembelian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7119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919F0-A94C-E9D1-FEFB-5A362F6E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BF54C1E-8335-60F8-5B97-5B1B3FDEA2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D"/>
              <a:t>Tim </a:t>
            </a:r>
            <a:r>
              <a:rPr lang="en-ID" err="1"/>
              <a:t>membagi</a:t>
            </a:r>
            <a:r>
              <a:rPr lang="en-ID"/>
              <a:t>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pembelian</a:t>
            </a:r>
            <a:r>
              <a:rPr lang="en-ID"/>
              <a:t> </a:t>
            </a:r>
            <a:r>
              <a:rPr lang="en-ID" err="1"/>
              <a:t>besar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beberapa</a:t>
            </a:r>
            <a:r>
              <a:rPr lang="en-ID"/>
              <a:t> </a:t>
            </a:r>
            <a:r>
              <a:rPr lang="en-ID" err="1"/>
              <a:t>pembelian</a:t>
            </a:r>
            <a:r>
              <a:rPr lang="en-ID"/>
              <a:t> </a:t>
            </a:r>
            <a:r>
              <a:rPr lang="en-ID" err="1"/>
              <a:t>kecil</a:t>
            </a:r>
            <a:r>
              <a:rPr lang="en-ID"/>
              <a:t> agar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persetujuan</a:t>
            </a:r>
            <a:r>
              <a:rPr lang="en-ID"/>
              <a:t> level yang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tinggi</a:t>
            </a:r>
            <a:r>
              <a:rPr lang="en-ID"/>
              <a:t>. Pola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menunjukkan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E067A-5F23-F971-1841-AF4F2AC071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69540" y="5113416"/>
            <a:ext cx="602625" cy="523220"/>
          </a:xfrm>
        </p:spPr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290A2-5528-FBAC-6EAE-47106962B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69540" y="5830045"/>
            <a:ext cx="602625" cy="523220"/>
          </a:xfrm>
        </p:spPr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215681-5F8B-5CBE-AA4F-49FAC03EAD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830045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Strategi </a:t>
            </a:r>
            <a:r>
              <a:rPr lang="en-ID" err="1"/>
              <a:t>mendapat</a:t>
            </a:r>
            <a:r>
              <a:rPr lang="en-ID"/>
              <a:t> </a:t>
            </a:r>
            <a:r>
              <a:rPr lang="en-ID" err="1"/>
              <a:t>harga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murah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991AAC-D7E5-8DAC-6512-CF2B7D733C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083712"/>
            <a:ext cx="4219140" cy="801963"/>
          </a:xfrm>
        </p:spPr>
        <p:txBody>
          <a:bodyPr>
            <a:normAutofit/>
          </a:bodyPr>
          <a:lstStyle/>
          <a:p>
            <a:pPr marL="0" indent="0" algn="l">
              <a:lnSpc>
                <a:spcPct val="120000"/>
              </a:lnSpc>
            </a:pPr>
            <a:r>
              <a:rPr lang="en-ID"/>
              <a:t>Upaya </a:t>
            </a:r>
            <a:r>
              <a:rPr lang="en-ID" err="1"/>
              <a:t>menghindari</a:t>
            </a:r>
            <a:r>
              <a:rPr lang="en-ID"/>
              <a:t> </a:t>
            </a:r>
            <a:r>
              <a:rPr lang="en-ID" err="1"/>
              <a:t>kontrol</a:t>
            </a:r>
            <a:r>
              <a:rPr lang="en-ID"/>
              <a:t> dan </a:t>
            </a:r>
            <a:r>
              <a:rPr lang="en-ID" err="1"/>
              <a:t>otorisasi</a:t>
            </a:r>
            <a:r>
              <a:rPr lang="en-ID"/>
              <a:t>, yang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fraud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892FC-F986-9BA7-D608-3F4E0001A5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21780" y="5113416"/>
            <a:ext cx="602625" cy="523220"/>
          </a:xfrm>
        </p:spPr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0C9955-D6C9-C907-A923-C20C755D35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1780" y="5830045"/>
            <a:ext cx="602625" cy="523220"/>
          </a:xfrm>
        </p:spPr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9728AB-2060-8347-14A0-95E9F9EFFA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830045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Penyesuaian</a:t>
            </a:r>
            <a:r>
              <a:rPr lang="en-ID"/>
              <a:t> </a:t>
            </a:r>
            <a:r>
              <a:rPr lang="en-ID" err="1"/>
              <a:t>anggaran</a:t>
            </a:r>
            <a:r>
              <a:rPr lang="en-ID"/>
              <a:t> yang </a:t>
            </a:r>
            <a:r>
              <a:rPr lang="en-ID" err="1"/>
              <a:t>wajar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9318598-A80F-8ADE-1BB8-F8AE38EE5F9C}"/>
              </a:ext>
            </a:extLst>
          </p:cNvPr>
          <p:cNvSpPr txBox="1">
            <a:spLocks/>
          </p:cNvSpPr>
          <p:nvPr/>
        </p:nvSpPr>
        <p:spPr>
          <a:xfrm>
            <a:off x="1981200" y="5083712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Efisiensi</a:t>
            </a:r>
            <a:r>
              <a:rPr lang="en-ID"/>
              <a:t> proses </a:t>
            </a:r>
            <a:r>
              <a:rPr lang="en-ID" err="1"/>
              <a:t>pembelian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400516-74B3-451A-EC13-B5C33D635B10}"/>
              </a:ext>
            </a:extLst>
          </p:cNvPr>
          <p:cNvSpPr/>
          <p:nvPr/>
        </p:nvSpPr>
        <p:spPr>
          <a:xfrm>
            <a:off x="6096000" y="5166298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75101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1C6E-160D-1ED8-04C6-B6ABD084F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0738F0F-34D0-A914-32B1-205B413A93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/>
              <a:t>Tim </a:t>
            </a:r>
            <a:r>
              <a:rPr lang="en-ID" err="1"/>
              <a:t>mempercepat</a:t>
            </a:r>
            <a:r>
              <a:rPr lang="en-ID"/>
              <a:t> </a:t>
            </a:r>
            <a:r>
              <a:rPr lang="en-ID" err="1"/>
              <a:t>pengesahan</a:t>
            </a:r>
            <a:r>
              <a:rPr lang="en-ID"/>
              <a:t>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deadline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dekat</a:t>
            </a:r>
            <a:r>
              <a:rPr lang="en-ID"/>
              <a:t> dan </a:t>
            </a:r>
            <a:r>
              <a:rPr lang="en-ID" err="1"/>
              <a:t>tetap</a:t>
            </a:r>
            <a:r>
              <a:rPr lang="en-ID"/>
              <a:t> </a:t>
            </a:r>
            <a:r>
              <a:rPr lang="en-ID" err="1"/>
              <a:t>meneruskannya</a:t>
            </a:r>
            <a:r>
              <a:rPr lang="en-ID"/>
              <a:t> </a:t>
            </a:r>
            <a:r>
              <a:rPr lang="en-ID" err="1"/>
              <a:t>meski</a:t>
            </a:r>
            <a:r>
              <a:rPr lang="en-ID"/>
              <a:t> approval </a:t>
            </a:r>
            <a:r>
              <a:rPr lang="en-ID" err="1"/>
              <a:t>pihak</a:t>
            </a:r>
            <a:r>
              <a:rPr lang="en-ID"/>
              <a:t> </a:t>
            </a:r>
            <a:r>
              <a:rPr lang="en-ID" err="1"/>
              <a:t>berwenang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lengkap</a:t>
            </a:r>
            <a:r>
              <a:rPr lang="en-ID"/>
              <a:t>. Risiko </a:t>
            </a:r>
            <a:r>
              <a:rPr lang="en-ID" err="1"/>
              <a:t>utamanya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D171D-A610-AE03-A82B-577A0217D2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54CC1-93C8-2C24-FDA1-A42865CBBC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47E34D-83E0-592D-9337-E7A53BB156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Rapat</a:t>
            </a:r>
            <a:r>
              <a:rPr lang="en-ID"/>
              <a:t> </a:t>
            </a:r>
            <a:r>
              <a:rPr lang="en-ID" err="1"/>
              <a:t>berikutnya</a:t>
            </a:r>
            <a:r>
              <a:rPr lang="en-ID"/>
              <a:t> </a:t>
            </a:r>
            <a:r>
              <a:rPr lang="en-ID" err="1"/>
              <a:t>berlangsung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lama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30777-BC8B-A7E4-BDC2-7218B0E69B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Biaya</a:t>
            </a:r>
            <a:r>
              <a:rPr lang="en-ID"/>
              <a:t> </a:t>
            </a:r>
            <a:r>
              <a:rPr lang="en-ID" err="1"/>
              <a:t>cetak</a:t>
            </a:r>
            <a:r>
              <a:rPr lang="en-ID"/>
              <a:t>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meningkat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0D3290-0D83-9DD6-6FEC-21CDED072F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30ECE2-472D-28FE-02FC-7F3765B81D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4B23AE-5F2B-550F-584F-25D423743B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 fontScale="77500" lnSpcReduction="20000"/>
          </a:bodyPr>
          <a:lstStyle/>
          <a:p>
            <a:pPr marL="0" indent="0" algn="l"/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diproses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otorisasi</a:t>
            </a:r>
            <a:r>
              <a:rPr lang="en-ID"/>
              <a:t> yang </a:t>
            </a:r>
            <a:r>
              <a:rPr lang="en-ID" err="1"/>
              <a:t>sah</a:t>
            </a:r>
            <a:r>
              <a:rPr lang="en-ID"/>
              <a:t> dan </a:t>
            </a:r>
            <a:r>
              <a:rPr lang="en-ID" err="1"/>
              <a:t>berpotensi</a:t>
            </a:r>
            <a:r>
              <a:rPr lang="en-ID"/>
              <a:t> </a:t>
            </a:r>
            <a:r>
              <a:rPr lang="en-ID" err="1"/>
              <a:t>menimbulkan</a:t>
            </a:r>
            <a:r>
              <a:rPr lang="en-ID"/>
              <a:t> </a:t>
            </a:r>
            <a:r>
              <a:rPr lang="en-ID" err="1"/>
              <a:t>keputusan</a:t>
            </a:r>
            <a:r>
              <a:rPr lang="en-ID"/>
              <a:t> yang </a:t>
            </a:r>
            <a:r>
              <a:rPr lang="en-ID" err="1"/>
              <a:t>tidak</a:t>
            </a:r>
            <a:r>
              <a:rPr lang="en-ID"/>
              <a:t> valid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C844F75-B38D-1EE0-0AE6-60769884DCCC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rapi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4177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2829-848E-FC8B-3FD3-B3488EFE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1DAC57E-BA48-2A64-04EF-B1EF1DDCAF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/>
              <a:t>Tim </a:t>
            </a:r>
            <a:r>
              <a:rPr lang="en-ID" err="1"/>
              <a:t>mempercepat</a:t>
            </a:r>
            <a:r>
              <a:rPr lang="en-ID"/>
              <a:t> </a:t>
            </a:r>
            <a:r>
              <a:rPr lang="en-ID" err="1"/>
              <a:t>pengesahan</a:t>
            </a:r>
            <a:r>
              <a:rPr lang="en-ID"/>
              <a:t>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deadline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dekat</a:t>
            </a:r>
            <a:r>
              <a:rPr lang="en-ID"/>
              <a:t> dan </a:t>
            </a:r>
            <a:r>
              <a:rPr lang="en-ID" err="1"/>
              <a:t>tetap</a:t>
            </a:r>
            <a:r>
              <a:rPr lang="en-ID"/>
              <a:t> </a:t>
            </a:r>
            <a:r>
              <a:rPr lang="en-ID" err="1"/>
              <a:t>meneruskannya</a:t>
            </a:r>
            <a:r>
              <a:rPr lang="en-ID"/>
              <a:t> </a:t>
            </a:r>
            <a:r>
              <a:rPr lang="en-ID" err="1"/>
              <a:t>meski</a:t>
            </a:r>
            <a:r>
              <a:rPr lang="en-ID"/>
              <a:t> approval </a:t>
            </a:r>
            <a:r>
              <a:rPr lang="en-ID" err="1"/>
              <a:t>pihak</a:t>
            </a:r>
            <a:r>
              <a:rPr lang="en-ID"/>
              <a:t> </a:t>
            </a:r>
            <a:r>
              <a:rPr lang="en-ID" err="1"/>
              <a:t>berwenang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lengkap</a:t>
            </a:r>
            <a:r>
              <a:rPr lang="en-ID"/>
              <a:t>. Risiko </a:t>
            </a:r>
            <a:r>
              <a:rPr lang="en-ID" err="1"/>
              <a:t>utamanya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1535E-DAFB-5915-5527-ED1325A250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E3F83-08DE-6E98-A48F-23AA489BE0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43282C-3871-A5CC-DE5F-1F7973EB37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Rapat</a:t>
            </a:r>
            <a:r>
              <a:rPr lang="en-ID"/>
              <a:t> </a:t>
            </a:r>
            <a:r>
              <a:rPr lang="en-ID" err="1"/>
              <a:t>berikutnya</a:t>
            </a:r>
            <a:r>
              <a:rPr lang="en-ID"/>
              <a:t> </a:t>
            </a:r>
            <a:r>
              <a:rPr lang="en-ID" err="1"/>
              <a:t>berlangsung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lama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1F621E-B0E5-184C-1D0C-8CA3F7A739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Biaya</a:t>
            </a:r>
            <a:r>
              <a:rPr lang="en-ID"/>
              <a:t> </a:t>
            </a:r>
            <a:r>
              <a:rPr lang="en-ID" err="1"/>
              <a:t>cetak</a:t>
            </a:r>
            <a:r>
              <a:rPr lang="en-ID"/>
              <a:t>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meningkat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16F51D-9E92-7C43-41CB-77A17BB092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BE70B1-B2BA-D74B-5CC7-6C07EAA52A9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A68FEEE-AAE1-1EB2-BA5F-FC3E7EBA65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 fontScale="77500" lnSpcReduction="20000"/>
          </a:bodyPr>
          <a:lstStyle/>
          <a:p>
            <a:pPr marL="0" indent="0" algn="l"/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diproses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otorisasi</a:t>
            </a:r>
            <a:r>
              <a:rPr lang="en-ID"/>
              <a:t> yang </a:t>
            </a:r>
            <a:r>
              <a:rPr lang="en-ID" err="1"/>
              <a:t>sah</a:t>
            </a:r>
            <a:r>
              <a:rPr lang="en-ID"/>
              <a:t> dan </a:t>
            </a:r>
            <a:r>
              <a:rPr lang="en-ID" err="1"/>
              <a:t>berpotensi</a:t>
            </a:r>
            <a:r>
              <a:rPr lang="en-ID"/>
              <a:t> </a:t>
            </a:r>
            <a:r>
              <a:rPr lang="en-ID" err="1"/>
              <a:t>menimbulkan</a:t>
            </a:r>
            <a:r>
              <a:rPr lang="en-ID"/>
              <a:t> </a:t>
            </a:r>
            <a:r>
              <a:rPr lang="en-ID" err="1"/>
              <a:t>keputusan</a:t>
            </a:r>
            <a:r>
              <a:rPr lang="en-ID"/>
              <a:t> yang </a:t>
            </a:r>
            <a:r>
              <a:rPr lang="en-ID" err="1"/>
              <a:t>tidak</a:t>
            </a:r>
            <a:r>
              <a:rPr lang="en-ID"/>
              <a:t> valid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4BC3ABA-D244-E5DC-DA0B-94FD71D38EDA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rapi</a:t>
            </a:r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CA95E8-1178-FEE1-0221-89E1CCC41AF7}"/>
              </a:ext>
            </a:extLst>
          </p:cNvPr>
          <p:cNvSpPr/>
          <p:nvPr/>
        </p:nvSpPr>
        <p:spPr>
          <a:xfrm>
            <a:off x="6082256" y="5629510"/>
            <a:ext cx="5111472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09650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5130-BD5F-FDE2-9949-31523AC3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F2719A8-690C-0C7A-7F97-FC78B525B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Planet yang </a:t>
            </a:r>
            <a:r>
              <a:rPr lang="en-ID" err="1"/>
              <a:t>jaraknya</a:t>
            </a:r>
            <a:r>
              <a:rPr lang="en-ID"/>
              <a:t> paling </a:t>
            </a:r>
            <a:r>
              <a:rPr lang="en-ID" err="1"/>
              <a:t>dekat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Matahari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A7C30-6734-FCAE-4B01-32BF2EC25D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A0741-9BD1-C793-7E2B-ED22536741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FA57C3-4E8B-289C-34B3-2F4A3791A1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Merkurius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C23255-84DE-A481-51A1-DD2367763A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Mars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08CECD-2F93-C951-596A-FAB4BC3E42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E3EBD8-679D-38DB-7BA4-AC580B7105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04E8DF7-EFE2-5B35-C6D7-32FA878477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Bumi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9DFB907-BDFA-F61D-1994-7C5785033568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Venus</a:t>
            </a:r>
          </a:p>
        </p:txBody>
      </p:sp>
    </p:spTree>
    <p:extLst>
      <p:ext uri="{BB962C8B-B14F-4D97-AF65-F5344CB8AC3E}">
        <p14:creationId xmlns:p14="http://schemas.microsoft.com/office/powerpoint/2010/main" val="853209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990A6-827C-BDF2-AD7F-96C8A5DC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F6557F8-E459-02BA-A6CE-7C5F7C4D6E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Planet yang </a:t>
            </a:r>
            <a:r>
              <a:rPr lang="en-ID" err="1"/>
              <a:t>jaraknya</a:t>
            </a:r>
            <a:r>
              <a:rPr lang="en-ID"/>
              <a:t> paling </a:t>
            </a:r>
            <a:r>
              <a:rPr lang="en-ID" err="1"/>
              <a:t>dekat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Matahari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884D5-2265-D4C1-EF6E-2D165EB182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DEE8C-3E3D-4A60-09A5-97BE77235B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26BBA6-A035-6F39-CA97-04118F163B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Merkurius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2BB709-B7DF-E649-9E3A-110D5175C3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Mars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71F7D8-D11A-0FAD-E594-DA034F6BFA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FB2227-C71D-685F-D905-E348CF61C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CA30E4-719D-8D6D-509F-3F5028F176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Bumi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EC4AF56-BC9D-FB76-259B-76A4A9AA9852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Venus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6EA72-62C7-8A57-67C6-ABC577905C66}"/>
              </a:ext>
            </a:extLst>
          </p:cNvPr>
          <p:cNvSpPr/>
          <p:nvPr/>
        </p:nvSpPr>
        <p:spPr>
          <a:xfrm>
            <a:off x="1176353" y="5629510"/>
            <a:ext cx="2421089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088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998C-6B7C-0E15-0B03-8536D92E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B5A5E69-410C-810A-8B88-20F28A7AF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Teka-</a:t>
            </a:r>
            <a:r>
              <a:rPr lang="en-ID" err="1"/>
              <a:t>teki</a:t>
            </a:r>
            <a:r>
              <a:rPr lang="en-ID"/>
              <a:t>: </a:t>
            </a:r>
            <a:r>
              <a:rPr lang="en-ID" err="1"/>
              <a:t>apa</a:t>
            </a:r>
            <a:r>
              <a:rPr lang="en-ID"/>
              <a:t> yang </a:t>
            </a:r>
            <a:r>
              <a:rPr lang="en-ID" err="1"/>
              <a:t>makin</a:t>
            </a:r>
            <a:r>
              <a:rPr lang="en-ID"/>
              <a:t> </a:t>
            </a:r>
            <a:r>
              <a:rPr lang="en-ID" err="1"/>
              <a:t>banyak</a:t>
            </a:r>
            <a:r>
              <a:rPr lang="en-ID"/>
              <a:t> </a:t>
            </a:r>
            <a:r>
              <a:rPr lang="en-ID" err="1"/>
              <a:t>diambil</a:t>
            </a:r>
            <a:r>
              <a:rPr lang="en-ID"/>
              <a:t>, </a:t>
            </a:r>
            <a:r>
              <a:rPr lang="en-ID" err="1"/>
              <a:t>justru</a:t>
            </a:r>
            <a:r>
              <a:rPr lang="en-ID"/>
              <a:t> </a:t>
            </a:r>
            <a:r>
              <a:rPr lang="en-ID" err="1"/>
              <a:t>makin</a:t>
            </a:r>
            <a:r>
              <a:rPr lang="en-ID"/>
              <a:t> </a:t>
            </a:r>
            <a:r>
              <a:rPr lang="en-ID" err="1"/>
              <a:t>besar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49713-1C5E-7BE6-9217-F0AFFBA52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C06E2-F5BD-5868-C026-DC747B7B90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5DD8FB-5A17-EE2E-F20F-7DF2CF363A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Bayangan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22FAB7-D9B1-7EF9-B2C6-0BEA2EF204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Mars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FAE218-B391-1AFB-4697-2C8BDDED3A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1BAA535-9B73-F097-992C-0F8184AC4A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3522D-8FAF-7363-AAFD-FA0EE25309A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Lubang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0B641FA-0861-F172-E8C7-1AFBCB484ADE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Utang</a:t>
            </a:r>
          </a:p>
        </p:txBody>
      </p:sp>
    </p:spTree>
    <p:extLst>
      <p:ext uri="{BB962C8B-B14F-4D97-AF65-F5344CB8AC3E}">
        <p14:creationId xmlns:p14="http://schemas.microsoft.com/office/powerpoint/2010/main" val="3583945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1E26-40F5-297B-EA45-31178F19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85FADA1-099F-E782-8AFA-8E5A6240D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Teka-</a:t>
            </a:r>
            <a:r>
              <a:rPr lang="en-ID" err="1"/>
              <a:t>teki</a:t>
            </a:r>
            <a:r>
              <a:rPr lang="en-ID"/>
              <a:t>: </a:t>
            </a:r>
            <a:r>
              <a:rPr lang="en-ID" err="1"/>
              <a:t>apa</a:t>
            </a:r>
            <a:r>
              <a:rPr lang="en-ID"/>
              <a:t> yang </a:t>
            </a:r>
            <a:r>
              <a:rPr lang="en-ID" err="1"/>
              <a:t>makin</a:t>
            </a:r>
            <a:r>
              <a:rPr lang="en-ID"/>
              <a:t> </a:t>
            </a:r>
            <a:r>
              <a:rPr lang="en-ID" err="1"/>
              <a:t>banyak</a:t>
            </a:r>
            <a:r>
              <a:rPr lang="en-ID"/>
              <a:t> </a:t>
            </a:r>
            <a:r>
              <a:rPr lang="en-ID" err="1"/>
              <a:t>diambil</a:t>
            </a:r>
            <a:r>
              <a:rPr lang="en-ID"/>
              <a:t>, </a:t>
            </a:r>
            <a:r>
              <a:rPr lang="en-ID" err="1"/>
              <a:t>justru</a:t>
            </a:r>
            <a:r>
              <a:rPr lang="en-ID"/>
              <a:t> </a:t>
            </a:r>
            <a:r>
              <a:rPr lang="en-ID" err="1"/>
              <a:t>makin</a:t>
            </a:r>
            <a:r>
              <a:rPr lang="en-ID"/>
              <a:t> </a:t>
            </a:r>
            <a:r>
              <a:rPr lang="en-ID" err="1"/>
              <a:t>besar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CD6CC-D276-2101-CB06-9721775AF5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6DFA9-0B2F-F721-C4FB-82A8F910FF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F49D5C-C627-6C7C-C893-7E2C008DAB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Bayangan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3A5405-BB3C-4825-868F-B1D9B7C93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Mars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66F01E-5B39-673F-3481-2262A9B496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07E09B-0EB4-CCD1-AFFE-F2A2F01CE3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D62C9E8-0B83-CC19-FD58-0D6A946AF4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Lubang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D9ED675-4CCE-7592-C516-A175546A1CB5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Utang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7F2D85-82E0-8A65-F141-6AE79A041511}"/>
              </a:ext>
            </a:extLst>
          </p:cNvPr>
          <p:cNvSpPr/>
          <p:nvPr/>
        </p:nvSpPr>
        <p:spPr>
          <a:xfrm>
            <a:off x="6082256" y="5629510"/>
            <a:ext cx="5111472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8561492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592A-65B4-575C-CACB-A19738B6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8F73D4B-E2E7-F0D1-607C-6678D4A0E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prioritas</a:t>
            </a:r>
            <a:r>
              <a:rPr lang="en-ID"/>
              <a:t> </a:t>
            </a:r>
            <a:r>
              <a:rPr lang="en-ID" err="1"/>
              <a:t>memberi</a:t>
            </a:r>
            <a:r>
              <a:rPr lang="en-ID"/>
              <a:t> </a:t>
            </a:r>
            <a:r>
              <a:rPr lang="en-ID" err="1"/>
              <a:t>amplop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proses </a:t>
            </a:r>
            <a:r>
              <a:rPr lang="en-ID" err="1"/>
              <a:t>layanan</a:t>
            </a:r>
            <a:r>
              <a:rPr lang="en-ID"/>
              <a:t> </a:t>
            </a:r>
            <a:r>
              <a:rPr lang="en-ID" err="1"/>
              <a:t>selesai</a:t>
            </a:r>
            <a:r>
              <a:rPr lang="en-ID"/>
              <a:t> dan </a:t>
            </a:r>
            <a:r>
              <a:rPr lang="en-ID" err="1"/>
              <a:t>berkata</a:t>
            </a:r>
            <a:r>
              <a:rPr lang="en-ID"/>
              <a:t>, “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sekadar</a:t>
            </a:r>
            <a:r>
              <a:rPr lang="en-ID"/>
              <a:t> </a:t>
            </a:r>
            <a:r>
              <a:rPr lang="en-ID" err="1"/>
              <a:t>tanda</a:t>
            </a:r>
            <a:r>
              <a:rPr lang="en-ID"/>
              <a:t> </a:t>
            </a:r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kasih</a:t>
            </a:r>
            <a:r>
              <a:rPr lang="en-ID"/>
              <a:t>.” </a:t>
            </a:r>
            <a:r>
              <a:rPr lang="en-ID" err="1"/>
              <a:t>Respon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330D9-222F-8F12-E2E3-7ECF686779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20D43-121B-4F7B-373E-114E88EDB1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5A89EC-3496-E9CB-5C5E-442741978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nominalnya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material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E854B-EFB5-BF01-55E3-27B9F15248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/>
              <a:t>Tolak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sopan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merupakan</a:t>
            </a:r>
            <a:r>
              <a:rPr lang="en-ID"/>
              <a:t> </a:t>
            </a:r>
            <a:r>
              <a:rPr lang="en-ID" err="1"/>
              <a:t>gratifikasi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2645C7-0204-F207-E0A6-954223E93E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167877-AEB7-6ADA-033C-0F15E9A78E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214D58-D09D-4ABE-4B5A-AB431799C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lalu</a:t>
            </a:r>
            <a:r>
              <a:rPr lang="en-ID"/>
              <a:t> </a:t>
            </a:r>
            <a:r>
              <a:rPr lang="en-ID" err="1"/>
              <a:t>bagikan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tim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643F2E2-333F-D326-2885-CB00409A1B81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proses </a:t>
            </a:r>
            <a:r>
              <a:rPr lang="en-ID" err="1"/>
              <a:t>layanan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selesai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0200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2DDD-807A-FC28-57B4-641DCAEC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F054DA4-4CF5-009A-AAD2-4111F29A95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prioritas</a:t>
            </a:r>
            <a:r>
              <a:rPr lang="en-ID"/>
              <a:t> </a:t>
            </a:r>
            <a:r>
              <a:rPr lang="en-ID" err="1"/>
              <a:t>memberi</a:t>
            </a:r>
            <a:r>
              <a:rPr lang="en-ID"/>
              <a:t> </a:t>
            </a:r>
            <a:r>
              <a:rPr lang="en-ID" err="1"/>
              <a:t>amplop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proses </a:t>
            </a:r>
            <a:r>
              <a:rPr lang="en-ID" err="1"/>
              <a:t>layanan</a:t>
            </a:r>
            <a:r>
              <a:rPr lang="en-ID"/>
              <a:t> </a:t>
            </a:r>
            <a:r>
              <a:rPr lang="en-ID" err="1"/>
              <a:t>selesai</a:t>
            </a:r>
            <a:r>
              <a:rPr lang="en-ID"/>
              <a:t> dan </a:t>
            </a:r>
            <a:r>
              <a:rPr lang="en-ID" err="1"/>
              <a:t>berkata</a:t>
            </a:r>
            <a:r>
              <a:rPr lang="en-ID"/>
              <a:t>, “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sekadar</a:t>
            </a:r>
            <a:r>
              <a:rPr lang="en-ID"/>
              <a:t> </a:t>
            </a:r>
            <a:r>
              <a:rPr lang="en-ID" err="1"/>
              <a:t>tanda</a:t>
            </a:r>
            <a:r>
              <a:rPr lang="en-ID"/>
              <a:t> </a:t>
            </a:r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kasih</a:t>
            </a:r>
            <a:r>
              <a:rPr lang="en-ID"/>
              <a:t>.” </a:t>
            </a:r>
            <a:r>
              <a:rPr lang="en-ID" err="1"/>
              <a:t>Respon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74B12-778F-D219-58A3-6C0EF9507A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CF368-CEF7-6F38-E55A-DBC0B0E433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32160B-3291-CA59-6221-C935CB57ED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nominalnya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material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E5B084-4504-BD80-B850-75A7963A0E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/>
              <a:t>Tolak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sopan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merupakan</a:t>
            </a:r>
            <a:r>
              <a:rPr lang="en-ID"/>
              <a:t> </a:t>
            </a:r>
            <a:r>
              <a:rPr lang="en-ID" err="1"/>
              <a:t>gratifikasi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B88DAC-B59B-E7B3-7CF4-F498C11228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940B2F-7CAF-77CF-B15B-009C004D92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3D0EE2-14F4-DA19-59E9-C0C64D6F06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lalu</a:t>
            </a:r>
            <a:r>
              <a:rPr lang="en-ID"/>
              <a:t> </a:t>
            </a:r>
            <a:r>
              <a:rPr lang="en-ID" err="1"/>
              <a:t>bagikan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tim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DBF1B99-16D9-6EF6-0E23-10D3DDBDCC84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Terima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proses </a:t>
            </a:r>
            <a:r>
              <a:rPr lang="en-ID" err="1"/>
              <a:t>layanan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selesai</a:t>
            </a:r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C9AFE-E9B2-F0FA-5FC0-89DFAAC6A984}"/>
              </a:ext>
            </a:extLst>
          </p:cNvPr>
          <p:cNvSpPr/>
          <p:nvPr/>
        </p:nvSpPr>
        <p:spPr>
          <a:xfrm>
            <a:off x="6082256" y="5135994"/>
            <a:ext cx="5111472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2146425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FAF5-9267-C9BA-7CB1-B8A9EB93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DCA7780-C446-E328-4BC3-2589E68BF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/>
              <a:t>Jika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melihat</a:t>
            </a:r>
            <a:r>
              <a:rPr lang="en-ID"/>
              <a:t> </a:t>
            </a:r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tamu</a:t>
            </a:r>
            <a:r>
              <a:rPr lang="en-ID"/>
              <a:t> </a:t>
            </a:r>
            <a:r>
              <a:rPr lang="en-ID" err="1"/>
              <a:t>masuk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area </a:t>
            </a:r>
            <a:r>
              <a:rPr lang="en-ID" err="1"/>
              <a:t>backoffice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mengisi</a:t>
            </a:r>
            <a:r>
              <a:rPr lang="en-ID"/>
              <a:t> </a:t>
            </a:r>
            <a:r>
              <a:rPr lang="en-ID" err="1"/>
              <a:t>buku</a:t>
            </a:r>
            <a:r>
              <a:rPr lang="en-ID"/>
              <a:t> </a:t>
            </a:r>
            <a:r>
              <a:rPr lang="en-ID" err="1"/>
              <a:t>tamu</a:t>
            </a:r>
            <a:r>
              <a:rPr lang="en-ID"/>
              <a:t>/</a:t>
            </a:r>
            <a:r>
              <a:rPr lang="en-ID" err="1"/>
              <a:t>menggunakan</a:t>
            </a:r>
            <a:r>
              <a:rPr lang="en-ID"/>
              <a:t> id card </a:t>
            </a:r>
            <a:r>
              <a:rPr lang="en-ID" err="1"/>
              <a:t>resmi</a:t>
            </a:r>
            <a:r>
              <a:rPr lang="en-ID"/>
              <a:t>. Risiko </a:t>
            </a:r>
            <a:r>
              <a:rPr lang="en-ID" err="1"/>
              <a:t>apa</a:t>
            </a:r>
            <a:r>
              <a:rPr lang="en-ID"/>
              <a:t> yang paling </a:t>
            </a:r>
            <a:r>
              <a:rPr lang="en-ID" err="1"/>
              <a:t>mungkin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91EC4-2324-B9EF-4A77-2F159A57F8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F0B31-618B-5476-BC44-D1B6A08AEB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BC1CCD-74E4-36F9-F895-1A4129B164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Operasional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7F8E6B-346A-8BBE-C986-E0EB59F853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Kantor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7FA3EA-21CF-4C5E-E684-F64C5A457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F679CF-535B-0A63-E32E-A9F60793F1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0E5D592-4A08-884A-53DD-B1304B87BF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125C6C0-FF94-235D-77E7-C89084229154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Cyber - </a:t>
            </a:r>
            <a:r>
              <a:rPr lang="en-ID" err="1"/>
              <a:t>Keamanan</a:t>
            </a:r>
            <a:r>
              <a:rPr lang="en-ID"/>
              <a:t> </a:t>
            </a:r>
            <a:r>
              <a:rPr lang="en-ID" err="1"/>
              <a:t>Fisik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7567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0487-230B-ACD5-9AE7-292A5A42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F73F4C5-F293-A07C-65BE-C8DA4297A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/>
              <a:t>Ada </a:t>
            </a:r>
            <a:r>
              <a:rPr lang="en-ID" err="1"/>
              <a:t>selisih</a:t>
            </a:r>
            <a:r>
              <a:rPr lang="en-ID"/>
              <a:t> kas </a:t>
            </a:r>
            <a:r>
              <a:rPr lang="en-ID" err="1"/>
              <a:t>namun</a:t>
            </a:r>
            <a:r>
              <a:rPr lang="en-ID"/>
              <a:t> </a:t>
            </a:r>
            <a:r>
              <a:rPr lang="en-ID" err="1"/>
              <a:t>dibiarkan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dianggap</a:t>
            </a:r>
            <a:r>
              <a:rPr lang="en-ID"/>
              <a:t> </a:t>
            </a:r>
            <a:r>
              <a:rPr lang="en-ID" err="1"/>
              <a:t>nominalnya</a:t>
            </a:r>
            <a:r>
              <a:rPr lang="en-ID"/>
              <a:t> </a:t>
            </a:r>
            <a:r>
              <a:rPr lang="en-ID" err="1"/>
              <a:t>kecil</a:t>
            </a:r>
            <a:r>
              <a:rPr lang="en-ID"/>
              <a:t> dan </a:t>
            </a:r>
            <a:r>
              <a:rPr lang="en-ID" err="1"/>
              <a:t>tidak</a:t>
            </a:r>
            <a:r>
              <a:rPr lang="en-ID"/>
              <a:t> material, </a:t>
            </a:r>
            <a:r>
              <a:rPr lang="en-ID" err="1"/>
              <a:t>Siapa</a:t>
            </a:r>
            <a:r>
              <a:rPr lang="en-ID"/>
              <a:t> yang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sumber</a:t>
            </a:r>
            <a:r>
              <a:rPr lang="en-ID"/>
              <a:t> </a:t>
            </a:r>
            <a:r>
              <a:rPr lang="en-ID" err="1"/>
              <a:t>risikonya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DCAA0-75D8-C4C5-7634-0416713202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98020-9115-5865-3030-DC787B2F0F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F8189F-6194-3AC5-DE39-2C1D28E487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Petugas</a:t>
            </a:r>
            <a:r>
              <a:rPr lang="en-ID"/>
              <a:t> yang </a:t>
            </a:r>
            <a:r>
              <a:rPr lang="en-ID" err="1"/>
              <a:t>menangani</a:t>
            </a:r>
            <a:r>
              <a:rPr lang="en-ID"/>
              <a:t> kas dan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menindaklanjuti</a:t>
            </a:r>
            <a:r>
              <a:rPr lang="en-ID"/>
              <a:t> </a:t>
            </a:r>
            <a:r>
              <a:rPr lang="en-ID" err="1"/>
              <a:t>adanya</a:t>
            </a:r>
            <a:r>
              <a:rPr lang="en-ID"/>
              <a:t> </a:t>
            </a:r>
            <a:r>
              <a:rPr lang="en-ID" err="1"/>
              <a:t>selisih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35F7AF-6183-CD05-910B-4C54BDA588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Sistem</a:t>
            </a:r>
            <a:r>
              <a:rPr lang="en-ID"/>
              <a:t> </a:t>
            </a:r>
            <a:r>
              <a:rPr lang="en-ID" err="1"/>
              <a:t>antrean</a:t>
            </a:r>
            <a:r>
              <a:rPr lang="en-ID"/>
              <a:t> </a:t>
            </a:r>
            <a:r>
              <a:rPr lang="en-ID" err="1"/>
              <a:t>cabang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52DEF1-F23B-A751-C1E0-7966A3BB9C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0A54C6-3B6B-727F-C368-AC3161854F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722565-9AEC-4CD8-3075-C93F6F4BCB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Vendor </a:t>
            </a:r>
            <a:r>
              <a:rPr lang="en-ID" err="1"/>
              <a:t>penyedia</a:t>
            </a:r>
            <a:r>
              <a:rPr lang="en-ID"/>
              <a:t> </a:t>
            </a:r>
            <a:r>
              <a:rPr lang="en-ID" err="1"/>
              <a:t>perangkat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8A40012-D4B1-56A8-F639-ECFA18FF30DF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Nasabah</a:t>
            </a:r>
            <a:r>
              <a:rPr lang="en-ID"/>
              <a:t> yang </a:t>
            </a:r>
            <a:r>
              <a:rPr lang="en-ID" err="1"/>
              <a:t>melakukan</a:t>
            </a:r>
            <a:r>
              <a:rPr lang="en-ID"/>
              <a:t> </a:t>
            </a:r>
            <a:r>
              <a:rPr lang="en-ID" err="1"/>
              <a:t>transaksi</a:t>
            </a:r>
            <a:r>
              <a:rPr lang="en-ID"/>
              <a:t> </a:t>
            </a:r>
            <a:r>
              <a:rPr lang="en-ID" err="1"/>
              <a:t>terakhir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5211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D84F-89EE-3A99-9AB6-074A49B9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93CA502-62A7-502B-7926-C3D1D1C706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/>
              <a:t>Saat jam </a:t>
            </a:r>
            <a:r>
              <a:rPr lang="en-ID" err="1"/>
              <a:t>istirahat</a:t>
            </a:r>
            <a:r>
              <a:rPr lang="en-ID"/>
              <a:t>,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masih</a:t>
            </a:r>
            <a:r>
              <a:rPr lang="en-ID"/>
              <a:t> </a:t>
            </a:r>
            <a:r>
              <a:rPr lang="en-ID" err="1"/>
              <a:t>terbuka</a:t>
            </a:r>
            <a:r>
              <a:rPr lang="en-ID"/>
              <a:t> dan </a:t>
            </a:r>
            <a:r>
              <a:rPr lang="en-ID" err="1"/>
              <a:t>terlihat</a:t>
            </a:r>
            <a:r>
              <a:rPr lang="en-ID"/>
              <a:t> di </a:t>
            </a:r>
            <a:r>
              <a:rPr lang="en-ID" err="1"/>
              <a:t>meja</a:t>
            </a:r>
            <a:r>
              <a:rPr lang="en-ID"/>
              <a:t> </a:t>
            </a:r>
            <a:r>
              <a:rPr lang="en-ID" err="1"/>
              <a:t>layanan</a:t>
            </a:r>
            <a:r>
              <a:rPr lang="en-ID"/>
              <a:t> dan </a:t>
            </a:r>
            <a:r>
              <a:rPr lang="en-ID" err="1"/>
              <a:t>kamu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pegawai</a:t>
            </a:r>
            <a:r>
              <a:rPr lang="en-ID"/>
              <a:t> bank </a:t>
            </a:r>
            <a:r>
              <a:rPr lang="en-ID" err="1"/>
              <a:t>melihat</a:t>
            </a:r>
            <a:r>
              <a:rPr lang="en-ID"/>
              <a:t> </a:t>
            </a:r>
            <a:r>
              <a:rPr lang="en-ID" err="1"/>
              <a:t>hal</a:t>
            </a:r>
            <a:r>
              <a:rPr lang="en-ID"/>
              <a:t> </a:t>
            </a:r>
            <a:r>
              <a:rPr lang="en-ID" err="1"/>
              <a:t>tersebut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</a:t>
            </a:r>
            <a:r>
              <a:rPr lang="en-ID" err="1"/>
              <a:t>pertama</a:t>
            </a:r>
            <a:r>
              <a:rPr lang="en-ID"/>
              <a:t> yang </a:t>
            </a:r>
            <a:r>
              <a:rPr lang="en-ID" err="1"/>
              <a:t>harus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DDF7C-3338-CCF4-59DE-E4961E2B7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F7BE4-952A-77C0-9C86-ED2D2DC2B2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850F2F-D655-B116-989B-C62CB7E916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Membiarkannya</a:t>
            </a:r>
            <a:r>
              <a:rPr lang="en-ID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8854DC-57CC-BEC6-C9D2-FE70644C8B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Mengamankan</a:t>
            </a:r>
            <a:r>
              <a:rPr lang="en-ID"/>
              <a:t> </a:t>
            </a:r>
            <a:r>
              <a:rPr lang="en-ID" err="1"/>
              <a:t>dokumen</a:t>
            </a:r>
            <a:r>
              <a:rPr lang="en-ID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8DC95A-8540-3FB0-1BC6-9305603378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FD7FC3-50FA-9FFD-3694-104E61F4A4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FA7E43-9238-0629-1D0C-CB8E6B00F8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Memotretnya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bukti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82A80FB-1EB9-AB1D-713A-CF031D80D0D5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Membalik</a:t>
            </a:r>
            <a:r>
              <a:rPr lang="en-ID"/>
              <a:t> </a:t>
            </a:r>
            <a:r>
              <a:rPr lang="en-ID" err="1"/>
              <a:t>dokumen</a:t>
            </a:r>
            <a:r>
              <a:rPr lang="en-ID"/>
              <a:t> agar tulisan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terlihat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3684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C8C57-08DF-AFCB-A4DB-530DCD34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CB4085A-6973-1EDF-4CEF-F5C3CB8A9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Proses yang </a:t>
            </a:r>
            <a:r>
              <a:rPr lang="en-ID" err="1"/>
              <a:t>membantu</a:t>
            </a:r>
            <a:r>
              <a:rPr lang="en-ID"/>
              <a:t> Bank </a:t>
            </a:r>
            <a:r>
              <a:rPr lang="en-ID" err="1"/>
              <a:t>mengenali</a:t>
            </a:r>
            <a:r>
              <a:rPr lang="en-ID"/>
              <a:t> </a:t>
            </a:r>
            <a:r>
              <a:rPr lang="en-ID" err="1"/>
              <a:t>identitas</a:t>
            </a:r>
            <a:r>
              <a:rPr lang="en-ID"/>
              <a:t>, </a:t>
            </a:r>
            <a:r>
              <a:rPr lang="en-ID" err="1"/>
              <a:t>pekerjaan</a:t>
            </a:r>
            <a:r>
              <a:rPr lang="en-ID"/>
              <a:t>, dan </a:t>
            </a:r>
            <a:r>
              <a:rPr lang="en-ID" err="1"/>
              <a:t>profil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52310-6411-C3BE-1B83-068E79BF6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CDF4F-A656-F505-D3CA-5BD5F2EF5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F3115D-7D7B-4243-79A9-D743A86626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Customer Due Diligence (CDD/KYC)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B92A34-3F7C-C414-D45A-8D426CEA91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Incident Report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50E924-99C4-A889-3DE7-60A38A3C32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D55633-542D-966D-2804-40BC67D295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FCCBBD-EF97-EE03-3EF4-B86CDB8538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Rekonsiliasi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DB7122-5666-ECCC-3686-ACF6FFFEE8FA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Business Continuity Plan</a:t>
            </a:r>
          </a:p>
        </p:txBody>
      </p:sp>
    </p:spTree>
    <p:extLst>
      <p:ext uri="{BB962C8B-B14F-4D97-AF65-F5344CB8AC3E}">
        <p14:creationId xmlns:p14="http://schemas.microsoft.com/office/powerpoint/2010/main" val="3505765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A40A-B27F-5F50-D04F-6A270BC4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CF5CE8F-E757-F2BA-BA05-000895D3F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Notifikasi</a:t>
            </a:r>
            <a:r>
              <a:rPr lang="en-ID"/>
              <a:t> login </a:t>
            </a:r>
            <a:r>
              <a:rPr lang="en-ID" err="1"/>
              <a:t>mencurigakan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domain yang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terverifikasi</a:t>
            </a:r>
            <a:r>
              <a:rPr lang="en-ID"/>
              <a:t>, </a:t>
            </a:r>
            <a:r>
              <a:rPr lang="en-ID" err="1"/>
              <a:t>biasanya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 </a:t>
            </a:r>
            <a:r>
              <a:rPr lang="en-ID" err="1"/>
              <a:t>apakah</a:t>
            </a:r>
            <a:r>
              <a:rPr lang="en-ID"/>
              <a:t> </a:t>
            </a:r>
            <a:r>
              <a:rPr lang="en-ID" err="1"/>
              <a:t>kejadian</a:t>
            </a:r>
            <a:r>
              <a:rPr lang="en-ID"/>
              <a:t> </a:t>
            </a:r>
            <a:r>
              <a:rPr lang="en-ID" err="1"/>
              <a:t>ini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691D9-4953-CBB0-1C7D-D08270E293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D70FD-3191-7A95-ECA8-F5D659B194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A45095-A885-E6A4-B248-1230C1D3C0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Phishing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920B57-662A-70F1-0B87-89C817AEBB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Rekonsiliasi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2CFE09-B4E4-000E-0859-1D33669CB5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9DC329-B1D6-5111-9521-1018A6AF4E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BAB6F6-A019-99AC-E6C6-331EBEB281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Gratifikasi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9FAEDE6-D559-9B75-B0BC-0A8909212271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Tailgating</a:t>
            </a:r>
          </a:p>
        </p:txBody>
      </p:sp>
    </p:spTree>
    <p:extLst>
      <p:ext uri="{BB962C8B-B14F-4D97-AF65-F5344CB8AC3E}">
        <p14:creationId xmlns:p14="http://schemas.microsoft.com/office/powerpoint/2010/main" val="16464705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238F8-79E1-7DF4-AFCB-7DF315EA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749A1BC-499C-FB36-1FA3-FE4F90B771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hadiah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pihak</a:t>
            </a:r>
            <a:r>
              <a:rPr lang="en-ID"/>
              <a:t> yang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mengikuti</a:t>
            </a:r>
            <a:r>
              <a:rPr lang="en-ID"/>
              <a:t> proses </a:t>
            </a:r>
            <a:r>
              <a:rPr lang="en-ID" err="1"/>
              <a:t>pemilihan</a:t>
            </a:r>
            <a:r>
              <a:rPr lang="en-ID"/>
              <a:t> vendor. Risiko yang paling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270B-FE82-A1E3-9BEE-92FD45CF3C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46ACE-9C29-EB43-21CE-3C8B338925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33A36F-1342-7195-FCB9-961C922E31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teknologi</a:t>
            </a:r>
            <a:r>
              <a:rPr lang="en-ID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DF2875-0A04-C98B-DAAB-E0061E009D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Fraud / Conflict of Interest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256ECF-1D15-6C40-267D-A9B6342956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FB5506-4893-65F9-4998-B6E50CD46C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1FFA24B-3531-52F7-696C-D0CC618BB9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6093C6A-E613-8DD4-69EE-72F0DAE6769F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pembiayaan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92842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E655-D6DF-31D2-D141-59AB9CE2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2BE975A-8A64-C60A-33D6-3375D2CD0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Kamu </a:t>
            </a:r>
            <a:r>
              <a:rPr lang="en-ID" err="1"/>
              <a:t>ingin</a:t>
            </a:r>
            <a:r>
              <a:rPr lang="en-ID"/>
              <a:t> </a:t>
            </a:r>
            <a:r>
              <a:rPr lang="en-ID" err="1"/>
              <a:t>melakukan</a:t>
            </a:r>
            <a:r>
              <a:rPr lang="en-ID"/>
              <a:t> backup file </a:t>
            </a:r>
            <a:r>
              <a:rPr lang="en-ID" err="1"/>
              <a:t>kerja</a:t>
            </a:r>
            <a:r>
              <a:rPr lang="en-ID"/>
              <a:t> yang </a:t>
            </a:r>
            <a:r>
              <a:rPr lang="en-ID" err="1"/>
              <a:t>berisi</a:t>
            </a:r>
            <a:r>
              <a:rPr lang="en-ID"/>
              <a:t> data </a:t>
            </a:r>
            <a:r>
              <a:rPr lang="en-ID" err="1"/>
              <a:t>rahasia</a:t>
            </a:r>
            <a:r>
              <a:rPr lang="en-ID"/>
              <a:t>, </a:t>
            </a:r>
            <a:r>
              <a:rPr lang="en-ID" err="1"/>
              <a:t>dimana</a:t>
            </a:r>
            <a:r>
              <a:rPr lang="en-ID"/>
              <a:t> </a:t>
            </a:r>
            <a:r>
              <a:rPr lang="en-ID" err="1"/>
              <a:t>seharusnya</a:t>
            </a:r>
            <a:r>
              <a:rPr lang="en-ID"/>
              <a:t> </a:t>
            </a:r>
            <a:r>
              <a:rPr lang="en-ID" err="1"/>
              <a:t>disimpan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DB59B-33BC-E4EA-D6CB-CCE1789FCF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4C295-E399-E7F1-E220-297429FB21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4C51C-8374-3189-EE1F-CE174679D0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Chat </a:t>
            </a:r>
            <a:r>
              <a:rPr lang="en-ID" err="1"/>
              <a:t>pribadi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7D709B-0008-5E90-E2C4-7D2402D63F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Media </a:t>
            </a:r>
            <a:r>
              <a:rPr lang="en-ID" err="1"/>
              <a:t>resmi</a:t>
            </a:r>
            <a:r>
              <a:rPr lang="en-ID"/>
              <a:t> </a:t>
            </a:r>
            <a:r>
              <a:rPr lang="en-ID" err="1"/>
              <a:t>perusahaan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284752-4142-7B12-EE7E-5E2DE4C969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3452E-6F49-618A-3BFE-A03C84197BC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96FF55-BEBD-52D7-7093-F94C6660C4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Flashdisk</a:t>
            </a:r>
            <a:r>
              <a:rPr lang="en-ID"/>
              <a:t> </a:t>
            </a:r>
            <a:r>
              <a:rPr lang="en-ID" err="1"/>
              <a:t>pribadi</a:t>
            </a:r>
            <a:endParaRPr lang="en-ID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B3D09C4-83FD-6B6D-D35E-167F06E0C065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Cloud </a:t>
            </a:r>
            <a:r>
              <a:rPr lang="en-ID" err="1"/>
              <a:t>pribadi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11604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920-3161-24CE-C5D8-616AA505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FB8BD9C-AFC6-32D7-20CA-DF416E5A33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err="1"/>
              <a:t>Dokumen</a:t>
            </a:r>
            <a:r>
              <a:rPr lang="en-ID"/>
              <a:t> yang </a:t>
            </a:r>
            <a:r>
              <a:rPr lang="en-ID" err="1"/>
              <a:t>berisi</a:t>
            </a:r>
            <a:r>
              <a:rPr lang="en-ID"/>
              <a:t> </a:t>
            </a:r>
            <a:r>
              <a:rPr lang="en-ID" err="1"/>
              <a:t>ringkasan</a:t>
            </a:r>
            <a:r>
              <a:rPr lang="en-ID"/>
              <a:t> </a:t>
            </a:r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produk</a:t>
            </a:r>
            <a:r>
              <a:rPr lang="en-ID"/>
              <a:t>, </a:t>
            </a:r>
            <a:r>
              <a:rPr lang="en-ID" err="1"/>
              <a:t>manfaat</a:t>
            </a:r>
            <a:r>
              <a:rPr lang="en-ID"/>
              <a:t>, </a:t>
            </a:r>
            <a:r>
              <a:rPr lang="en-ID" err="1"/>
              <a:t>biaya</a:t>
            </a:r>
            <a:r>
              <a:rPr lang="en-ID"/>
              <a:t>, </a:t>
            </a:r>
            <a:r>
              <a:rPr lang="en-ID" err="1"/>
              <a:t>risiko</a:t>
            </a:r>
            <a:r>
              <a:rPr lang="en-ID"/>
              <a:t>, </a:t>
            </a:r>
            <a:r>
              <a:rPr lang="en-ID" err="1"/>
              <a:t>serta</a:t>
            </a:r>
            <a:r>
              <a:rPr lang="en-ID"/>
              <a:t> </a:t>
            </a:r>
            <a:r>
              <a:rPr lang="en-ID" err="1"/>
              <a:t>hak</a:t>
            </a:r>
            <a:r>
              <a:rPr lang="en-ID"/>
              <a:t> dan </a:t>
            </a:r>
            <a:r>
              <a:rPr lang="en-ID" err="1"/>
              <a:t>kewajiban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FD7B2-1D51-D043-5052-867B578291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59564-6318-C11D-9560-C57ED41492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73101B-ACE5-EC21-DBFD-CBFD2CC73E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Laporan</a:t>
            </a:r>
            <a:r>
              <a:rPr lang="en-ID"/>
              <a:t> SLIK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0A44F4-BF13-6512-F773-46CBE694E5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RIPLAY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768083-FE12-A196-D239-B3CC9CF4FB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DA0912-58C5-B5CF-7911-590A59DED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E758BB-56FF-F8AD-4589-2CAB567A1E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ORMS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53E5591-F0BE-67E3-3D32-0683C7CABDC9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Formulir</a:t>
            </a:r>
            <a:r>
              <a:rPr lang="en-ID"/>
              <a:t> CDD</a:t>
            </a:r>
          </a:p>
        </p:txBody>
      </p:sp>
    </p:spTree>
    <p:extLst>
      <p:ext uri="{BB962C8B-B14F-4D97-AF65-F5344CB8AC3E}">
        <p14:creationId xmlns:p14="http://schemas.microsoft.com/office/powerpoint/2010/main" val="35034785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8FF7-E9AA-A1CC-A7FE-584FF3FD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6E1D711-FB2E-C44C-E923-D51BD268A0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err="1"/>
              <a:t>Dokumen</a:t>
            </a:r>
            <a:r>
              <a:rPr lang="en-ID"/>
              <a:t> yang </a:t>
            </a:r>
            <a:r>
              <a:rPr lang="en-ID" err="1"/>
              <a:t>berisi</a:t>
            </a:r>
            <a:r>
              <a:rPr lang="en-ID"/>
              <a:t> </a:t>
            </a:r>
            <a:r>
              <a:rPr lang="en-ID" err="1"/>
              <a:t>ringkasan</a:t>
            </a:r>
            <a:r>
              <a:rPr lang="en-ID"/>
              <a:t> </a:t>
            </a:r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produk</a:t>
            </a:r>
            <a:r>
              <a:rPr lang="en-ID"/>
              <a:t>, </a:t>
            </a:r>
            <a:r>
              <a:rPr lang="en-ID" err="1"/>
              <a:t>manfaat</a:t>
            </a:r>
            <a:r>
              <a:rPr lang="en-ID"/>
              <a:t>, </a:t>
            </a:r>
            <a:r>
              <a:rPr lang="en-ID" err="1"/>
              <a:t>biaya</a:t>
            </a:r>
            <a:r>
              <a:rPr lang="en-ID"/>
              <a:t>, </a:t>
            </a:r>
            <a:r>
              <a:rPr lang="en-ID" err="1"/>
              <a:t>risiko</a:t>
            </a:r>
            <a:r>
              <a:rPr lang="en-ID"/>
              <a:t>, </a:t>
            </a:r>
            <a:r>
              <a:rPr lang="en-ID" err="1"/>
              <a:t>serta</a:t>
            </a:r>
            <a:r>
              <a:rPr lang="en-ID"/>
              <a:t> </a:t>
            </a:r>
            <a:r>
              <a:rPr lang="en-ID" err="1"/>
              <a:t>hak</a:t>
            </a:r>
            <a:r>
              <a:rPr lang="en-ID"/>
              <a:t> dan </a:t>
            </a:r>
            <a:r>
              <a:rPr lang="en-ID" err="1"/>
              <a:t>kewajiban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63893-75F8-4C44-0CCC-07AE195EB1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40178-CE82-AE25-48F3-9D132D3C5F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2F716D-57CD-D5FC-EC70-584339D902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Laporan</a:t>
            </a:r>
            <a:r>
              <a:rPr lang="en-ID"/>
              <a:t> SLIK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7E5653-2129-35F9-87C0-BC13912C0A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21914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RIPLAY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1BE094-AC72-5D4D-6184-0059FA22FA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B78BE0-81C4-622B-4617-8E150E5A0C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EDA38E-21DB-38ED-4E5F-C9AA57B582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39" y="5739733"/>
            <a:ext cx="4360289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ORMS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C0E5552-B5F8-6C5C-620E-B8CFEA8A678F}"/>
              </a:ext>
            </a:extLst>
          </p:cNvPr>
          <p:cNvSpPr txBox="1">
            <a:spLocks/>
          </p:cNvSpPr>
          <p:nvPr/>
        </p:nvSpPr>
        <p:spPr>
          <a:xfrm>
            <a:off x="1981200" y="5106290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Formulir</a:t>
            </a:r>
            <a:r>
              <a:rPr lang="en-ID"/>
              <a:t> CDD</a:t>
            </a:r>
          </a:p>
        </p:txBody>
      </p:sp>
    </p:spTree>
    <p:extLst>
      <p:ext uri="{BB962C8B-B14F-4D97-AF65-F5344CB8AC3E}">
        <p14:creationId xmlns:p14="http://schemas.microsoft.com/office/powerpoint/2010/main" val="11839103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C3F5D29-23E2-0F58-8CF9-C98DD7D51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CA2B-0632-4CAF-7067-A0A332FEE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49F2-BC39-6D74-09A9-AA169B9F34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549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63E3-F7A2-F249-1CE5-5FDA4DC7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838F36D-8068-18F0-6670-F17307FD3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02991"/>
            <a:ext cx="9144000" cy="1655762"/>
          </a:xfrm>
        </p:spPr>
        <p:txBody>
          <a:bodyPr>
            <a:normAutofit/>
          </a:bodyPr>
          <a:lstStyle/>
          <a:p>
            <a:r>
              <a:rPr lang="en-ID"/>
              <a:t>Ibu </a:t>
            </a:r>
            <a:r>
              <a:rPr lang="en-ID" err="1"/>
              <a:t>kota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Australia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4D5E5-3115-8E65-DB5B-20A4C4AD5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288F9E-5417-FC6D-0406-C74124DE44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7D07B3-4393-7C0B-1672-2E8CC80E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Canberra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0BD448-0010-E684-A46C-B0B294974F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Melbourne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95FFB7-DB00-3DD2-BC01-3C252ADEE7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339B94-84F3-DFEF-8F8E-4017DEA3DF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F94B9-E786-B9D1-4A7F-BF417C9B3C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Menara SMBC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4D58460-F1F9-CA56-4A64-86FD0F24DE91}"/>
              </a:ext>
            </a:extLst>
          </p:cNvPr>
          <p:cNvSpPr txBox="1">
            <a:spLocks/>
          </p:cNvSpPr>
          <p:nvPr/>
        </p:nvSpPr>
        <p:spPr>
          <a:xfrm>
            <a:off x="1981200" y="5135994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Sydney</a:t>
            </a:r>
          </a:p>
        </p:txBody>
      </p:sp>
    </p:spTree>
    <p:extLst>
      <p:ext uri="{BB962C8B-B14F-4D97-AF65-F5344CB8AC3E}">
        <p14:creationId xmlns:p14="http://schemas.microsoft.com/office/powerpoint/2010/main" val="2526635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1B82-40D3-9585-BA2E-78CDC50F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6824F5A-A0BB-D7CE-F902-34845F36C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yang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diperlukan</a:t>
            </a:r>
            <a:r>
              <a:rPr lang="en-ID"/>
              <a:t> </a:t>
            </a:r>
            <a:r>
              <a:rPr lang="en-ID" err="1"/>
              <a:t>dipilah</a:t>
            </a:r>
            <a:r>
              <a:rPr lang="en-ID"/>
              <a:t> dan </a:t>
            </a:r>
            <a:r>
              <a:rPr lang="en-ID" err="1"/>
              <a:t>dimusnahkan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r>
              <a:rPr lang="en-ID"/>
              <a:t>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termasuk</a:t>
            </a:r>
            <a:r>
              <a:rPr lang="en-ID"/>
              <a:t> </a:t>
            </a:r>
            <a:r>
              <a:rPr lang="en-ID" err="1"/>
              <a:t>prinsip</a:t>
            </a:r>
            <a:r>
              <a:rPr lang="en-ID"/>
              <a:t> 5R yang mana?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FE2BA-4EDA-FDF4-268F-904B686B01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16070-8025-F4EE-D665-6976FEAFD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793AA6-4DE7-CACF-1352-B002AC5E9A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Rapi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33C3DA-FE1E-23D0-463E-A0E5F0798F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Rawat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483A3F-100F-98EF-F6D7-7B3ADE75E6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89D0FF-8FEE-8A74-F1EB-7A1BF5BFF8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0ECB5A-8909-ECC1-9508-5073017A88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Rajin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BD143E2-35FD-F8CE-8D3F-BEEE3421B3B4}"/>
              </a:ext>
            </a:extLst>
          </p:cNvPr>
          <p:cNvSpPr txBox="1">
            <a:spLocks/>
          </p:cNvSpPr>
          <p:nvPr/>
        </p:nvSpPr>
        <p:spPr>
          <a:xfrm>
            <a:off x="1981200" y="5135994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Ringkas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75968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25A9-CC38-1297-4992-8A2866ED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9B946A5-DC95-8EF5-6A42-89B043C9F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Video, </a:t>
            </a:r>
            <a:r>
              <a:rPr lang="en-ID" err="1"/>
              <a:t>gambar</a:t>
            </a:r>
            <a:r>
              <a:rPr lang="en-ID"/>
              <a:t>,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suara</a:t>
            </a:r>
            <a:r>
              <a:rPr lang="en-ID"/>
              <a:t> yang </a:t>
            </a:r>
            <a:r>
              <a:rPr lang="en-ID" err="1"/>
              <a:t>dimanipulasi</a:t>
            </a:r>
            <a:r>
              <a:rPr lang="en-ID"/>
              <a:t> </a:t>
            </a:r>
            <a:r>
              <a:rPr lang="en-ID" err="1"/>
              <a:t>menggunakan</a:t>
            </a:r>
            <a:r>
              <a:rPr lang="en-ID"/>
              <a:t> AI </a:t>
            </a:r>
            <a:r>
              <a:rPr lang="en-ID" err="1"/>
              <a:t>sehingga</a:t>
            </a:r>
            <a:r>
              <a:rPr lang="en-ID"/>
              <a:t> </a:t>
            </a:r>
            <a:r>
              <a:rPr lang="en-ID" err="1"/>
              <a:t>menyerupai</a:t>
            </a:r>
            <a:r>
              <a:rPr lang="en-ID"/>
              <a:t> orang </a:t>
            </a:r>
            <a:r>
              <a:rPr lang="en-ID" err="1"/>
              <a:t>asli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72D3B-77A6-2202-7687-30E35B0BD8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B1E99-6F19-1145-122F-B9039A8311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326324-2D96-A0F8-296A-6275E8FAE0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Deepfake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4B2A18-A676-8074-D80C-4F9DC1662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Smishing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EA1DF6-A788-A2BC-99D5-752199026E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75B3CE-F9F0-ECA2-9447-A8BD04A74E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A83770B-7994-1C6E-B347-A6F9B9512B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Ransomware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CCFFE9F-36EA-4118-B34B-804C96CA345A}"/>
              </a:ext>
            </a:extLst>
          </p:cNvPr>
          <p:cNvSpPr txBox="1">
            <a:spLocks/>
          </p:cNvSpPr>
          <p:nvPr/>
        </p:nvSpPr>
        <p:spPr>
          <a:xfrm>
            <a:off x="1981200" y="5135994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40904978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91B9-0783-7512-5012-533CBB2B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A35C02F-609F-8945-C2B5-5DDA6F9FA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Media yang </a:t>
            </a:r>
            <a:r>
              <a:rPr lang="en-ID" err="1"/>
              <a:t>digunakan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mencatat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insiden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operasional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F1256-726C-BDA0-5348-52405FDB71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110F7-DD37-813E-E2A3-5EB8625EDD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89EDF2-3178-7BA2-A315-853EC87CE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Jaga Online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D926C9-B045-8BE7-701C-EADBB57BEC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ORMS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38821B-8C62-41C9-E4D5-411D89DB6D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D8E083-8166-3E65-63E7-2C3C29E9E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977EDB-F8C3-56ED-E9AE-24723F830E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CDD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F68B125-B4F9-9036-B437-C2FD797C87AD}"/>
              </a:ext>
            </a:extLst>
          </p:cNvPr>
          <p:cNvSpPr txBox="1">
            <a:spLocks/>
          </p:cNvSpPr>
          <p:nvPr/>
        </p:nvSpPr>
        <p:spPr>
          <a:xfrm>
            <a:off x="1981200" y="5135994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SiapBantu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55192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380B-6E61-66BF-2079-E9090F88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55533FB-4C8E-4424-C9FF-073449BF3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CO </a:t>
            </a:r>
            <a:r>
              <a:rPr lang="en-ID" err="1"/>
              <a:t>akan</a:t>
            </a:r>
            <a:r>
              <a:rPr lang="en-ID"/>
              <a:t> </a:t>
            </a:r>
            <a:r>
              <a:rPr lang="en-ID" err="1"/>
              <a:t>berkendara</a:t>
            </a:r>
            <a:r>
              <a:rPr lang="en-ID"/>
              <a:t> </a:t>
            </a:r>
            <a:r>
              <a:rPr lang="en-ID" err="1"/>
              <a:t>saat</a:t>
            </a:r>
            <a:r>
              <a:rPr lang="en-ID"/>
              <a:t> </a:t>
            </a:r>
            <a:r>
              <a:rPr lang="en-ID" err="1"/>
              <a:t>hujan</a:t>
            </a:r>
            <a:r>
              <a:rPr lang="en-ID"/>
              <a:t> </a:t>
            </a:r>
            <a:r>
              <a:rPr lang="en-ID" err="1"/>
              <a:t>menuju</a:t>
            </a:r>
            <a:r>
              <a:rPr lang="en-ID"/>
              <a:t> PRS. </a:t>
            </a:r>
            <a:r>
              <a:rPr lang="en-ID" err="1"/>
              <a:t>Persiapan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E67C0-0B6E-131F-6D7E-DB12F357F3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48D4E-10D3-1F88-91BE-89AC1F1A27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E20888-28BC-6B82-C909-1EA0F50261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85000" lnSpcReduction="10000"/>
          </a:bodyPr>
          <a:lstStyle/>
          <a:p>
            <a:pPr marL="0" indent="0" algn="l"/>
            <a:r>
              <a:rPr lang="en-ID" err="1"/>
              <a:t>Lihat</a:t>
            </a:r>
            <a:r>
              <a:rPr lang="en-ID"/>
              <a:t> </a:t>
            </a:r>
            <a:r>
              <a:rPr lang="en-ID" err="1"/>
              <a:t>cuaca</a:t>
            </a:r>
            <a:r>
              <a:rPr lang="en-ID"/>
              <a:t>, </a:t>
            </a:r>
            <a:r>
              <a:rPr lang="en-ID" err="1"/>
              <a:t>cek</a:t>
            </a:r>
            <a:r>
              <a:rPr lang="en-ID"/>
              <a:t> </a:t>
            </a:r>
            <a:r>
              <a:rPr lang="en-ID" err="1"/>
              <a:t>kendaraan</a:t>
            </a:r>
            <a:r>
              <a:rPr lang="en-ID"/>
              <a:t>, dan </a:t>
            </a:r>
            <a:r>
              <a:rPr lang="en-ID" err="1"/>
              <a:t>siapkan</a:t>
            </a:r>
            <a:r>
              <a:rPr lang="en-ID"/>
              <a:t> </a:t>
            </a:r>
            <a:r>
              <a:rPr lang="en-ID" err="1"/>
              <a:t>perlengkapan</a:t>
            </a:r>
            <a:r>
              <a:rPr lang="en-ID"/>
              <a:t> </a:t>
            </a:r>
            <a:r>
              <a:rPr lang="en-ID" err="1"/>
              <a:t>perjalanan</a:t>
            </a:r>
            <a:r>
              <a:rPr lang="en-ID"/>
              <a:t> </a:t>
            </a:r>
            <a:r>
              <a:rPr lang="en-ID" err="1"/>
              <a:t>seperti</a:t>
            </a:r>
            <a:r>
              <a:rPr lang="en-ID"/>
              <a:t> </a:t>
            </a:r>
            <a:r>
              <a:rPr lang="en-ID" err="1"/>
              <a:t>jas</a:t>
            </a:r>
            <a:r>
              <a:rPr lang="en-ID"/>
              <a:t> </a:t>
            </a:r>
            <a:r>
              <a:rPr lang="en-ID" err="1"/>
              <a:t>hujan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F40D25-A13E-1071-77C5-3E90AE8AA2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Cukup</a:t>
            </a:r>
            <a:r>
              <a:rPr lang="en-ID"/>
              <a:t> </a:t>
            </a:r>
            <a:r>
              <a:rPr lang="en-ID" err="1"/>
              <a:t>membawa</a:t>
            </a:r>
            <a:r>
              <a:rPr lang="en-ID"/>
              <a:t> </a:t>
            </a:r>
            <a:r>
              <a:rPr lang="en-ID" err="1"/>
              <a:t>payung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E05A85-B0E3-2DCD-AF7F-F5128B05BF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EBDEE2-97E8-ADC9-96C0-DB8F12EE6A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4D48E3-61B1-2158-980A-AE8481AA02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Menunda</a:t>
            </a:r>
            <a:r>
              <a:rPr lang="en-ID"/>
              <a:t> </a:t>
            </a:r>
            <a:r>
              <a:rPr lang="en-ID" err="1"/>
              <a:t>pemeriksaan</a:t>
            </a:r>
            <a:r>
              <a:rPr lang="en-ID"/>
              <a:t> </a:t>
            </a:r>
            <a:r>
              <a:rPr lang="en-ID" err="1"/>
              <a:t>kendaraan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perjalanan</a:t>
            </a:r>
            <a:r>
              <a:rPr lang="en-ID"/>
              <a:t> </a:t>
            </a:r>
            <a:r>
              <a:rPr lang="en-ID" err="1"/>
              <a:t>selesai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873BAD-54A5-134B-5990-FF71126D944E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Langsung</a:t>
            </a:r>
            <a:r>
              <a:rPr lang="en-ID"/>
              <a:t> </a:t>
            </a:r>
            <a:r>
              <a:rPr lang="en-ID" err="1"/>
              <a:t>berangkat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jaraknya</a:t>
            </a:r>
            <a:r>
              <a:rPr lang="en-ID"/>
              <a:t> </a:t>
            </a:r>
            <a:r>
              <a:rPr lang="en-ID" err="1"/>
              <a:t>dekat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8426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12E08-06E3-E650-5D7F-04887E24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87D9E84-76ED-0093-6C3D-9E56608C4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CO </a:t>
            </a:r>
            <a:r>
              <a:rPr lang="en-ID" err="1"/>
              <a:t>melihat</a:t>
            </a:r>
            <a:r>
              <a:rPr lang="en-ID"/>
              <a:t> </a:t>
            </a:r>
            <a:r>
              <a:rPr lang="en-ID" err="1"/>
              <a:t>keterlambatan</a:t>
            </a:r>
            <a:r>
              <a:rPr lang="en-ID"/>
              <a:t> </a:t>
            </a:r>
            <a:r>
              <a:rPr lang="en-ID" err="1"/>
              <a:t>pembayaran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mulai</a:t>
            </a:r>
            <a:r>
              <a:rPr lang="en-ID"/>
              <a:t> </a:t>
            </a:r>
            <a:r>
              <a:rPr lang="en-ID" err="1"/>
              <a:t>berulang</a:t>
            </a:r>
            <a:r>
              <a:rPr lang="en-ID"/>
              <a:t>, Apa yang </a:t>
            </a:r>
            <a:r>
              <a:rPr lang="en-ID" err="1"/>
              <a:t>harus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9090B-C01D-5EAD-9169-C6D10855A9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7E88F-04F0-E763-1548-09C21B5EEF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93BBA1-39CF-C3E5-E7F4-12493B0C6C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Abaikan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sebelumnya</a:t>
            </a:r>
            <a:r>
              <a:rPr lang="en-ID"/>
              <a:t> </a:t>
            </a:r>
            <a:r>
              <a:rPr lang="en-ID" err="1"/>
              <a:t>lancar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C5E29D-A8B1-43BF-D02E-2EE7C00BDD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Lakukan</a:t>
            </a:r>
            <a:r>
              <a:rPr lang="en-ID"/>
              <a:t> </a:t>
            </a:r>
            <a:r>
              <a:rPr lang="en-ID" err="1"/>
              <a:t>tindak</a:t>
            </a:r>
            <a:r>
              <a:rPr lang="en-ID"/>
              <a:t> </a:t>
            </a:r>
            <a:r>
              <a:rPr lang="en-ID" err="1"/>
              <a:t>lanjut</a:t>
            </a:r>
            <a:r>
              <a:rPr lang="en-ID"/>
              <a:t> dan </a:t>
            </a:r>
            <a:r>
              <a:rPr lang="en-ID" err="1"/>
              <a:t>pemantauan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r>
              <a:rPr lang="en-ID"/>
              <a:t> yang </a:t>
            </a:r>
            <a:r>
              <a:rPr lang="en-ID" err="1"/>
              <a:t>berlaku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EC7AE7-380E-50F2-20D9-5DFFB935EB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D15AC7-8C4F-ED87-7CC1-6F2479E73B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D46312-A758-A75F-1855-4775FB2E6F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/>
              <a:t>Ubah </a:t>
            </a:r>
            <a:r>
              <a:rPr lang="en-ID" err="1"/>
              <a:t>tanggal</a:t>
            </a:r>
            <a:r>
              <a:rPr lang="en-ID"/>
              <a:t> </a:t>
            </a:r>
            <a:r>
              <a:rPr lang="en-ID" err="1"/>
              <a:t>pembayaran</a:t>
            </a:r>
            <a:r>
              <a:rPr lang="en-ID"/>
              <a:t> agar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waktu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544B176-4C01-AFB6-7B60-854049A61192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Tunggu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tunggakan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besar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1131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DF6D-16B6-BAA5-A5FE-705851C16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D8141D0-6D26-3ACC-A65E-C45A03AFD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 err="1"/>
              <a:t>Ancaman</a:t>
            </a:r>
            <a:r>
              <a:rPr lang="en-ID"/>
              <a:t> </a:t>
            </a:r>
            <a:r>
              <a:rPr lang="en-ID" err="1"/>
              <a:t>keamanan</a:t>
            </a:r>
            <a:r>
              <a:rPr lang="en-ID"/>
              <a:t> yang </a:t>
            </a:r>
            <a:r>
              <a:rPr lang="en-ID" err="1"/>
              <a:t>berasal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orang di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organisasi</a:t>
            </a:r>
            <a:r>
              <a:rPr lang="en-ID"/>
              <a:t> yang </a:t>
            </a:r>
            <a:r>
              <a:rPr lang="en-ID" err="1"/>
              <a:t>memiliki</a:t>
            </a:r>
            <a:r>
              <a:rPr lang="en-ID"/>
              <a:t> </a:t>
            </a:r>
            <a:r>
              <a:rPr lang="en-ID" err="1"/>
              <a:t>akses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462F2-7D52-7242-1530-A076D7F6B2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8055B-E549-5E02-B78D-BD4DC6DF4A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67B556-C9F1-07EE-C396-904DE0D475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Insider Threat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1D6AD5-769C-E914-05D8-320ED773A2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Smishing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003FC-7C68-DB1A-C536-55298C460E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E7287B-A3C3-0D1F-3D2A-155445C9F4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810776-1679-D5BD-3E98-A1D31D0C6E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Data Recovery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277D577-7029-FA6B-994D-AC97EFA0A235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External Threat</a:t>
            </a:r>
          </a:p>
        </p:txBody>
      </p:sp>
    </p:spTree>
    <p:extLst>
      <p:ext uri="{BB962C8B-B14F-4D97-AF65-F5344CB8AC3E}">
        <p14:creationId xmlns:p14="http://schemas.microsoft.com/office/powerpoint/2010/main" val="12564029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B321-6270-66E1-AD9A-4EF272ABC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D2E8A73-269E-D167-8F78-59C42E20A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Satu </a:t>
            </a:r>
            <a:r>
              <a:rPr lang="en-ID" err="1"/>
              <a:t>angka</a:t>
            </a:r>
            <a:r>
              <a:rPr lang="en-ID"/>
              <a:t> salah </a:t>
            </a:r>
            <a:r>
              <a:rPr lang="en-ID" err="1"/>
              <a:t>dimasukkan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</a:t>
            </a:r>
            <a:r>
              <a:rPr lang="en-ID" err="1"/>
              <a:t>digunakan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8CF9D-3E25-B31E-1097-F19593430C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68425-3AF6-B60C-0E6C-660A2E6722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3DE3A-9C77-AA02-CEC0-9F7F3F20A9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687958"/>
            <a:ext cx="4114800" cy="523220"/>
          </a:xfrm>
        </p:spPr>
        <p:txBody>
          <a:bodyPr>
            <a:noAutofit/>
          </a:bodyPr>
          <a:lstStyle/>
          <a:p>
            <a:pPr marL="0" indent="0" algn="l"/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sumber</a:t>
            </a:r>
            <a:r>
              <a:rPr lang="en-ID"/>
              <a:t> data dan </a:t>
            </a:r>
            <a:r>
              <a:rPr lang="en-ID" err="1"/>
              <a:t>koreksi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yang salah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194B28-0D6D-43CF-1C88-3B909A77D3B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33440" y="5135994"/>
            <a:ext cx="4379992" cy="523220"/>
          </a:xfrm>
        </p:spPr>
        <p:txBody>
          <a:bodyPr>
            <a:noAutofit/>
          </a:bodyPr>
          <a:lstStyle/>
          <a:p>
            <a:pPr marL="0" indent="0" algn="l"/>
            <a:r>
              <a:rPr lang="en-ID" err="1"/>
              <a:t>Sesuaikan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lain agar total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sama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4EBA88-3A22-C12B-DCC2-CE672490A9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B94B0-8CFA-9C7E-2682-795E8F57E8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28918F-6FFF-EB9D-82C3-8A234EC35C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33440" y="5752434"/>
            <a:ext cx="3966242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Hapus </a:t>
            </a:r>
            <a:r>
              <a:rPr lang="en-ID" err="1"/>
              <a:t>seluruh</a:t>
            </a:r>
            <a:r>
              <a:rPr lang="en-ID"/>
              <a:t> </a:t>
            </a:r>
            <a:r>
              <a:rPr lang="en-ID" err="1"/>
              <a:t>laporan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5A39BA2-B21B-FA30-2720-8911C17538FA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Biarkan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perbedaannya</a:t>
            </a:r>
            <a:r>
              <a:rPr lang="en-ID"/>
              <a:t> </a:t>
            </a:r>
            <a:r>
              <a:rPr lang="en-ID" err="1"/>
              <a:t>kecil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49756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3564E-0402-F468-E83A-7E29804F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1FAA3D9-A980-D5EE-82BD-CC7530292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0000" lnSpcReduction="20000"/>
          </a:bodyPr>
          <a:lstStyle/>
          <a:p>
            <a:r>
              <a:rPr lang="en-ID" err="1"/>
              <a:t>Seorang</a:t>
            </a:r>
            <a:r>
              <a:rPr lang="en-ID"/>
              <a:t> CO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akan</a:t>
            </a:r>
            <a:r>
              <a:rPr lang="en-ID"/>
              <a:t> </a:t>
            </a:r>
            <a:r>
              <a:rPr lang="en-ID" err="1"/>
              <a:t>mulai</a:t>
            </a:r>
            <a:r>
              <a:rPr lang="en-ID"/>
              <a:t> </a:t>
            </a:r>
            <a:r>
              <a:rPr lang="en-ID" err="1"/>
              <a:t>bertugas</a:t>
            </a:r>
            <a:r>
              <a:rPr lang="en-ID"/>
              <a:t> di Wisma. Apa yang </a:t>
            </a:r>
            <a:r>
              <a:rPr lang="en-ID" err="1"/>
              <a:t>sebaiknya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 </a:t>
            </a:r>
            <a:r>
              <a:rPr lang="en-ID" err="1"/>
              <a:t>terlebih</a:t>
            </a:r>
            <a:r>
              <a:rPr lang="en-ID"/>
              <a:t> </a:t>
            </a:r>
            <a:r>
              <a:rPr lang="en-ID" err="1"/>
              <a:t>dahulu</a:t>
            </a:r>
            <a:r>
              <a:rPr lang="en-ID"/>
              <a:t> agar </a:t>
            </a:r>
            <a:r>
              <a:rPr lang="en-ID" err="1"/>
              <a:t>memahami</a:t>
            </a:r>
            <a:r>
              <a:rPr lang="en-ID"/>
              <a:t> </a:t>
            </a:r>
            <a:r>
              <a:rPr lang="en-ID" err="1"/>
              <a:t>tugas</a:t>
            </a:r>
            <a:r>
              <a:rPr lang="en-ID"/>
              <a:t> dan </a:t>
            </a:r>
            <a:r>
              <a:rPr lang="en-ID" err="1"/>
              <a:t>ketentuan</a:t>
            </a:r>
            <a:r>
              <a:rPr lang="en-ID"/>
              <a:t> yang </a:t>
            </a:r>
            <a:r>
              <a:rPr lang="en-ID" err="1"/>
              <a:t>harus</a:t>
            </a:r>
            <a:r>
              <a:rPr lang="en-ID"/>
              <a:t> </a:t>
            </a:r>
            <a:r>
              <a:rPr lang="en-ID" err="1"/>
              <a:t>dijalankan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74D31-C14F-7C57-8BE7-C13DD5FBE3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5A5F7-CFCC-BD4F-0D28-A6B0012E7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8FE75C-14FD-4B3E-AA79-B5A20EE45E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Mengikuti</a:t>
            </a:r>
            <a:r>
              <a:rPr lang="en-ID"/>
              <a:t> </a:t>
            </a:r>
            <a:r>
              <a:rPr lang="en-ID" err="1"/>
              <a:t>cara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CO yang paling senior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melihat</a:t>
            </a:r>
            <a:r>
              <a:rPr lang="en-ID"/>
              <a:t> </a:t>
            </a:r>
            <a:r>
              <a:rPr lang="en-ID" err="1"/>
              <a:t>ketentuan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B508CB-5DB0-6DAA-33D5-1CD82F1120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Langsung</a:t>
            </a:r>
            <a:r>
              <a:rPr lang="en-ID"/>
              <a:t> </a:t>
            </a:r>
            <a:r>
              <a:rPr lang="en-ID" err="1"/>
              <a:t>turun</a:t>
            </a:r>
            <a:r>
              <a:rPr lang="en-ID"/>
              <a:t> </a:t>
            </a:r>
            <a:r>
              <a:rPr lang="en-ID" err="1"/>
              <a:t>bertugas</a:t>
            </a:r>
            <a:r>
              <a:rPr lang="en-ID"/>
              <a:t> agar </a:t>
            </a:r>
            <a:r>
              <a:rPr lang="en-ID" err="1"/>
              <a:t>belajar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pengalaman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D041-2191-C5BC-4CC4-609CD47AD4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9D2874-2381-A9C5-62F2-8A025F41F9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F0F197-FF89-7029-F7B0-09D3CB60A5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</a:t>
            </a:r>
            <a:r>
              <a:rPr lang="en-ID" err="1"/>
              <a:t>menemukan</a:t>
            </a:r>
            <a:r>
              <a:rPr lang="en-ID"/>
              <a:t> </a:t>
            </a:r>
            <a:r>
              <a:rPr lang="en-ID" err="1"/>
              <a:t>kendala</a:t>
            </a:r>
            <a:r>
              <a:rPr lang="en-ID"/>
              <a:t>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bertanya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CAA7170-AD94-3C97-1767-21D596020146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Mempelajari</a:t>
            </a:r>
            <a:r>
              <a:rPr lang="en-ID"/>
              <a:t> SOP/</a:t>
            </a:r>
            <a:r>
              <a:rPr lang="en-ID" err="1"/>
              <a:t>Peraturan</a:t>
            </a:r>
            <a:r>
              <a:rPr lang="en-ID"/>
              <a:t> Internal yang </a:t>
            </a:r>
            <a:r>
              <a:rPr lang="en-ID" err="1"/>
              <a:t>berlaku</a:t>
            </a:r>
            <a:r>
              <a:rPr lang="en-ID"/>
              <a:t> dan </a:t>
            </a:r>
            <a:r>
              <a:rPr lang="en-ID" err="1"/>
              <a:t>mengikuti</a:t>
            </a:r>
            <a:r>
              <a:rPr lang="en-ID"/>
              <a:t> briefing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arahan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atasan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29045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2C3F-D2BD-D4CF-666C-75F18E2E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942A7D-E17E-BE81-8725-D7C90926B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Uang </a:t>
            </a:r>
            <a:r>
              <a:rPr lang="en-ID" err="1"/>
              <a:t>setoran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dipakai</a:t>
            </a:r>
            <a:r>
              <a:rPr lang="en-ID"/>
              <a:t> </a:t>
            </a:r>
            <a:r>
              <a:rPr lang="en-ID" err="1"/>
              <a:t>sementara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kebutuhan</a:t>
            </a:r>
            <a:r>
              <a:rPr lang="en-ID"/>
              <a:t> </a:t>
            </a:r>
            <a:r>
              <a:rPr lang="en-ID" err="1"/>
              <a:t>pribadi</a:t>
            </a:r>
            <a:r>
              <a:rPr lang="en-ID"/>
              <a:t>. Risiko yang paling </a:t>
            </a:r>
            <a:r>
              <a:rPr lang="en-ID" err="1"/>
              <a:t>tepat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8DC26-6C83-4ADC-C853-48DA8C74E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940A0-40D4-C505-CD39-D377504D75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B26C0D-102A-EC37-B311-87E8CEEE57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/>
          </a:bodyPr>
          <a:lstStyle/>
          <a:p>
            <a:pPr marL="0" indent="0" algn="l"/>
            <a:r>
              <a:rPr lang="en-ID"/>
              <a:t>Fraud / </a:t>
            </a:r>
            <a:r>
              <a:rPr lang="en-ID" err="1"/>
              <a:t>penyalahgunaan</a:t>
            </a:r>
            <a:r>
              <a:rPr lang="en-ID"/>
              <a:t> dana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9FB9DC-93DD-5C4E-C41D-E5EC3009BD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AB42748-F3B4-A75C-3B7E-E16DFDD393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B8ECAC-6744-5987-FAFA-75356C6119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10E21E-6585-7CA5-BAFE-FAF76160AD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1E5C4E7-8DCA-A7DB-597D-EACF36C6A81A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Keamanan</a:t>
            </a:r>
            <a:r>
              <a:rPr lang="en-ID"/>
              <a:t> Siber</a:t>
            </a:r>
          </a:p>
        </p:txBody>
      </p:sp>
    </p:spTree>
    <p:extLst>
      <p:ext uri="{BB962C8B-B14F-4D97-AF65-F5344CB8AC3E}">
        <p14:creationId xmlns:p14="http://schemas.microsoft.com/office/powerpoint/2010/main" val="10111729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888E-8BA8-C5D3-876D-4B0A0BBD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BDF4A70-648C-C6C5-AE0D-9945C1AD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0000" lnSpcReduction="20000"/>
          </a:bodyPr>
          <a:lstStyle/>
          <a:p>
            <a:r>
              <a:rPr lang="en-ID"/>
              <a:t>CO </a:t>
            </a:r>
            <a:r>
              <a:rPr lang="en-ID" err="1"/>
              <a:t>mengetahui</a:t>
            </a:r>
            <a:r>
              <a:rPr lang="en-ID"/>
              <a:t> nominal </a:t>
            </a:r>
            <a:r>
              <a:rPr lang="en-ID" err="1"/>
              <a:t>transaksi</a:t>
            </a:r>
            <a:r>
              <a:rPr lang="en-ID"/>
              <a:t> yang </a:t>
            </a:r>
            <a:r>
              <a:rPr lang="en-ID" err="1"/>
              <a:t>diinput</a:t>
            </a:r>
            <a:r>
              <a:rPr lang="en-ID"/>
              <a:t> salah, </a:t>
            </a:r>
            <a:r>
              <a:rPr lang="en-ID" err="1"/>
              <a:t>lalu</a:t>
            </a:r>
            <a:r>
              <a:rPr lang="en-ID"/>
              <a:t> </a:t>
            </a:r>
            <a:r>
              <a:rPr lang="en-ID" err="1"/>
              <a:t>sengaja</a:t>
            </a:r>
            <a:r>
              <a:rPr lang="en-ID"/>
              <a:t> </a:t>
            </a:r>
            <a:r>
              <a:rPr lang="en-ID" err="1"/>
              <a:t>mengubah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lain agar </a:t>
            </a:r>
            <a:r>
              <a:rPr lang="en-ID" err="1"/>
              <a:t>laporan</a:t>
            </a:r>
            <a:r>
              <a:rPr lang="en-ID"/>
              <a:t>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. Tindakan </a:t>
            </a:r>
            <a:r>
              <a:rPr lang="en-ID" err="1"/>
              <a:t>tersebut</a:t>
            </a:r>
            <a:r>
              <a:rPr lang="en-ID"/>
              <a:t> </a:t>
            </a:r>
            <a:r>
              <a:rPr lang="en-ID" err="1"/>
              <a:t>termasuk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E3A72-7DB4-C4D3-C38D-B74D89ADB2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4A8F8-299C-2B6C-10B2-F3D34E7455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C6B23A-4EEF-0A90-AD55-2D32652448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Pemutakhiran</a:t>
            </a:r>
            <a:r>
              <a:rPr lang="en-ID"/>
              <a:t>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A2EFCC-7B69-F932-1B31-47D36FDEA6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Manipulasi</a:t>
            </a:r>
            <a:r>
              <a:rPr lang="en-ID"/>
              <a:t> data / fraud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CEFDBE-B41C-3841-7C18-D072271BF7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A1B493-AB27-E4E8-FC92-797795A2B6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A83341-56E2-7355-AF03-C43434F8C7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Verifikasi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A640F9F-13DE-8B0B-EB45-91184B27A49E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Rekonsiliasi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22894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CB98-6F0C-8488-D3F9-9C2CC0B7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665B137-12C8-D6C4-70EB-2F74222B7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CO </a:t>
            </a:r>
            <a:r>
              <a:rPr lang="en-ID" err="1"/>
              <a:t>akan</a:t>
            </a:r>
            <a:r>
              <a:rPr lang="en-ID"/>
              <a:t> </a:t>
            </a:r>
            <a:r>
              <a:rPr lang="en-ID" err="1"/>
              <a:t>keluar</a:t>
            </a:r>
            <a:r>
              <a:rPr lang="en-ID"/>
              <a:t> </a:t>
            </a:r>
            <a:r>
              <a:rPr lang="en-ID" err="1"/>
              <a:t>sebentar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ruang</a:t>
            </a:r>
            <a:r>
              <a:rPr lang="en-ID"/>
              <a:t> </a:t>
            </a:r>
            <a:r>
              <a:rPr lang="en-ID" err="1"/>
              <a:t>penyimpanan</a:t>
            </a:r>
            <a:r>
              <a:rPr lang="en-ID"/>
              <a:t> uang kas </a:t>
            </a:r>
            <a:r>
              <a:rPr lang="en-ID" err="1"/>
              <a:t>wisma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C683D-8F2D-0769-ADAE-32FE6883B5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01B70-45EE-A794-78E3-0126F8AE6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CA22F1-086E-66CE-0C28-59A12E403B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Menitipkan</a:t>
            </a:r>
            <a:r>
              <a:rPr lang="en-ID"/>
              <a:t> </a:t>
            </a:r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yang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menunggu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F6FB4A-D011-0EA3-62C2-9013D5FFE7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Menutup</a:t>
            </a:r>
            <a:r>
              <a:rPr lang="en-ID"/>
              <a:t> </a:t>
            </a:r>
            <a:r>
              <a:rPr lang="en-ID" err="1"/>
              <a:t>pintu</a:t>
            </a:r>
            <a:r>
              <a:rPr lang="en-ID"/>
              <a:t> </a:t>
            </a:r>
            <a:r>
              <a:rPr lang="en-ID" err="1"/>
              <a:t>saja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dikunci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DF529C-88F0-90A8-DDA5-F6E0A4AFCD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5D0EE8E-6AC9-FB74-BEB8-87D0EE924D3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1BF2D9-E3EF-1D59-4EC4-68FA7B0A45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Mengunci</a:t>
            </a:r>
            <a:r>
              <a:rPr lang="en-ID"/>
              <a:t> </a:t>
            </a:r>
            <a:r>
              <a:rPr lang="en-ID" err="1"/>
              <a:t>brankas</a:t>
            </a:r>
            <a:r>
              <a:rPr lang="en-ID"/>
              <a:t> dan </a:t>
            </a:r>
            <a:r>
              <a:rPr lang="en-ID" err="1"/>
              <a:t>ruangan</a:t>
            </a:r>
            <a:r>
              <a:rPr lang="en-ID"/>
              <a:t>, </a:t>
            </a:r>
            <a:r>
              <a:rPr lang="en-ID" err="1"/>
              <a:t>walaupun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keluar</a:t>
            </a:r>
            <a:r>
              <a:rPr lang="en-ID"/>
              <a:t> </a:t>
            </a:r>
            <a:r>
              <a:rPr lang="en-ID" err="1"/>
              <a:t>sebentar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85045A4-5EFB-4D24-2D8B-5D9FB19279DB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Membiarkan</a:t>
            </a:r>
            <a:r>
              <a:rPr lang="en-ID"/>
              <a:t> </a:t>
            </a:r>
            <a:r>
              <a:rPr lang="en-ID" err="1"/>
              <a:t>terbuka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sebentar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93402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EAA3-CE36-8EF6-6952-34F03796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1B02527-1785-467D-2615-2C73C8200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85000" lnSpcReduction="10000"/>
          </a:bodyPr>
          <a:lstStyle/>
          <a:p>
            <a:r>
              <a:rPr lang="en-ID"/>
              <a:t>Saat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setoran</a:t>
            </a:r>
            <a:r>
              <a:rPr lang="en-ID"/>
              <a:t>, CO </a:t>
            </a:r>
            <a:r>
              <a:rPr lang="en-ID" err="1"/>
              <a:t>mendapati</a:t>
            </a:r>
            <a:r>
              <a:rPr lang="en-ID"/>
              <a:t>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lembar</a:t>
            </a:r>
            <a:r>
              <a:rPr lang="en-ID"/>
              <a:t> uang yang </a:t>
            </a:r>
            <a:r>
              <a:rPr lang="en-ID" err="1"/>
              <a:t>dicurigai</a:t>
            </a:r>
            <a:r>
              <a:rPr lang="en-ID"/>
              <a:t> </a:t>
            </a:r>
            <a:r>
              <a:rPr lang="en-ID" err="1"/>
              <a:t>palsu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</a:t>
            </a:r>
            <a:r>
              <a:rPr lang="en-ID" err="1"/>
              <a:t>pertama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0BF99-113D-2CF4-786B-82C2C98EC3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4E49D-5292-84B5-1198-CB7D55A5BB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846009-8C75-F919-F707-EBBDA84191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Mencampurnya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uang lain agar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terlihat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15BDFC-932A-7609-2E34-1C95288241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Mengembalikannya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pencatatan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AB32A7-1503-1F43-6A4C-EEC764057E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920449-7726-CDD2-B541-D884080526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C7EBE1-AAFB-FC7C-50FE-880888FCE96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Menyimpannya</a:t>
            </a:r>
            <a:r>
              <a:rPr lang="en-ID"/>
              <a:t> di </a:t>
            </a:r>
            <a:r>
              <a:rPr lang="en-ID" err="1"/>
              <a:t>jok</a:t>
            </a:r>
            <a:r>
              <a:rPr lang="en-ID"/>
              <a:t> motor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AAB3E9B-2499-8714-5DB7-75A3CD5B87B7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Memisahkannya</a:t>
            </a:r>
            <a:r>
              <a:rPr lang="en-ID"/>
              <a:t> dan </a:t>
            </a:r>
            <a:r>
              <a:rPr lang="en-ID" err="1"/>
              <a:t>segera</a:t>
            </a:r>
            <a:r>
              <a:rPr lang="en-ID"/>
              <a:t>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PUK</a:t>
            </a:r>
          </a:p>
        </p:txBody>
      </p:sp>
    </p:spTree>
    <p:extLst>
      <p:ext uri="{BB962C8B-B14F-4D97-AF65-F5344CB8AC3E}">
        <p14:creationId xmlns:p14="http://schemas.microsoft.com/office/powerpoint/2010/main" val="14377720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3B37-29C4-A08C-23EA-BE543104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5763A2F-A985-A716-14A2-2B72A037F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berangkat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PRS, CO </a:t>
            </a:r>
            <a:r>
              <a:rPr lang="en-ID" err="1"/>
              <a:t>selalu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helm dan </a:t>
            </a:r>
            <a:r>
              <a:rPr lang="en-ID" err="1"/>
              <a:t>mengecek</a:t>
            </a:r>
            <a:r>
              <a:rPr lang="en-ID"/>
              <a:t> rem motor.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termasuk</a:t>
            </a:r>
            <a:r>
              <a:rPr lang="en-ID"/>
              <a:t> </a:t>
            </a:r>
            <a:r>
              <a:rPr lang="en-ID" err="1"/>
              <a:t>upaya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pengelolaan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6D715-DCD9-20EB-7B8F-8C43FB580B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9CFB4-01CB-4136-22B6-59C9216813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C7EA93-4C26-574B-5BD2-7C528F0A91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Mitigasi</a:t>
            </a:r>
            <a:r>
              <a:rPr lang="en-ID"/>
              <a:t>, </a:t>
            </a:r>
            <a:r>
              <a:rPr lang="en-ID" err="1"/>
              <a:t>yaitu</a:t>
            </a:r>
            <a:r>
              <a:rPr lang="en-ID"/>
              <a:t> </a:t>
            </a:r>
            <a:r>
              <a:rPr lang="en-ID" err="1"/>
              <a:t>mengurangi</a:t>
            </a:r>
            <a:r>
              <a:rPr lang="en-ID"/>
              <a:t> </a:t>
            </a:r>
            <a:r>
              <a:rPr lang="en-ID" err="1"/>
              <a:t>kemungkinan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dampak</a:t>
            </a:r>
            <a:r>
              <a:rPr lang="en-ID"/>
              <a:t> </a:t>
            </a:r>
            <a:r>
              <a:rPr lang="en-ID" err="1"/>
              <a:t>risiko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0BF086-DDBC-6CA0-E339-5EB2D37879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Memindahkan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pihak</a:t>
            </a:r>
            <a:r>
              <a:rPr lang="en-ID"/>
              <a:t> lain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88BDC0-06BA-864C-D20F-B37C2BE5DC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FD87FF-5DAD-99D2-2500-6B994075B0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A79ADB-E9EF-D89A-AA43-B04D97F48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 marL="0" indent="0" algn="l"/>
            <a:r>
              <a:rPr lang="en-ID" err="1"/>
              <a:t>Mengabaikan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rute</a:t>
            </a:r>
            <a:r>
              <a:rPr lang="en-ID"/>
              <a:t> </a:t>
            </a:r>
            <a:r>
              <a:rPr lang="en-ID" err="1"/>
              <a:t>dekat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53B57FB-A3C1-469F-5A1E-AD70DDCF3D00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Menghindari</a:t>
            </a:r>
            <a:r>
              <a:rPr lang="en-ID"/>
              <a:t> </a:t>
            </a:r>
            <a:r>
              <a:rPr lang="en-ID" err="1"/>
              <a:t>seluruh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perjalanan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50493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67A8-F5B6-0B12-10B1-71AFF5D2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D4FB0AC-B3E7-518D-496F-F6513BDA4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menyampaikan</a:t>
            </a:r>
            <a:r>
              <a:rPr lang="en-ID"/>
              <a:t> </a:t>
            </a:r>
            <a:r>
              <a:rPr lang="en-ID" err="1"/>
              <a:t>keluhan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CO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saldo</a:t>
            </a:r>
            <a:r>
              <a:rPr lang="en-ID"/>
              <a:t> </a:t>
            </a:r>
            <a:r>
              <a:rPr lang="en-ID" err="1"/>
              <a:t>tabungannya</a:t>
            </a:r>
            <a:r>
              <a:rPr lang="en-ID"/>
              <a:t>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. Apa </a:t>
            </a:r>
            <a:r>
              <a:rPr lang="en-ID" err="1"/>
              <a:t>tindakan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BAD6-0238-D1A5-6276-F24296B6A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8AFD6-DDE2-8B3A-73D3-6BC2980AD1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2CBF6-FE9C-4E6B-8F88-AACDF32256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8882" y="5739733"/>
            <a:ext cx="4114801" cy="523220"/>
          </a:xfrm>
        </p:spPr>
        <p:txBody>
          <a:bodyPr>
            <a:normAutofit fontScale="92500" lnSpcReduction="20000"/>
          </a:bodyPr>
          <a:lstStyle/>
          <a:p>
            <a:r>
              <a:rPr lang="en-ID" err="1"/>
              <a:t>Menyarankan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menyelesaikannya</a:t>
            </a:r>
            <a:r>
              <a:rPr lang="en-ID"/>
              <a:t> </a:t>
            </a:r>
            <a:r>
              <a:rPr lang="en-ID" err="1"/>
              <a:t>sendiri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60287E-7725-77AC-7A60-9868A84640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Menindaklanjuti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prosedur</a:t>
            </a:r>
            <a:r>
              <a:rPr lang="en-ID"/>
              <a:t> dan </a:t>
            </a:r>
            <a:r>
              <a:rPr lang="en-ID" err="1"/>
              <a:t>mencatatnya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keluhan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CEB43D-C6C5-1BA4-8656-54EA320DB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B768C1-9B54-3C64-8EB3-49E9334D0A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0595F2-C86B-4DE5-2DB5-D38C831D8EF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Mengabaikan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selisihnya</a:t>
            </a:r>
            <a:r>
              <a:rPr lang="en-ID"/>
              <a:t> </a:t>
            </a:r>
            <a:r>
              <a:rPr lang="en-ID" err="1"/>
              <a:t>kecil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0D51634-6AB6-CC7B-8089-CD45BEF57B4B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Menjanjikan</a:t>
            </a:r>
            <a:r>
              <a:rPr lang="en-ID"/>
              <a:t> </a:t>
            </a:r>
            <a:r>
              <a:rPr lang="en-ID" err="1"/>
              <a:t>koreksi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pengecekan</a:t>
            </a:r>
            <a:r>
              <a:rPr lang="en-ID"/>
              <a:t> </a:t>
            </a:r>
            <a:r>
              <a:rPr lang="en-ID" err="1"/>
              <a:t>terlebih</a:t>
            </a:r>
            <a:r>
              <a:rPr lang="en-ID"/>
              <a:t> </a:t>
            </a:r>
            <a:r>
              <a:rPr lang="en-ID" err="1"/>
              <a:t>dahulu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67988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7672-5A5A-AA51-2F05-BC48A583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FFD04BF-995D-2713-B135-AAEED0431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ID"/>
              <a:t>Saat </a:t>
            </a:r>
            <a:r>
              <a:rPr lang="en-ID" err="1"/>
              <a:t>menjelaskan</a:t>
            </a:r>
            <a:r>
              <a:rPr lang="en-ID"/>
              <a:t> </a:t>
            </a:r>
            <a:r>
              <a:rPr lang="en-ID" err="1"/>
              <a:t>produk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kelompok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, CO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memastikan</a:t>
            </a:r>
            <a:r>
              <a:rPr lang="en-ID"/>
              <a:t> </a:t>
            </a:r>
            <a:r>
              <a:rPr lang="en-ID" err="1"/>
              <a:t>produk</a:t>
            </a:r>
            <a:r>
              <a:rPr lang="en-ID"/>
              <a:t> dan </a:t>
            </a:r>
            <a:r>
              <a:rPr lang="en-ID" err="1"/>
              <a:t>prosesnya</a:t>
            </a:r>
            <a:r>
              <a:rPr lang="en-ID"/>
              <a:t> </a:t>
            </a:r>
            <a:r>
              <a:rPr lang="en-ID" err="1"/>
              <a:t>tetap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dasar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0A95-EF03-110C-B8AA-DD63BFF051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FA0BE3-BE15-F241-B56B-EE5634B305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0CB0FD-0251-BD34-18F0-64FB89C633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 err="1"/>
              <a:t>Kebiasaan</a:t>
            </a:r>
            <a:r>
              <a:rPr lang="en-ID"/>
              <a:t> </a:t>
            </a:r>
            <a:r>
              <a:rPr lang="en-ID" err="1"/>
              <a:t>setempat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177D1D-6AD1-F0F2-F90C-24441E7948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Preferensi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4B345B-CFCA-4BBE-E8A9-C9E78C4E42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B054-F59A-D0E2-41EC-650B2F3EC0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1ABA72-84CD-6149-5122-A94785F334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Prinsip</a:t>
            </a:r>
            <a:r>
              <a:rPr lang="en-ID"/>
              <a:t> syariah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9D04186-15B7-EF17-F837-F5A778325E93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Target </a:t>
            </a:r>
            <a:r>
              <a:rPr lang="en-ID" err="1"/>
              <a:t>pencairan</a:t>
            </a:r>
            <a:r>
              <a:rPr lang="en-ID"/>
              <a:t> </a:t>
            </a:r>
            <a:r>
              <a:rPr lang="en-ID" err="1"/>
              <a:t>bulanan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21779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FDF9C-3CCF-56EC-981D-8E73951F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93D2722-B308-3B84-30D7-32DB3CE88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0000" lnSpcReduction="20000"/>
          </a:bodyPr>
          <a:lstStyle/>
          <a:p>
            <a:r>
              <a:rPr lang="en-ID" err="1"/>
              <a:t>Beberapa</a:t>
            </a:r>
            <a:r>
              <a:rPr lang="en-ID"/>
              <a:t> CO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memahami</a:t>
            </a:r>
            <a:r>
              <a:rPr lang="en-ID"/>
              <a:t> </a:t>
            </a:r>
            <a:r>
              <a:rPr lang="en-ID" err="1"/>
              <a:t>prosedur</a:t>
            </a:r>
            <a:r>
              <a:rPr lang="en-ID"/>
              <a:t> </a:t>
            </a:r>
            <a:r>
              <a:rPr lang="en-ID" err="1"/>
              <a:t>baru</a:t>
            </a:r>
            <a:r>
              <a:rPr lang="en-ID"/>
              <a:t> </a:t>
            </a:r>
            <a:r>
              <a:rPr lang="en-ID" err="1"/>
              <a:t>sehingga</a:t>
            </a:r>
            <a:r>
              <a:rPr lang="en-ID"/>
              <a:t> </a:t>
            </a:r>
            <a:r>
              <a:rPr lang="en-ID" err="1"/>
              <a:t>langkah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cara</a:t>
            </a:r>
            <a:r>
              <a:rPr lang="en-ID"/>
              <a:t> yang </a:t>
            </a:r>
            <a:r>
              <a:rPr lang="en-ID" err="1"/>
              <a:t>berbeda-beda</a:t>
            </a:r>
            <a:r>
              <a:rPr lang="en-ID"/>
              <a:t>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7060A-1DFE-C4B6-E805-D6E2D3390A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81F9D-29BD-EC7A-B2F1-1BD2DE660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4668F5-BA26-BAEF-518C-BEBF3C6862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49D07F-2C42-68F8-6A72-EC00CEA510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Kepatuhan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F25FE9-44FF-0EB6-0713-A727BAFAE0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AC592B-A009-0D64-D817-F8B185D5D4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B9DE6A-D60E-55A2-F786-1B3425086F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</a:t>
            </a:r>
            <a:r>
              <a:rPr lang="en-ID" err="1"/>
              <a:t>Strategis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CC8DF27-1485-4909-BDFD-51014A6D563E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Pasar</a:t>
            </a:r>
          </a:p>
        </p:txBody>
      </p:sp>
    </p:spTree>
    <p:extLst>
      <p:ext uri="{BB962C8B-B14F-4D97-AF65-F5344CB8AC3E}">
        <p14:creationId xmlns:p14="http://schemas.microsoft.com/office/powerpoint/2010/main" val="40420242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5FE6-F623-0905-7634-778B6ED7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487CAF7-8967-FE4C-56BE-B228B4C91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85000" lnSpcReduction="10000"/>
          </a:bodyPr>
          <a:lstStyle/>
          <a:p>
            <a:r>
              <a:rPr lang="en-ID"/>
              <a:t>CO </a:t>
            </a:r>
            <a:r>
              <a:rPr lang="en-ID" err="1"/>
              <a:t>menyimpan</a:t>
            </a:r>
            <a:r>
              <a:rPr lang="en-ID"/>
              <a:t> </a:t>
            </a:r>
            <a:r>
              <a:rPr lang="en-ID" err="1"/>
              <a:t>nomor</a:t>
            </a:r>
            <a:r>
              <a:rPr lang="en-ID"/>
              <a:t> </a:t>
            </a:r>
            <a:r>
              <a:rPr lang="en-ID" err="1"/>
              <a:t>telepon</a:t>
            </a:r>
            <a:r>
              <a:rPr lang="en-ID"/>
              <a:t> dan data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di HP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supaya</a:t>
            </a:r>
            <a:r>
              <a:rPr lang="en-ID"/>
              <a:t> </a:t>
            </a:r>
            <a:r>
              <a:rPr lang="en-ID" err="1"/>
              <a:t>mudah</a:t>
            </a:r>
            <a:r>
              <a:rPr lang="en-ID"/>
              <a:t> </a:t>
            </a:r>
            <a:r>
              <a:rPr lang="en-ID" err="1"/>
              <a:t>dihubungi</a:t>
            </a:r>
            <a:r>
              <a:rPr lang="en-ID"/>
              <a:t>. Apa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5FE00-2DEB-E883-D7B2-B40B2B74C9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8A07D-8DDE-A60B-8A9F-4A82AFDECE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51529-D79B-8B94-2A26-CAC9E078DC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Menggunakan</a:t>
            </a:r>
            <a:r>
              <a:rPr lang="en-ID"/>
              <a:t>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melalui</a:t>
            </a:r>
            <a:r>
              <a:rPr lang="en-ID"/>
              <a:t> </a:t>
            </a:r>
            <a:r>
              <a:rPr lang="en-ID" err="1"/>
              <a:t>perangkat</a:t>
            </a:r>
            <a:r>
              <a:rPr lang="en-ID"/>
              <a:t> dan </a:t>
            </a:r>
            <a:r>
              <a:rPr lang="en-ID" err="1"/>
              <a:t>sarana</a:t>
            </a:r>
            <a:r>
              <a:rPr lang="en-ID"/>
              <a:t> </a:t>
            </a:r>
            <a:r>
              <a:rPr lang="en-ID" err="1"/>
              <a:t>resmi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DBA1BB-483B-F2C8-CFA4-971B1B4A1E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Boleh</a:t>
            </a:r>
            <a:r>
              <a:rPr lang="en-ID"/>
              <a:t>, </a:t>
            </a:r>
            <a:r>
              <a:rPr lang="en-ID" err="1"/>
              <a:t>selama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dipakai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menghubungi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76CBB2-AAB5-7602-9E9F-01F3FBABB8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BDED7D-092E-727D-92B5-8FF550EF21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137303-4460-AB31-5AE3-F34B033DBC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Boleh</a:t>
            </a:r>
            <a:r>
              <a:rPr lang="en-ID"/>
              <a:t>, </a:t>
            </a:r>
            <a:r>
              <a:rPr lang="en-ID" err="1"/>
              <a:t>kalau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memberi</a:t>
            </a:r>
            <a:r>
              <a:rPr lang="en-ID"/>
              <a:t> </a:t>
            </a:r>
            <a:r>
              <a:rPr lang="en-ID" err="1"/>
              <a:t>tahu</a:t>
            </a:r>
            <a:r>
              <a:rPr lang="en-ID"/>
              <a:t> </a:t>
            </a:r>
            <a:r>
              <a:rPr lang="en-ID" err="1"/>
              <a:t>sesama</a:t>
            </a:r>
            <a:r>
              <a:rPr lang="en-ID"/>
              <a:t> CO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746C126-7367-457E-DDE4-3501FD010C60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Boleh</a:t>
            </a:r>
            <a:r>
              <a:rPr lang="en-ID"/>
              <a:t>, </a:t>
            </a:r>
            <a:r>
              <a:rPr lang="en-ID" err="1"/>
              <a:t>selama</a:t>
            </a:r>
            <a:r>
              <a:rPr lang="en-ID"/>
              <a:t> HP </a:t>
            </a:r>
            <a:r>
              <a:rPr lang="en-ID" err="1"/>
              <a:t>dikunci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8819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9812-945B-9A8B-CA6A-90EE7B7DD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FDDA515-7760-010C-86A1-941777673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ID" err="1"/>
              <a:t>Seorang</a:t>
            </a:r>
            <a:r>
              <a:rPr lang="en-ID"/>
              <a:t> </a:t>
            </a:r>
            <a:r>
              <a:rPr lang="en-ID" err="1"/>
              <a:t>oknum</a:t>
            </a:r>
            <a:r>
              <a:rPr lang="en-ID"/>
              <a:t> di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organisasi</a:t>
            </a:r>
            <a:r>
              <a:rPr lang="en-ID"/>
              <a:t> </a:t>
            </a:r>
            <a:r>
              <a:rPr lang="en-ID" err="1"/>
              <a:t>sengaja</a:t>
            </a:r>
            <a:r>
              <a:rPr lang="en-ID"/>
              <a:t> </a:t>
            </a:r>
            <a:r>
              <a:rPr lang="en-ID" err="1"/>
              <a:t>berbuat</a:t>
            </a:r>
            <a:r>
              <a:rPr lang="en-ID"/>
              <a:t> </a:t>
            </a:r>
            <a:r>
              <a:rPr lang="en-ID" err="1"/>
              <a:t>curang</a:t>
            </a:r>
            <a:r>
              <a:rPr lang="en-ID"/>
              <a:t> demi </a:t>
            </a:r>
            <a:r>
              <a:rPr lang="en-ID" err="1"/>
              <a:t>keuntungan</a:t>
            </a:r>
            <a:r>
              <a:rPr lang="en-ID"/>
              <a:t> </a:t>
            </a:r>
            <a:r>
              <a:rPr lang="en-ID" err="1"/>
              <a:t>pribadi</a:t>
            </a:r>
            <a:r>
              <a:rPr lang="en-ID"/>
              <a:t> dan </a:t>
            </a:r>
            <a:r>
              <a:rPr lang="en-ID" err="1"/>
              <a:t>merugikan</a:t>
            </a:r>
            <a:r>
              <a:rPr lang="en-ID"/>
              <a:t> </a:t>
            </a:r>
            <a:r>
              <a:rPr lang="en-ID" err="1"/>
              <a:t>perusahaan</a:t>
            </a:r>
            <a:r>
              <a:rPr lang="en-ID"/>
              <a:t>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6DDC7-0262-E7EE-CD35-0828E6A516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E90A0-4C97-DEBF-68B5-0F46C920FC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B4E7CD-B17A-D3CC-4F0A-9745E03357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/>
          </a:bodyPr>
          <a:lstStyle/>
          <a:p>
            <a:pPr marL="0" indent="0" algn="l"/>
            <a:r>
              <a:rPr lang="en-ID"/>
              <a:t>Fraud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42331F-F9DC-D0D8-5D0D-A2ACAB3361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Kesalahan</a:t>
            </a:r>
            <a:r>
              <a:rPr lang="en-ID"/>
              <a:t> input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B14E20-3EA4-7B46-96D2-E1EE7498E9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D94220-94B3-96CB-C2B1-B21A92259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850D2A-EFBF-A44B-A111-1985A22D81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F6B5916-8E46-2410-4FEC-C117964F7B8E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Kelalaian</a:t>
            </a:r>
            <a:r>
              <a:rPr lang="en-ID"/>
              <a:t> </a:t>
            </a:r>
            <a:r>
              <a:rPr lang="en-ID" err="1"/>
              <a:t>administrasi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0264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B19A-DEF7-40E0-3A6C-7D5B98AC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0004C4B-732E-71B7-3045-AF27D8CEE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ID"/>
              <a:t>CO </a:t>
            </a:r>
            <a:r>
              <a:rPr lang="en-ID" err="1"/>
              <a:t>mencurigai</a:t>
            </a:r>
            <a:r>
              <a:rPr lang="en-ID"/>
              <a:t> </a:t>
            </a:r>
            <a:r>
              <a:rPr lang="en-ID" err="1"/>
              <a:t>adanya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fraud pada </a:t>
            </a:r>
            <a:r>
              <a:rPr lang="en-ID" err="1"/>
              <a:t>pekerjaan</a:t>
            </a:r>
            <a:r>
              <a:rPr lang="en-ID"/>
              <a:t> </a:t>
            </a:r>
            <a:r>
              <a:rPr lang="en-ID" err="1"/>
              <a:t>rekannya</a:t>
            </a:r>
            <a:r>
              <a:rPr lang="en-ID"/>
              <a:t>, </a:t>
            </a:r>
            <a:r>
              <a:rPr lang="en-ID" err="1"/>
              <a:t>tetapi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memiliki</a:t>
            </a:r>
            <a:r>
              <a:rPr lang="en-ID"/>
              <a:t> </a:t>
            </a:r>
            <a:r>
              <a:rPr lang="en-ID" err="1"/>
              <a:t>bukti</a:t>
            </a:r>
            <a:r>
              <a:rPr lang="en-ID"/>
              <a:t> </a:t>
            </a:r>
            <a:r>
              <a:rPr lang="en-ID" err="1"/>
              <a:t>lengkap</a:t>
            </a:r>
            <a:r>
              <a:rPr lang="en-ID"/>
              <a:t>. Apa yang </a:t>
            </a:r>
            <a:r>
              <a:rPr lang="en-ID" err="1"/>
              <a:t>sebaiknya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24772-DC44-9BAE-407C-FCF0CFC941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07095-F894-88F7-25B5-650E0BC8C7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88B0BC-3CD1-562E-DB29-B78F18FD17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62500" lnSpcReduction="20000"/>
          </a:bodyPr>
          <a:lstStyle/>
          <a:p>
            <a:pPr marL="0" indent="0" algn="l"/>
            <a:r>
              <a:rPr lang="en-ID" err="1"/>
              <a:t>Menyampaikan</a:t>
            </a:r>
            <a:r>
              <a:rPr lang="en-ID"/>
              <a:t> </a:t>
            </a:r>
            <a:r>
              <a:rPr lang="en-ID" err="1"/>
              <a:t>fakta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indikasi</a:t>
            </a:r>
            <a:r>
              <a:rPr lang="en-ID"/>
              <a:t> </a:t>
            </a:r>
            <a:r>
              <a:rPr lang="en-ID" err="1"/>
              <a:t>melalui</a:t>
            </a:r>
            <a:r>
              <a:rPr lang="en-ID"/>
              <a:t> </a:t>
            </a:r>
            <a:r>
              <a:rPr lang="en-ID" err="1"/>
              <a:t>mekanisme</a:t>
            </a:r>
            <a:r>
              <a:rPr lang="en-ID"/>
              <a:t> </a:t>
            </a:r>
            <a:r>
              <a:rPr lang="en-ID" err="1"/>
              <a:t>pelaporan</a:t>
            </a:r>
            <a:r>
              <a:rPr lang="en-ID"/>
              <a:t> </a:t>
            </a:r>
            <a:r>
              <a:rPr lang="en-ID" err="1"/>
              <a:t>resmi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membuktikan</a:t>
            </a:r>
            <a:r>
              <a:rPr lang="en-ID"/>
              <a:t> </a:t>
            </a:r>
            <a:r>
              <a:rPr lang="en-ID" err="1"/>
              <a:t>sendiri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3958D1-40D1-4E55-3897-03829224C9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Menegur</a:t>
            </a:r>
            <a:r>
              <a:rPr lang="en-ID"/>
              <a:t> dan </a:t>
            </a:r>
            <a:r>
              <a:rPr lang="en-ID" err="1"/>
              <a:t>menuduh</a:t>
            </a:r>
            <a:r>
              <a:rPr lang="en-ID"/>
              <a:t> </a:t>
            </a:r>
            <a:r>
              <a:rPr lang="en-ID" err="1"/>
              <a:t>rekan</a:t>
            </a:r>
            <a:r>
              <a:rPr lang="en-ID"/>
              <a:t> </a:t>
            </a:r>
            <a:r>
              <a:rPr lang="en-ID" err="1"/>
              <a:t>tersebut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langsung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0C342-1D6D-6AAB-C0E4-045C71EE7F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ED75FE-0B07-AD1A-977B-C19628106D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F4C732-BB8C-E411-3CD1-92893D5D27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0" indent="0" algn="l"/>
            <a:r>
              <a:rPr lang="en-ID" err="1"/>
              <a:t>Membahasnya</a:t>
            </a:r>
            <a:r>
              <a:rPr lang="en-ID"/>
              <a:t> di </a:t>
            </a:r>
            <a:r>
              <a:rPr lang="en-ID" err="1"/>
              <a:t>grup</a:t>
            </a:r>
            <a:r>
              <a:rPr lang="en-ID"/>
              <a:t> chat </a:t>
            </a:r>
            <a:r>
              <a:rPr lang="en-ID" err="1"/>
              <a:t>antar</a:t>
            </a:r>
            <a:r>
              <a:rPr lang="en-ID"/>
              <a:t>-CO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A44093D-6B27-9C6B-D6E9-24A9E148E5A3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bukti</a:t>
            </a:r>
            <a:r>
              <a:rPr lang="en-ID"/>
              <a:t> </a:t>
            </a:r>
            <a:r>
              <a:rPr lang="en-ID" err="1"/>
              <a:t>lengkap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bicara</a:t>
            </a:r>
            <a:r>
              <a:rPr lang="en-ID"/>
              <a:t> </a:t>
            </a:r>
            <a:r>
              <a:rPr lang="en-ID" err="1"/>
              <a:t>kepada</a:t>
            </a:r>
            <a:r>
              <a:rPr lang="en-ID"/>
              <a:t> </a:t>
            </a:r>
            <a:r>
              <a:rPr lang="en-ID" err="1"/>
              <a:t>siapa</a:t>
            </a:r>
            <a:r>
              <a:rPr lang="en-ID"/>
              <a:t> pun</a:t>
            </a:r>
          </a:p>
        </p:txBody>
      </p:sp>
    </p:spTree>
    <p:extLst>
      <p:ext uri="{BB962C8B-B14F-4D97-AF65-F5344CB8AC3E}">
        <p14:creationId xmlns:p14="http://schemas.microsoft.com/office/powerpoint/2010/main" val="22734925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71C2-9A4C-EEC1-CBB2-448464394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01A0F3-B9D3-D237-2A00-04F80FD9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Target </a:t>
            </a:r>
            <a:r>
              <a:rPr lang="en-ID" err="1"/>
              <a:t>pencairan</a:t>
            </a:r>
            <a:r>
              <a:rPr lang="en-ID"/>
              <a:t> CO </a:t>
            </a:r>
            <a:r>
              <a:rPr lang="en-ID" err="1"/>
              <a:t>bulan</a:t>
            </a:r>
            <a:r>
              <a:rPr lang="en-ID"/>
              <a:t>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tercapai</a:t>
            </a:r>
            <a:r>
              <a:rPr lang="en-ID"/>
              <a:t>. </a:t>
            </a:r>
            <a:r>
              <a:rPr lang="en-ID" err="1"/>
              <a:t>Sikap</a:t>
            </a:r>
            <a:r>
              <a:rPr lang="en-ID"/>
              <a:t> yang paling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dengan</a:t>
            </a:r>
            <a:r>
              <a:rPr lang="en-ID"/>
              <a:t> </a:t>
            </a:r>
            <a:r>
              <a:rPr lang="en-ID" err="1"/>
              <a:t>nilai</a:t>
            </a:r>
            <a:r>
              <a:rPr lang="en-ID"/>
              <a:t> </a:t>
            </a:r>
            <a:r>
              <a:rPr lang="en-ID" err="1"/>
              <a:t>integritas</a:t>
            </a:r>
            <a:r>
              <a:rPr lang="en-ID"/>
              <a:t>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87794-7A4C-9AC0-28DF-3FDA5C3705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97682-503C-5BF4-7DB3-2395E002AF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0095A1-1BF9-EFD5-65CE-47684F7209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81200" y="5739733"/>
            <a:ext cx="4114800" cy="523220"/>
          </a:xfrm>
        </p:spPr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Menambah</a:t>
            </a:r>
            <a:r>
              <a:rPr lang="en-ID"/>
              <a:t> </a:t>
            </a:r>
            <a:r>
              <a:rPr lang="en-ID" err="1"/>
              <a:t>angka</a:t>
            </a:r>
            <a:r>
              <a:rPr lang="en-ID"/>
              <a:t> </a:t>
            </a:r>
            <a:r>
              <a:rPr lang="en-ID" err="1"/>
              <a:t>kunjungan</a:t>
            </a:r>
            <a:r>
              <a:rPr lang="en-ID"/>
              <a:t> agar target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tercapai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461760-C2BF-86B5-D489-20EC815BD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Menunda</a:t>
            </a:r>
            <a:r>
              <a:rPr lang="en-ID"/>
              <a:t> </a:t>
            </a:r>
            <a:r>
              <a:rPr lang="en-ID" err="1"/>
              <a:t>pelaporan</a:t>
            </a:r>
            <a:r>
              <a:rPr lang="en-ID"/>
              <a:t> </a:t>
            </a:r>
            <a:r>
              <a:rPr lang="en-ID" err="1"/>
              <a:t>sampai</a:t>
            </a:r>
            <a:r>
              <a:rPr lang="en-ID"/>
              <a:t> target </a:t>
            </a:r>
            <a:r>
              <a:rPr lang="en-ID" err="1"/>
              <a:t>tercapai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44A769-65FA-FDB6-E5A4-9DC407BE498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FE2D6B-E9D5-B59E-AC30-82B07A3098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F89057-01FE-F6AC-5123-90516739D0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/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rekan</a:t>
            </a:r>
            <a:r>
              <a:rPr lang="en-ID"/>
              <a:t> </a:t>
            </a:r>
            <a:r>
              <a:rPr lang="en-ID" err="1"/>
              <a:t>melaporkan</a:t>
            </a:r>
            <a:r>
              <a:rPr lang="en-ID"/>
              <a:t> </a:t>
            </a:r>
            <a:r>
              <a:rPr lang="en-ID" err="1"/>
              <a:t>kunjungannya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tambahan</a:t>
            </a:r>
            <a:endParaRPr lang="en-ID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5DCF569-A88A-0737-B3C4-2E631B0A8580}"/>
              </a:ext>
            </a:extLst>
          </p:cNvPr>
          <p:cNvSpPr txBox="1">
            <a:spLocks/>
          </p:cNvSpPr>
          <p:nvPr/>
        </p:nvSpPr>
        <p:spPr>
          <a:xfrm>
            <a:off x="1981199" y="5135994"/>
            <a:ext cx="4114801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Melaporkan</a:t>
            </a:r>
            <a:r>
              <a:rPr lang="en-ID"/>
              <a:t> data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kondisi</a:t>
            </a:r>
            <a:r>
              <a:rPr lang="en-ID"/>
              <a:t> </a:t>
            </a:r>
            <a:r>
              <a:rPr lang="en-ID" err="1"/>
              <a:t>sebenarnya</a:t>
            </a:r>
            <a:r>
              <a:rPr lang="en-ID"/>
              <a:t> </a:t>
            </a:r>
            <a:r>
              <a:rPr lang="en-ID" err="1"/>
              <a:t>meskipun</a:t>
            </a:r>
            <a:r>
              <a:rPr lang="en-ID"/>
              <a:t> </a:t>
            </a:r>
            <a:r>
              <a:rPr lang="en-ID" err="1"/>
              <a:t>hasilnya</a:t>
            </a:r>
            <a:r>
              <a:rPr lang="en-ID"/>
              <a:t> </a:t>
            </a:r>
            <a:r>
              <a:rPr lang="en-ID" err="1"/>
              <a:t>belum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harapan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60799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B352-44A0-6224-D972-8568B111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FD2731C-E343-A857-6877-BDF3BCAD49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D" sz="107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B7CF7-465B-D6EA-AA14-3B1363E375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58AC5-278F-B97F-7B4A-9D271638A9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39000" y="590085"/>
            <a:ext cx="1331913" cy="476250"/>
          </a:xfrm>
        </p:spPr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DD015-ECCA-10C8-5EFD-A324ABBBA01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459480" y="590085"/>
            <a:ext cx="3167368" cy="476250"/>
          </a:xfrm>
        </p:spPr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925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1281-9880-E569-D331-DA2C117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550BA33-4887-1632-0C0F-31BD88BE3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7B548-8B78-A44A-B0D1-0EC23562F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25DC0-D978-BC20-FE12-AB182DC35A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5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EA4D6DF463B45A4779BAAE1BEA9E6" ma:contentTypeVersion="17" ma:contentTypeDescription="Create a new document." ma:contentTypeScope="" ma:versionID="33b3d19d1916f7f24252d76b30a4ef20">
  <xsd:schema xmlns:xsd="http://www.w3.org/2001/XMLSchema" xmlns:xs="http://www.w3.org/2001/XMLSchema" xmlns:p="http://schemas.microsoft.com/office/2006/metadata/properties" xmlns:ns2="dd7a94a0-af32-4bd9-93ac-5e2024d2e5e7" xmlns:ns3="60bb3ae5-c069-4714-a9bf-af3abdaeea98" targetNamespace="http://schemas.microsoft.com/office/2006/metadata/properties" ma:root="true" ma:fieldsID="79eeb5245cad43af9d471da3455496cf" ns2:_="" ns3:_="">
    <xsd:import namespace="dd7a94a0-af32-4bd9-93ac-5e2024d2e5e7"/>
    <xsd:import namespace="60bb3ae5-c069-4714-a9bf-af3abdaeea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7a94a0-af32-4bd9-93ac-5e2024d2e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1b9c2b0-3916-4ad3-9ba2-eb00e1bdd9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b3ae5-c069-4714-a9bf-af3abdaeea9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71a70e0-9ae1-483f-adb5-7c7347523a01}" ma:internalName="TaxCatchAll" ma:showField="CatchAllData" ma:web="60bb3ae5-c069-4714-a9bf-af3abdaee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7a94a0-af32-4bd9-93ac-5e2024d2e5e7">
      <Terms xmlns="http://schemas.microsoft.com/office/infopath/2007/PartnerControls"/>
    </lcf76f155ced4ddcb4097134ff3c332f>
    <TaxCatchAll xmlns="60bb3ae5-c069-4714-a9bf-af3abdaeea9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78F931-3933-4256-8CAF-27994AE5D9A4}">
  <ds:schemaRefs>
    <ds:schemaRef ds:uri="60bb3ae5-c069-4714-a9bf-af3abdaeea98"/>
    <ds:schemaRef ds:uri="dd7a94a0-af32-4bd9-93ac-5e2024d2e5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4D6EA73-B7ED-41EF-B845-B1C81F21CF73}">
  <ds:schemaRefs>
    <ds:schemaRef ds:uri="60bb3ae5-c069-4714-a9bf-af3abdaeea98"/>
    <ds:schemaRef ds:uri="dd7a94a0-af32-4bd9-93ac-5e2024d2e5e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62E80A-3405-4864-9779-78F8E7E383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7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Lidya Ayu Atikah</dc:creator>
  <cp:revision>1</cp:revision>
  <dcterms:created xsi:type="dcterms:W3CDTF">2026-10-02T07:46:10Z</dcterms:created>
  <dcterms:modified xsi:type="dcterms:W3CDTF">2026-10-08T07:32:15Z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0x010100215EA4D6DF463B45A4779BAAE1BEA9E6</vt:lpwstr>
  </property>
  <property fmtid="{D5CDD505-2E9C-101B-9397-08002B2CF9AE}" pid="3" name="MediaServiceImageTags">
    <vt:lpwstr/>
  </property>
</Properties>
</file>