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466" r:id="rId5"/>
    <p:sldId id="524" r:id="rId6"/>
    <p:sldId id="268" r:id="rId7"/>
    <p:sldId id="289" r:id="rId8"/>
    <p:sldId id="270" r:id="rId9"/>
    <p:sldId id="290" r:id="rId10"/>
    <p:sldId id="271" r:id="rId11"/>
    <p:sldId id="291" r:id="rId12"/>
    <p:sldId id="272" r:id="rId13"/>
    <p:sldId id="292" r:id="rId14"/>
    <p:sldId id="273" r:id="rId15"/>
    <p:sldId id="293" r:id="rId16"/>
    <p:sldId id="310" r:id="rId17"/>
    <p:sldId id="311" r:id="rId18"/>
    <p:sldId id="294" r:id="rId19"/>
    <p:sldId id="274" r:id="rId20"/>
    <p:sldId id="275" r:id="rId21"/>
    <p:sldId id="296" r:id="rId22"/>
    <p:sldId id="276" r:id="rId23"/>
    <p:sldId id="297" r:id="rId24"/>
    <p:sldId id="277" r:id="rId25"/>
    <p:sldId id="298" r:id="rId26"/>
    <p:sldId id="278" r:id="rId27"/>
    <p:sldId id="299" r:id="rId28"/>
    <p:sldId id="279" r:id="rId29"/>
    <p:sldId id="300" r:id="rId30"/>
    <p:sldId id="280" r:id="rId31"/>
    <p:sldId id="301" r:id="rId32"/>
    <p:sldId id="281" r:id="rId33"/>
    <p:sldId id="303" r:id="rId34"/>
    <p:sldId id="282" r:id="rId35"/>
    <p:sldId id="304" r:id="rId36"/>
    <p:sldId id="283" r:id="rId37"/>
    <p:sldId id="305" r:id="rId38"/>
    <p:sldId id="306" r:id="rId39"/>
    <p:sldId id="284" r:id="rId40"/>
    <p:sldId id="286" r:id="rId41"/>
    <p:sldId id="307" r:id="rId42"/>
    <p:sldId id="287" r:id="rId43"/>
    <p:sldId id="308" r:id="rId44"/>
    <p:sldId id="288" r:id="rId45"/>
    <p:sldId id="309" r:id="rId46"/>
    <p:sldId id="267" r:id="rId47"/>
    <p:sldId id="269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10-06T18:05:22.376"/>
    <p1510:client id="{07B4F250-105E-4237-9E38-49F00F59685A}" v="287" dt="2026-10-07T12:15:01.043"/>
    <p1510:client id="{12470A5D-87CB-42F1-B440-75A4244F7CFB}" v="42" dt="2026-10-07T07:39:31.038"/>
    <p1510:client id="{15B62DF8-05EE-A238-38B8-E2DCD422B3B5}" v="8" dt="2026-10-07T13:28:02.666"/>
    <p1510:client id="{338EFD7B-F654-024D-8BC2-4F58E8FF5710}" v="134" dt="2026-10-06T19:50:01.249"/>
    <p1510:client id="{8FD83982-FF81-33B3-2B9A-B13D5E4693E8}" v="2" dt="2026-10-08T07:28:09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oldy Makarim Sigero" userId="af451963-9ade-42ec-a1e5-e26c9f10ad0d" providerId="ADAL" clId="{99199D46-8834-4771-8C7E-CC3AC517C3E5}"/>
    <pc:docChg chg="undo custSel addSld delSld modSld sldOrd">
      <pc:chgData name="Haroldy Makarim Sigero" userId="af451963-9ade-42ec-a1e5-e26c9f10ad0d" providerId="ADAL" clId="{99199D46-8834-4771-8C7E-CC3AC517C3E5}" dt="2026-10-07T12:15:01.043" v="291" actId="21"/>
      <pc:docMkLst>
        <pc:docMk/>
      </pc:docMkLst>
      <pc:sldChg chg="addSp modSp mod">
        <pc:chgData name="Haroldy Makarim Sigero" userId="af451963-9ade-42ec-a1e5-e26c9f10ad0d" providerId="ADAL" clId="{99199D46-8834-4771-8C7E-CC3AC517C3E5}" dt="2026-10-07T07:55:26.308" v="45" actId="1076"/>
        <pc:sldMkLst>
          <pc:docMk/>
          <pc:sldMk cId="3214858694" sldId="268"/>
        </pc:sldMkLst>
        <pc:spChg chg="add mod">
          <ac:chgData name="Haroldy Makarim Sigero" userId="af451963-9ade-42ec-a1e5-e26c9f10ad0d" providerId="ADAL" clId="{99199D46-8834-4771-8C7E-CC3AC517C3E5}" dt="2026-10-07T07:55:26.308" v="45" actId="1076"/>
          <ac:spMkLst>
            <pc:docMk/>
            <pc:sldMk cId="3214858694" sldId="268"/>
            <ac:spMk id="11" creationId="{96BDF5FA-2092-3A1F-CEA0-5FAE7E12ACA1}"/>
          </ac:spMkLst>
        </pc:spChg>
        <pc:spChg chg="mod">
          <ac:chgData name="Haroldy Makarim Sigero" userId="af451963-9ade-42ec-a1e5-e26c9f10ad0d" providerId="ADAL" clId="{99199D46-8834-4771-8C7E-CC3AC517C3E5}" dt="2026-10-07T07:54:57.176" v="41" actId="27636"/>
          <ac:spMkLst>
            <pc:docMk/>
            <pc:sldMk cId="3214858694" sldId="268"/>
            <ac:spMk id="13" creationId="{431D4FD4-E6CA-FC70-ADC2-26C149CC50CC}"/>
          </ac:spMkLst>
        </pc:spChg>
      </pc:sldChg>
      <pc:sldChg chg="modSp add mod ord">
        <pc:chgData name="Haroldy Makarim Sigero" userId="af451963-9ade-42ec-a1e5-e26c9f10ad0d" providerId="ADAL" clId="{99199D46-8834-4771-8C7E-CC3AC517C3E5}" dt="2026-10-07T07:43:38.298" v="4" actId="27636"/>
        <pc:sldMkLst>
          <pc:docMk/>
          <pc:sldMk cId="565270500" sldId="269"/>
        </pc:sldMkLst>
        <pc:spChg chg="mod">
          <ac:chgData name="Haroldy Makarim Sigero" userId="af451963-9ade-42ec-a1e5-e26c9f10ad0d" providerId="ADAL" clId="{99199D46-8834-4771-8C7E-CC3AC517C3E5}" dt="2026-10-07T07:43:38.298" v="4" actId="27636"/>
          <ac:spMkLst>
            <pc:docMk/>
            <pc:sldMk cId="565270500" sldId="269"/>
            <ac:spMk id="2" creationId="{5CA96D39-CBE4-7FEB-78C3-9707DD2349A0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51:26.974" v="17"/>
        <pc:sldMkLst>
          <pc:docMk/>
          <pc:sldMk cId="188601060" sldId="270"/>
        </pc:sldMkLst>
        <pc:spChg chg="mod">
          <ac:chgData name="Haroldy Makarim Sigero" userId="af451963-9ade-42ec-a1e5-e26c9f10ad0d" providerId="ADAL" clId="{99199D46-8834-4771-8C7E-CC3AC517C3E5}" dt="2026-10-07T07:50:31.921" v="7" actId="27636"/>
          <ac:spMkLst>
            <pc:docMk/>
            <pc:sldMk cId="188601060" sldId="270"/>
            <ac:spMk id="2" creationId="{16378405-02F0-5120-6A3F-39A5273924F5}"/>
          </ac:spMkLst>
        </pc:spChg>
        <pc:spChg chg="add del mod">
          <ac:chgData name="Haroldy Makarim Sigero" userId="af451963-9ade-42ec-a1e5-e26c9f10ad0d" providerId="ADAL" clId="{99199D46-8834-4771-8C7E-CC3AC517C3E5}" dt="2026-10-07T07:51:26.974" v="17"/>
          <ac:spMkLst>
            <pc:docMk/>
            <pc:sldMk cId="188601060" sldId="270"/>
            <ac:spMk id="3" creationId="{27489D90-75E8-03D1-F614-D37B6353AD1D}"/>
          </ac:spMkLst>
        </pc:spChg>
        <pc:spChg chg="mod">
          <ac:chgData name="Haroldy Makarim Sigero" userId="af451963-9ade-42ec-a1e5-e26c9f10ad0d" providerId="ADAL" clId="{99199D46-8834-4771-8C7E-CC3AC517C3E5}" dt="2026-10-07T07:50:54.816" v="11" actId="27636"/>
          <ac:spMkLst>
            <pc:docMk/>
            <pc:sldMk cId="188601060" sldId="270"/>
            <ac:spMk id="6" creationId="{8906A7DF-154C-A4DD-A537-153C2BE5A038}"/>
          </ac:spMkLst>
        </pc:spChg>
        <pc:spChg chg="mod">
          <ac:chgData name="Haroldy Makarim Sigero" userId="af451963-9ade-42ec-a1e5-e26c9f10ad0d" providerId="ADAL" clId="{99199D46-8834-4771-8C7E-CC3AC517C3E5}" dt="2026-10-07T07:51:11.847" v="14" actId="27636"/>
          <ac:spMkLst>
            <pc:docMk/>
            <pc:sldMk cId="188601060" sldId="270"/>
            <ac:spMk id="7" creationId="{DBA8DC73-36C7-FC1D-8217-245FF6A06F8C}"/>
          </ac:spMkLst>
        </pc:spChg>
        <pc:spChg chg="mod">
          <ac:chgData name="Haroldy Makarim Sigero" userId="af451963-9ade-42ec-a1e5-e26c9f10ad0d" providerId="ADAL" clId="{99199D46-8834-4771-8C7E-CC3AC517C3E5}" dt="2026-10-07T07:51:25.715" v="15"/>
          <ac:spMkLst>
            <pc:docMk/>
            <pc:sldMk cId="188601060" sldId="270"/>
            <ac:spMk id="10" creationId="{0FC07E14-CB46-0EAF-60C5-37432B70C9CF}"/>
          </ac:spMkLst>
        </pc:spChg>
        <pc:spChg chg="mod">
          <ac:chgData name="Haroldy Makarim Sigero" userId="af451963-9ade-42ec-a1e5-e26c9f10ad0d" providerId="ADAL" clId="{99199D46-8834-4771-8C7E-CC3AC517C3E5}" dt="2026-10-07T07:50:43.039" v="9" actId="27636"/>
          <ac:spMkLst>
            <pc:docMk/>
            <pc:sldMk cId="188601060" sldId="270"/>
            <ac:spMk id="13" creationId="{FCF36A9C-068A-115A-9701-C57AAD82C1D7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7:52:37.662" v="24"/>
        <pc:sldMkLst>
          <pc:docMk/>
          <pc:sldMk cId="517170058" sldId="271"/>
        </pc:sldMkLst>
        <pc:spChg chg="mod">
          <ac:chgData name="Haroldy Makarim Sigero" userId="af451963-9ade-42ec-a1e5-e26c9f10ad0d" providerId="ADAL" clId="{99199D46-8834-4771-8C7E-CC3AC517C3E5}" dt="2026-10-07T07:51:42.308" v="19"/>
          <ac:spMkLst>
            <pc:docMk/>
            <pc:sldMk cId="517170058" sldId="271"/>
            <ac:spMk id="2" creationId="{1C46D8EE-61CB-EFED-BDDE-C76F8ED548D6}"/>
          </ac:spMkLst>
        </pc:spChg>
        <pc:spChg chg="mod">
          <ac:chgData name="Haroldy Makarim Sigero" userId="af451963-9ade-42ec-a1e5-e26c9f10ad0d" providerId="ADAL" clId="{99199D46-8834-4771-8C7E-CC3AC517C3E5}" dt="2026-10-07T07:52:12.840" v="22" actId="27636"/>
          <ac:spMkLst>
            <pc:docMk/>
            <pc:sldMk cId="517170058" sldId="271"/>
            <ac:spMk id="6" creationId="{DE9209B4-7980-1805-B813-BE068CC4DCF2}"/>
          </ac:spMkLst>
        </pc:spChg>
        <pc:spChg chg="mod">
          <ac:chgData name="Haroldy Makarim Sigero" userId="af451963-9ade-42ec-a1e5-e26c9f10ad0d" providerId="ADAL" clId="{99199D46-8834-4771-8C7E-CC3AC517C3E5}" dt="2026-10-07T07:52:25.336" v="23"/>
          <ac:spMkLst>
            <pc:docMk/>
            <pc:sldMk cId="517170058" sldId="271"/>
            <ac:spMk id="7" creationId="{109B3DCA-70A8-28C7-B35C-7BFE3A4FA8C4}"/>
          </ac:spMkLst>
        </pc:spChg>
        <pc:spChg chg="mod">
          <ac:chgData name="Haroldy Makarim Sigero" userId="af451963-9ade-42ec-a1e5-e26c9f10ad0d" providerId="ADAL" clId="{99199D46-8834-4771-8C7E-CC3AC517C3E5}" dt="2026-10-07T07:52:37.662" v="24"/>
          <ac:spMkLst>
            <pc:docMk/>
            <pc:sldMk cId="517170058" sldId="271"/>
            <ac:spMk id="10" creationId="{57C7E06F-8FF1-6392-43B3-5BE01E2611A1}"/>
          </ac:spMkLst>
        </pc:spChg>
        <pc:spChg chg="mod">
          <ac:chgData name="Haroldy Makarim Sigero" userId="af451963-9ade-42ec-a1e5-e26c9f10ad0d" providerId="ADAL" clId="{99199D46-8834-4771-8C7E-CC3AC517C3E5}" dt="2026-10-07T07:52:01.890" v="20"/>
          <ac:spMkLst>
            <pc:docMk/>
            <pc:sldMk cId="517170058" sldId="271"/>
            <ac:spMk id="13" creationId="{E58BC9FD-A998-33A9-3B4C-94D65E72B139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59:31.548" v="76" actId="478"/>
        <pc:sldMkLst>
          <pc:docMk/>
          <pc:sldMk cId="3702218711" sldId="272"/>
        </pc:sldMkLst>
        <pc:spChg chg="mod">
          <ac:chgData name="Haroldy Makarim Sigero" userId="af451963-9ade-42ec-a1e5-e26c9f10ad0d" providerId="ADAL" clId="{99199D46-8834-4771-8C7E-CC3AC517C3E5}" dt="2026-10-07T07:53:03.627" v="27" actId="27636"/>
          <ac:spMkLst>
            <pc:docMk/>
            <pc:sldMk cId="3702218711" sldId="272"/>
            <ac:spMk id="2" creationId="{1554A778-E6EE-42AD-4250-E1BE3392DB1A}"/>
          </ac:spMkLst>
        </pc:spChg>
        <pc:spChg chg="add mod">
          <ac:chgData name="Haroldy Makarim Sigero" userId="af451963-9ade-42ec-a1e5-e26c9f10ad0d" providerId="ADAL" clId="{99199D46-8834-4771-8C7E-CC3AC517C3E5}" dt="2026-10-07T07:56:05.577" v="47" actId="20577"/>
          <ac:spMkLst>
            <pc:docMk/>
            <pc:sldMk cId="3702218711" sldId="272"/>
            <ac:spMk id="3" creationId="{97B59F9A-A617-C584-7D0A-C421A0FBF7BF}"/>
          </ac:spMkLst>
        </pc:spChg>
        <pc:spChg chg="del mod">
          <ac:chgData name="Haroldy Makarim Sigero" userId="af451963-9ade-42ec-a1e5-e26c9f10ad0d" providerId="ADAL" clId="{99199D46-8834-4771-8C7E-CC3AC517C3E5}" dt="2026-10-07T07:59:31.548" v="76" actId="478"/>
          <ac:spMkLst>
            <pc:docMk/>
            <pc:sldMk cId="3702218711" sldId="272"/>
            <ac:spMk id="6" creationId="{E9526528-927A-5962-E9C2-A5D150A4575D}"/>
          </ac:spMkLst>
        </pc:spChg>
        <pc:spChg chg="mod">
          <ac:chgData name="Haroldy Makarim Sigero" userId="af451963-9ade-42ec-a1e5-e26c9f10ad0d" providerId="ADAL" clId="{99199D46-8834-4771-8C7E-CC3AC517C3E5}" dt="2026-10-07T07:53:43.565" v="32"/>
          <ac:spMkLst>
            <pc:docMk/>
            <pc:sldMk cId="3702218711" sldId="272"/>
            <ac:spMk id="7" creationId="{12D3CCA5-6E1C-9CE1-EBA9-1373A1A7F275}"/>
          </ac:spMkLst>
        </pc:spChg>
        <pc:spChg chg="mod">
          <ac:chgData name="Haroldy Makarim Sigero" userId="af451963-9ade-42ec-a1e5-e26c9f10ad0d" providerId="ADAL" clId="{99199D46-8834-4771-8C7E-CC3AC517C3E5}" dt="2026-10-07T07:53:57.434" v="33"/>
          <ac:spMkLst>
            <pc:docMk/>
            <pc:sldMk cId="3702218711" sldId="272"/>
            <ac:spMk id="10" creationId="{56474B36-1EEF-DB89-FE4D-EE3A375C5C97}"/>
          </ac:spMkLst>
        </pc:spChg>
        <pc:spChg chg="mod">
          <ac:chgData name="Haroldy Makarim Sigero" userId="af451963-9ade-42ec-a1e5-e26c9f10ad0d" providerId="ADAL" clId="{99199D46-8834-4771-8C7E-CC3AC517C3E5}" dt="2026-10-07T07:53:14.768" v="28"/>
          <ac:spMkLst>
            <pc:docMk/>
            <pc:sldMk cId="3702218711" sldId="272"/>
            <ac:spMk id="13" creationId="{01FE0D58-6DB0-5987-B294-3D7C977F86E0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07:59:14.907" v="75" actId="1076"/>
        <pc:sldMkLst>
          <pc:docMk/>
          <pc:sldMk cId="3882280217" sldId="273"/>
        </pc:sldMkLst>
        <pc:spChg chg="mod">
          <ac:chgData name="Haroldy Makarim Sigero" userId="af451963-9ade-42ec-a1e5-e26c9f10ad0d" providerId="ADAL" clId="{99199D46-8834-4771-8C7E-CC3AC517C3E5}" dt="2026-10-07T07:56:33.807" v="50" actId="27636"/>
          <ac:spMkLst>
            <pc:docMk/>
            <pc:sldMk cId="3882280217" sldId="273"/>
            <ac:spMk id="2" creationId="{66C1DB8B-DB13-FA6F-D741-7F13C4CE157E}"/>
          </ac:spMkLst>
        </pc:spChg>
        <pc:spChg chg="mod">
          <ac:chgData name="Haroldy Makarim Sigero" userId="af451963-9ade-42ec-a1e5-e26c9f10ad0d" providerId="ADAL" clId="{99199D46-8834-4771-8C7E-CC3AC517C3E5}" dt="2026-10-07T07:57:39.530" v="60"/>
          <ac:spMkLst>
            <pc:docMk/>
            <pc:sldMk cId="3882280217" sldId="273"/>
            <ac:spMk id="3" creationId="{13D633B0-8031-F3C4-4E30-43001B0FFB72}"/>
          </ac:spMkLst>
        </pc:spChg>
        <pc:spChg chg="del">
          <ac:chgData name="Haroldy Makarim Sigero" userId="af451963-9ade-42ec-a1e5-e26c9f10ad0d" providerId="ADAL" clId="{99199D46-8834-4771-8C7E-CC3AC517C3E5}" dt="2026-10-07T07:59:06.382" v="74" actId="478"/>
          <ac:spMkLst>
            <pc:docMk/>
            <pc:sldMk cId="3882280217" sldId="273"/>
            <ac:spMk id="6" creationId="{57147D45-93E1-CE96-4949-947C668E0DE1}"/>
          </ac:spMkLst>
        </pc:spChg>
        <pc:spChg chg="del mod">
          <ac:chgData name="Haroldy Makarim Sigero" userId="af451963-9ade-42ec-a1e5-e26c9f10ad0d" providerId="ADAL" clId="{99199D46-8834-4771-8C7E-CC3AC517C3E5}" dt="2026-10-07T07:58:23.748" v="66" actId="21"/>
          <ac:spMkLst>
            <pc:docMk/>
            <pc:sldMk cId="3882280217" sldId="273"/>
            <ac:spMk id="7" creationId="{13111082-4412-D0BD-CF58-70B79AB5F616}"/>
          </ac:spMkLst>
        </pc:spChg>
        <pc:spChg chg="mod">
          <ac:chgData name="Haroldy Makarim Sigero" userId="af451963-9ade-42ec-a1e5-e26c9f10ad0d" providerId="ADAL" clId="{99199D46-8834-4771-8C7E-CC3AC517C3E5}" dt="2026-10-07T07:59:14.907" v="75" actId="1076"/>
          <ac:spMkLst>
            <pc:docMk/>
            <pc:sldMk cId="3882280217" sldId="273"/>
            <ac:spMk id="10" creationId="{C04D5637-3E74-49AA-7E58-5A7DA27F4A27}"/>
          </ac:spMkLst>
        </pc:spChg>
        <pc:spChg chg="add mod">
          <ac:chgData name="Haroldy Makarim Sigero" userId="af451963-9ade-42ec-a1e5-e26c9f10ad0d" providerId="ADAL" clId="{99199D46-8834-4771-8C7E-CC3AC517C3E5}" dt="2026-10-07T07:57:30.864" v="59" actId="27636"/>
          <ac:spMkLst>
            <pc:docMk/>
            <pc:sldMk cId="3882280217" sldId="273"/>
            <ac:spMk id="11" creationId="{8C18253F-F281-E311-FDB1-9496A1D41083}"/>
          </ac:spMkLst>
        </pc:spChg>
        <pc:spChg chg="add mod">
          <ac:chgData name="Haroldy Makarim Sigero" userId="af451963-9ade-42ec-a1e5-e26c9f10ad0d" providerId="ADAL" clId="{99199D46-8834-4771-8C7E-CC3AC517C3E5}" dt="2026-10-07T07:58:46.365" v="72" actId="27636"/>
          <ac:spMkLst>
            <pc:docMk/>
            <pc:sldMk cId="3882280217" sldId="273"/>
            <ac:spMk id="12" creationId="{2D3656DB-0460-6718-1958-1BCB72487ECA}"/>
          </ac:spMkLst>
        </pc:spChg>
        <pc:spChg chg="mod">
          <ac:chgData name="Haroldy Makarim Sigero" userId="af451963-9ade-42ec-a1e5-e26c9f10ad0d" providerId="ADAL" clId="{99199D46-8834-4771-8C7E-CC3AC517C3E5}" dt="2026-10-07T07:56:56.530" v="54" actId="27636"/>
          <ac:spMkLst>
            <pc:docMk/>
            <pc:sldMk cId="3882280217" sldId="273"/>
            <ac:spMk id="13" creationId="{05F7EDC1-8BE3-4F9F-DED2-A1E4FF76FBCF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8:46.362" v="226" actId="1076"/>
        <pc:sldMkLst>
          <pc:docMk/>
          <pc:sldMk cId="2039205207" sldId="274"/>
        </pc:sldMkLst>
        <pc:spChg chg="mod">
          <ac:chgData name="Haroldy Makarim Sigero" userId="af451963-9ade-42ec-a1e5-e26c9f10ad0d" providerId="ADAL" clId="{99199D46-8834-4771-8C7E-CC3AC517C3E5}" dt="2026-10-07T08:00:06.383" v="79" actId="27636"/>
          <ac:spMkLst>
            <pc:docMk/>
            <pc:sldMk cId="2039205207" sldId="274"/>
            <ac:spMk id="2" creationId="{2E114F3F-F836-6784-3040-24A414EE6F48}"/>
          </ac:spMkLst>
        </pc:spChg>
        <pc:spChg chg="mod">
          <ac:chgData name="Haroldy Makarim Sigero" userId="af451963-9ade-42ec-a1e5-e26c9f10ad0d" providerId="ADAL" clId="{99199D46-8834-4771-8C7E-CC3AC517C3E5}" dt="2026-10-07T08:00:27.238" v="83" actId="27636"/>
          <ac:spMkLst>
            <pc:docMk/>
            <pc:sldMk cId="2039205207" sldId="274"/>
            <ac:spMk id="3" creationId="{A3A635C1-1548-1986-F0A6-522B5EFC853E}"/>
          </ac:spMkLst>
        </pc:spChg>
        <pc:spChg chg="add mod">
          <ac:chgData name="Haroldy Makarim Sigero" userId="af451963-9ade-42ec-a1e5-e26c9f10ad0d" providerId="ADAL" clId="{99199D46-8834-4771-8C7E-CC3AC517C3E5}" dt="2026-10-07T11:58:46.362" v="226" actId="1076"/>
          <ac:spMkLst>
            <pc:docMk/>
            <pc:sldMk cId="2039205207" sldId="274"/>
            <ac:spMk id="7" creationId="{3335DE81-14CC-1DB4-8B05-7455CD40D777}"/>
          </ac:spMkLst>
        </pc:spChg>
        <pc:spChg chg="mod">
          <ac:chgData name="Haroldy Makarim Sigero" userId="af451963-9ade-42ec-a1e5-e26c9f10ad0d" providerId="ADAL" clId="{99199D46-8834-4771-8C7E-CC3AC517C3E5}" dt="2026-10-07T08:01:04.196" v="87" actId="20577"/>
          <ac:spMkLst>
            <pc:docMk/>
            <pc:sldMk cId="2039205207" sldId="274"/>
            <ac:spMk id="10" creationId="{CFA17EF8-3EEC-9FEB-A6B6-99331920B2FD}"/>
          </ac:spMkLst>
        </pc:spChg>
        <pc:spChg chg="mod">
          <ac:chgData name="Haroldy Makarim Sigero" userId="af451963-9ade-42ec-a1e5-e26c9f10ad0d" providerId="ADAL" clId="{99199D46-8834-4771-8C7E-CC3AC517C3E5}" dt="2026-10-07T08:00:18.347" v="81" actId="27636"/>
          <ac:spMkLst>
            <pc:docMk/>
            <pc:sldMk cId="2039205207" sldId="274"/>
            <ac:spMk id="11" creationId="{1506B6FA-8981-4DD5-F6D2-0CA23F546C70}"/>
          </ac:spMkLst>
        </pc:spChg>
        <pc:spChg chg="mod">
          <ac:chgData name="Haroldy Makarim Sigero" userId="af451963-9ade-42ec-a1e5-e26c9f10ad0d" providerId="ADAL" clId="{99199D46-8834-4771-8C7E-CC3AC517C3E5}" dt="2026-10-07T08:00:39.061" v="85" actId="27636"/>
          <ac:spMkLst>
            <pc:docMk/>
            <pc:sldMk cId="2039205207" sldId="274"/>
            <ac:spMk id="12" creationId="{D04DF477-8C47-1B8F-52FA-9A85226887A7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8:02:10.436" v="94"/>
        <pc:sldMkLst>
          <pc:docMk/>
          <pc:sldMk cId="2884498905" sldId="275"/>
        </pc:sldMkLst>
        <pc:spChg chg="mod">
          <ac:chgData name="Haroldy Makarim Sigero" userId="af451963-9ade-42ec-a1e5-e26c9f10ad0d" providerId="ADAL" clId="{99199D46-8834-4771-8C7E-CC3AC517C3E5}" dt="2026-10-07T08:01:32.715" v="90" actId="27636"/>
          <ac:spMkLst>
            <pc:docMk/>
            <pc:sldMk cId="2884498905" sldId="275"/>
            <ac:spMk id="2" creationId="{17971008-A668-A65C-42F7-B38AFAB7C8AD}"/>
          </ac:spMkLst>
        </pc:spChg>
        <pc:spChg chg="mod">
          <ac:chgData name="Haroldy Makarim Sigero" userId="af451963-9ade-42ec-a1e5-e26c9f10ad0d" providerId="ADAL" clId="{99199D46-8834-4771-8C7E-CC3AC517C3E5}" dt="2026-10-07T08:01:52.986" v="92"/>
          <ac:spMkLst>
            <pc:docMk/>
            <pc:sldMk cId="2884498905" sldId="275"/>
            <ac:spMk id="3" creationId="{A36D0EDB-72B2-1759-84F1-81F06C4E5232}"/>
          </ac:spMkLst>
        </pc:spChg>
        <pc:spChg chg="mod">
          <ac:chgData name="Haroldy Makarim Sigero" userId="af451963-9ade-42ec-a1e5-e26c9f10ad0d" providerId="ADAL" clId="{99199D46-8834-4771-8C7E-CC3AC517C3E5}" dt="2026-10-07T08:02:10.436" v="94"/>
          <ac:spMkLst>
            <pc:docMk/>
            <pc:sldMk cId="2884498905" sldId="275"/>
            <ac:spMk id="10" creationId="{21391199-8C2E-1A06-C191-046EAA1D36C6}"/>
          </ac:spMkLst>
        </pc:spChg>
        <pc:spChg chg="mod">
          <ac:chgData name="Haroldy Makarim Sigero" userId="af451963-9ade-42ec-a1e5-e26c9f10ad0d" providerId="ADAL" clId="{99199D46-8834-4771-8C7E-CC3AC517C3E5}" dt="2026-10-07T08:01:44.133" v="91"/>
          <ac:spMkLst>
            <pc:docMk/>
            <pc:sldMk cId="2884498905" sldId="275"/>
            <ac:spMk id="11" creationId="{9462E4C4-B4D9-2697-0D64-A2E02689AD80}"/>
          </ac:spMkLst>
        </pc:spChg>
        <pc:spChg chg="mod">
          <ac:chgData name="Haroldy Makarim Sigero" userId="af451963-9ade-42ec-a1e5-e26c9f10ad0d" providerId="ADAL" clId="{99199D46-8834-4771-8C7E-CC3AC517C3E5}" dt="2026-10-07T08:02:02.561" v="93"/>
          <ac:spMkLst>
            <pc:docMk/>
            <pc:sldMk cId="2884498905" sldId="275"/>
            <ac:spMk id="12" creationId="{199669AA-6495-47C5-A4EF-58AAB3E69C8F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8:03:03.469" v="101"/>
        <pc:sldMkLst>
          <pc:docMk/>
          <pc:sldMk cId="606257068" sldId="276"/>
        </pc:sldMkLst>
        <pc:spChg chg="mod">
          <ac:chgData name="Haroldy Makarim Sigero" userId="af451963-9ade-42ec-a1e5-e26c9f10ad0d" providerId="ADAL" clId="{99199D46-8834-4771-8C7E-CC3AC517C3E5}" dt="2026-10-07T08:02:28.680" v="97" actId="27636"/>
          <ac:spMkLst>
            <pc:docMk/>
            <pc:sldMk cId="606257068" sldId="276"/>
            <ac:spMk id="2" creationId="{6036F906-64D4-0C4A-8570-D6D1C00F6272}"/>
          </ac:spMkLst>
        </pc:spChg>
        <pc:spChg chg="mod">
          <ac:chgData name="Haroldy Makarim Sigero" userId="af451963-9ade-42ec-a1e5-e26c9f10ad0d" providerId="ADAL" clId="{99199D46-8834-4771-8C7E-CC3AC517C3E5}" dt="2026-10-07T08:02:46.481" v="99"/>
          <ac:spMkLst>
            <pc:docMk/>
            <pc:sldMk cId="606257068" sldId="276"/>
            <ac:spMk id="3" creationId="{776DEAAB-82FB-41B2-FD22-0B1D0B592428}"/>
          </ac:spMkLst>
        </pc:spChg>
        <pc:spChg chg="mod">
          <ac:chgData name="Haroldy Makarim Sigero" userId="af451963-9ade-42ec-a1e5-e26c9f10ad0d" providerId="ADAL" clId="{99199D46-8834-4771-8C7E-CC3AC517C3E5}" dt="2026-10-07T08:03:03.469" v="101"/>
          <ac:spMkLst>
            <pc:docMk/>
            <pc:sldMk cId="606257068" sldId="276"/>
            <ac:spMk id="10" creationId="{D833C991-9770-6A58-1D56-88E643FB2A35}"/>
          </ac:spMkLst>
        </pc:spChg>
        <pc:spChg chg="mod">
          <ac:chgData name="Haroldy Makarim Sigero" userId="af451963-9ade-42ec-a1e5-e26c9f10ad0d" providerId="ADAL" clId="{99199D46-8834-4771-8C7E-CC3AC517C3E5}" dt="2026-10-07T08:02:37.992" v="98"/>
          <ac:spMkLst>
            <pc:docMk/>
            <pc:sldMk cId="606257068" sldId="276"/>
            <ac:spMk id="11" creationId="{CDD7BABB-CCCD-E1BB-0D6C-422D469A3A0C}"/>
          </ac:spMkLst>
        </pc:spChg>
        <pc:spChg chg="mod">
          <ac:chgData name="Haroldy Makarim Sigero" userId="af451963-9ade-42ec-a1e5-e26c9f10ad0d" providerId="ADAL" clId="{99199D46-8834-4771-8C7E-CC3AC517C3E5}" dt="2026-10-07T08:02:55.209" v="100"/>
          <ac:spMkLst>
            <pc:docMk/>
            <pc:sldMk cId="606257068" sldId="276"/>
            <ac:spMk id="12" creationId="{06F1244C-D5D4-DCBF-B3B4-926EB877A068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8:04:05.754" v="108"/>
        <pc:sldMkLst>
          <pc:docMk/>
          <pc:sldMk cId="2477090478" sldId="277"/>
        </pc:sldMkLst>
        <pc:spChg chg="mod">
          <ac:chgData name="Haroldy Makarim Sigero" userId="af451963-9ade-42ec-a1e5-e26c9f10ad0d" providerId="ADAL" clId="{99199D46-8834-4771-8C7E-CC3AC517C3E5}" dt="2026-10-07T08:03:21.406" v="104" actId="27636"/>
          <ac:spMkLst>
            <pc:docMk/>
            <pc:sldMk cId="2477090478" sldId="277"/>
            <ac:spMk id="2" creationId="{E80AB712-FECF-8C4D-208A-AEE800BD2A96}"/>
          </ac:spMkLst>
        </pc:spChg>
        <pc:spChg chg="mod">
          <ac:chgData name="Haroldy Makarim Sigero" userId="af451963-9ade-42ec-a1e5-e26c9f10ad0d" providerId="ADAL" clId="{99199D46-8834-4771-8C7E-CC3AC517C3E5}" dt="2026-10-07T08:03:40.762" v="106"/>
          <ac:spMkLst>
            <pc:docMk/>
            <pc:sldMk cId="2477090478" sldId="277"/>
            <ac:spMk id="3" creationId="{9C7D9D1B-F676-C239-4728-6922F797324A}"/>
          </ac:spMkLst>
        </pc:spChg>
        <pc:spChg chg="mod">
          <ac:chgData name="Haroldy Makarim Sigero" userId="af451963-9ade-42ec-a1e5-e26c9f10ad0d" providerId="ADAL" clId="{99199D46-8834-4771-8C7E-CC3AC517C3E5}" dt="2026-10-07T08:04:05.754" v="108"/>
          <ac:spMkLst>
            <pc:docMk/>
            <pc:sldMk cId="2477090478" sldId="277"/>
            <ac:spMk id="10" creationId="{6CC25702-8100-1CFC-857A-2EE7DECDCB1B}"/>
          </ac:spMkLst>
        </pc:spChg>
        <pc:spChg chg="mod">
          <ac:chgData name="Haroldy Makarim Sigero" userId="af451963-9ade-42ec-a1e5-e26c9f10ad0d" providerId="ADAL" clId="{99199D46-8834-4771-8C7E-CC3AC517C3E5}" dt="2026-10-07T08:03:33.381" v="105"/>
          <ac:spMkLst>
            <pc:docMk/>
            <pc:sldMk cId="2477090478" sldId="277"/>
            <ac:spMk id="11" creationId="{1F053669-D118-8CCA-4ACB-C8FF65BECC26}"/>
          </ac:spMkLst>
        </pc:spChg>
        <pc:spChg chg="mod">
          <ac:chgData name="Haroldy Makarim Sigero" userId="af451963-9ade-42ec-a1e5-e26c9f10ad0d" providerId="ADAL" clId="{99199D46-8834-4771-8C7E-CC3AC517C3E5}" dt="2026-10-07T08:03:49.947" v="107"/>
          <ac:spMkLst>
            <pc:docMk/>
            <pc:sldMk cId="2477090478" sldId="277"/>
            <ac:spMk id="12" creationId="{7466DDE1-91BB-AAEE-908B-6EA53D6B3867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08:05:45.517" v="115"/>
        <pc:sldMkLst>
          <pc:docMk/>
          <pc:sldMk cId="1283441082" sldId="278"/>
        </pc:sldMkLst>
        <pc:spChg chg="mod">
          <ac:chgData name="Haroldy Makarim Sigero" userId="af451963-9ade-42ec-a1e5-e26c9f10ad0d" providerId="ADAL" clId="{99199D46-8834-4771-8C7E-CC3AC517C3E5}" dt="2026-10-07T08:04:59.516" v="111" actId="27636"/>
          <ac:spMkLst>
            <pc:docMk/>
            <pc:sldMk cId="1283441082" sldId="278"/>
            <ac:spMk id="2" creationId="{D048C28D-EE7F-673F-7E8F-BC425D1C6C41}"/>
          </ac:spMkLst>
        </pc:spChg>
        <pc:spChg chg="mod">
          <ac:chgData name="Haroldy Makarim Sigero" userId="af451963-9ade-42ec-a1e5-e26c9f10ad0d" providerId="ADAL" clId="{99199D46-8834-4771-8C7E-CC3AC517C3E5}" dt="2026-10-07T08:05:22.438" v="113"/>
          <ac:spMkLst>
            <pc:docMk/>
            <pc:sldMk cId="1283441082" sldId="278"/>
            <ac:spMk id="3" creationId="{F8A061C3-FB77-B18B-21FE-ECC5B7096FE8}"/>
          </ac:spMkLst>
        </pc:spChg>
        <pc:spChg chg="mod">
          <ac:chgData name="Haroldy Makarim Sigero" userId="af451963-9ade-42ec-a1e5-e26c9f10ad0d" providerId="ADAL" clId="{99199D46-8834-4771-8C7E-CC3AC517C3E5}" dt="2026-10-07T08:05:45.517" v="115"/>
          <ac:spMkLst>
            <pc:docMk/>
            <pc:sldMk cId="1283441082" sldId="278"/>
            <ac:spMk id="10" creationId="{2BCBFF98-14C8-1D18-36D1-F7781A380F27}"/>
          </ac:spMkLst>
        </pc:spChg>
        <pc:spChg chg="mod">
          <ac:chgData name="Haroldy Makarim Sigero" userId="af451963-9ade-42ec-a1e5-e26c9f10ad0d" providerId="ADAL" clId="{99199D46-8834-4771-8C7E-CC3AC517C3E5}" dt="2026-10-07T08:05:13.191" v="112"/>
          <ac:spMkLst>
            <pc:docMk/>
            <pc:sldMk cId="1283441082" sldId="278"/>
            <ac:spMk id="11" creationId="{CE45F030-C3B8-AA6B-DA55-63615CD11BCE}"/>
          </ac:spMkLst>
        </pc:spChg>
        <pc:spChg chg="mod">
          <ac:chgData name="Haroldy Makarim Sigero" userId="af451963-9ade-42ec-a1e5-e26c9f10ad0d" providerId="ADAL" clId="{99199D46-8834-4771-8C7E-CC3AC517C3E5}" dt="2026-10-07T08:05:31.102" v="114"/>
          <ac:spMkLst>
            <pc:docMk/>
            <pc:sldMk cId="1283441082" sldId="278"/>
            <ac:spMk id="12" creationId="{AEA0C91A-AD98-7435-C415-6FF20C416780}"/>
          </ac:spMkLst>
        </pc:spChg>
      </pc:sldChg>
      <pc:sldChg chg="modSp add">
        <pc:chgData name="Haroldy Makarim Sigero" userId="af451963-9ade-42ec-a1e5-e26c9f10ad0d" providerId="ADAL" clId="{99199D46-8834-4771-8C7E-CC3AC517C3E5}" dt="2026-10-07T08:16:14.583" v="121"/>
        <pc:sldMkLst>
          <pc:docMk/>
          <pc:sldMk cId="4002514910" sldId="279"/>
        </pc:sldMkLst>
        <pc:spChg chg="mod">
          <ac:chgData name="Haroldy Makarim Sigero" userId="af451963-9ade-42ec-a1e5-e26c9f10ad0d" providerId="ADAL" clId="{99199D46-8834-4771-8C7E-CC3AC517C3E5}" dt="2026-10-07T08:15:36.961" v="117"/>
          <ac:spMkLst>
            <pc:docMk/>
            <pc:sldMk cId="4002514910" sldId="279"/>
            <ac:spMk id="2" creationId="{79EF2DE8-FFAF-82EB-A1C0-8A1C680E2F99}"/>
          </ac:spMkLst>
        </pc:spChg>
        <pc:spChg chg="mod">
          <ac:chgData name="Haroldy Makarim Sigero" userId="af451963-9ade-42ec-a1e5-e26c9f10ad0d" providerId="ADAL" clId="{99199D46-8834-4771-8C7E-CC3AC517C3E5}" dt="2026-10-07T08:15:54.124" v="119"/>
          <ac:spMkLst>
            <pc:docMk/>
            <pc:sldMk cId="4002514910" sldId="279"/>
            <ac:spMk id="3" creationId="{BCF87B50-E2D6-4E4A-8E9A-81F0D4216696}"/>
          </ac:spMkLst>
        </pc:spChg>
        <pc:spChg chg="mod">
          <ac:chgData name="Haroldy Makarim Sigero" userId="af451963-9ade-42ec-a1e5-e26c9f10ad0d" providerId="ADAL" clId="{99199D46-8834-4771-8C7E-CC3AC517C3E5}" dt="2026-10-07T08:16:14.583" v="121"/>
          <ac:spMkLst>
            <pc:docMk/>
            <pc:sldMk cId="4002514910" sldId="279"/>
            <ac:spMk id="10" creationId="{FF741988-6DCD-894A-0DD9-E79810F6F540}"/>
          </ac:spMkLst>
        </pc:spChg>
        <pc:spChg chg="mod">
          <ac:chgData name="Haroldy Makarim Sigero" userId="af451963-9ade-42ec-a1e5-e26c9f10ad0d" providerId="ADAL" clId="{99199D46-8834-4771-8C7E-CC3AC517C3E5}" dt="2026-10-07T08:15:45.694" v="118"/>
          <ac:spMkLst>
            <pc:docMk/>
            <pc:sldMk cId="4002514910" sldId="279"/>
            <ac:spMk id="11" creationId="{A09DB346-C5C2-1F43-221F-1B5C7CE27C1A}"/>
          </ac:spMkLst>
        </pc:spChg>
        <pc:spChg chg="mod">
          <ac:chgData name="Haroldy Makarim Sigero" userId="af451963-9ade-42ec-a1e5-e26c9f10ad0d" providerId="ADAL" clId="{99199D46-8834-4771-8C7E-CC3AC517C3E5}" dt="2026-10-07T08:16:03.095" v="120"/>
          <ac:spMkLst>
            <pc:docMk/>
            <pc:sldMk cId="4002514910" sldId="279"/>
            <ac:spMk id="12" creationId="{53590950-4C05-2A22-E51B-AEC70C40135C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11:44:19.217" v="128" actId="27636"/>
        <pc:sldMkLst>
          <pc:docMk/>
          <pc:sldMk cId="1058381545" sldId="280"/>
        </pc:sldMkLst>
        <pc:spChg chg="mod">
          <ac:chgData name="Haroldy Makarim Sigero" userId="af451963-9ade-42ec-a1e5-e26c9f10ad0d" providerId="ADAL" clId="{99199D46-8834-4771-8C7E-CC3AC517C3E5}" dt="2026-10-07T11:43:40.512" v="123"/>
          <ac:spMkLst>
            <pc:docMk/>
            <pc:sldMk cId="1058381545" sldId="280"/>
            <ac:spMk id="2" creationId="{4210C8D2-A527-CC91-5A4E-2409DDB82824}"/>
          </ac:spMkLst>
        </pc:spChg>
        <pc:spChg chg="mod">
          <ac:chgData name="Haroldy Makarim Sigero" userId="af451963-9ade-42ec-a1e5-e26c9f10ad0d" providerId="ADAL" clId="{99199D46-8834-4771-8C7E-CC3AC517C3E5}" dt="2026-10-07T11:43:59.958" v="125"/>
          <ac:spMkLst>
            <pc:docMk/>
            <pc:sldMk cId="1058381545" sldId="280"/>
            <ac:spMk id="3" creationId="{0F1F8434-CD53-1EB7-E741-4C549027AD97}"/>
          </ac:spMkLst>
        </pc:spChg>
        <pc:spChg chg="mod">
          <ac:chgData name="Haroldy Makarim Sigero" userId="af451963-9ade-42ec-a1e5-e26c9f10ad0d" providerId="ADAL" clId="{99199D46-8834-4771-8C7E-CC3AC517C3E5}" dt="2026-10-07T11:44:19.217" v="128" actId="27636"/>
          <ac:spMkLst>
            <pc:docMk/>
            <pc:sldMk cId="1058381545" sldId="280"/>
            <ac:spMk id="10" creationId="{E9F6E0C7-4D86-7486-F9F8-044B3E2E942D}"/>
          </ac:spMkLst>
        </pc:spChg>
        <pc:spChg chg="mod">
          <ac:chgData name="Haroldy Makarim Sigero" userId="af451963-9ade-42ec-a1e5-e26c9f10ad0d" providerId="ADAL" clId="{99199D46-8834-4771-8C7E-CC3AC517C3E5}" dt="2026-10-07T11:43:50.998" v="124"/>
          <ac:spMkLst>
            <pc:docMk/>
            <pc:sldMk cId="1058381545" sldId="280"/>
            <ac:spMk id="11" creationId="{BB7212DE-BCCE-5552-11D9-7DEADBB27DA4}"/>
          </ac:spMkLst>
        </pc:spChg>
        <pc:spChg chg="mod">
          <ac:chgData name="Haroldy Makarim Sigero" userId="af451963-9ade-42ec-a1e5-e26c9f10ad0d" providerId="ADAL" clId="{99199D46-8834-4771-8C7E-CC3AC517C3E5}" dt="2026-10-07T11:44:08.867" v="126"/>
          <ac:spMkLst>
            <pc:docMk/>
            <pc:sldMk cId="1058381545" sldId="280"/>
            <ac:spMk id="12" creationId="{B4306A5E-171B-6BD4-8380-F369C84A02B2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11:45:12.994" v="135" actId="27636"/>
        <pc:sldMkLst>
          <pc:docMk/>
          <pc:sldMk cId="428274254" sldId="281"/>
        </pc:sldMkLst>
        <pc:spChg chg="mod">
          <ac:chgData name="Haroldy Makarim Sigero" userId="af451963-9ade-42ec-a1e5-e26c9f10ad0d" providerId="ADAL" clId="{99199D46-8834-4771-8C7E-CC3AC517C3E5}" dt="2026-10-07T11:44:38.064" v="130"/>
          <ac:spMkLst>
            <pc:docMk/>
            <pc:sldMk cId="428274254" sldId="281"/>
            <ac:spMk id="2" creationId="{6F06506E-B209-A2D7-CE48-83D2DAA1F59C}"/>
          </ac:spMkLst>
        </pc:spChg>
        <pc:spChg chg="mod">
          <ac:chgData name="Haroldy Makarim Sigero" userId="af451963-9ade-42ec-a1e5-e26c9f10ad0d" providerId="ADAL" clId="{99199D46-8834-4771-8C7E-CC3AC517C3E5}" dt="2026-10-07T11:44:56.130" v="132"/>
          <ac:spMkLst>
            <pc:docMk/>
            <pc:sldMk cId="428274254" sldId="281"/>
            <ac:spMk id="3" creationId="{B47F5C37-4625-FFCD-FF0D-CC47C2F6BCBA}"/>
          </ac:spMkLst>
        </pc:spChg>
        <pc:spChg chg="mod">
          <ac:chgData name="Haroldy Makarim Sigero" userId="af451963-9ade-42ec-a1e5-e26c9f10ad0d" providerId="ADAL" clId="{99199D46-8834-4771-8C7E-CC3AC517C3E5}" dt="2026-10-07T11:45:12.994" v="135" actId="27636"/>
          <ac:spMkLst>
            <pc:docMk/>
            <pc:sldMk cId="428274254" sldId="281"/>
            <ac:spMk id="10" creationId="{87B79815-BC4A-250D-49B3-846293C7D76F}"/>
          </ac:spMkLst>
        </pc:spChg>
        <pc:spChg chg="mod">
          <ac:chgData name="Haroldy Makarim Sigero" userId="af451963-9ade-42ec-a1e5-e26c9f10ad0d" providerId="ADAL" clId="{99199D46-8834-4771-8C7E-CC3AC517C3E5}" dt="2026-10-07T11:44:49.755" v="131"/>
          <ac:spMkLst>
            <pc:docMk/>
            <pc:sldMk cId="428274254" sldId="281"/>
            <ac:spMk id="11" creationId="{4368FD45-784D-1705-5FEB-A8A8EDA35C01}"/>
          </ac:spMkLst>
        </pc:spChg>
        <pc:spChg chg="mod">
          <ac:chgData name="Haroldy Makarim Sigero" userId="af451963-9ade-42ec-a1e5-e26c9f10ad0d" providerId="ADAL" clId="{99199D46-8834-4771-8C7E-CC3AC517C3E5}" dt="2026-10-07T11:45:02.397" v="133"/>
          <ac:spMkLst>
            <pc:docMk/>
            <pc:sldMk cId="428274254" sldId="281"/>
            <ac:spMk id="12" creationId="{0E1104B4-1C7C-5D9F-D4BF-3358BAB66218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11:46:10.782" v="142"/>
        <pc:sldMkLst>
          <pc:docMk/>
          <pc:sldMk cId="781388027" sldId="282"/>
        </pc:sldMkLst>
        <pc:spChg chg="mod">
          <ac:chgData name="Haroldy Makarim Sigero" userId="af451963-9ade-42ec-a1e5-e26c9f10ad0d" providerId="ADAL" clId="{99199D46-8834-4771-8C7E-CC3AC517C3E5}" dt="2026-10-07T11:45:35.470" v="137"/>
          <ac:spMkLst>
            <pc:docMk/>
            <pc:sldMk cId="781388027" sldId="282"/>
            <ac:spMk id="2" creationId="{DEB1308C-FA37-A88B-644C-5442C3DC17BB}"/>
          </ac:spMkLst>
        </pc:spChg>
        <pc:spChg chg="mod">
          <ac:chgData name="Haroldy Makarim Sigero" userId="af451963-9ade-42ec-a1e5-e26c9f10ad0d" providerId="ADAL" clId="{99199D46-8834-4771-8C7E-CC3AC517C3E5}" dt="2026-10-07T11:45:55.023" v="140"/>
          <ac:spMkLst>
            <pc:docMk/>
            <pc:sldMk cId="781388027" sldId="282"/>
            <ac:spMk id="3" creationId="{CDB365B1-23D2-F14A-24E7-DD2866E745F6}"/>
          </ac:spMkLst>
        </pc:spChg>
        <pc:spChg chg="mod">
          <ac:chgData name="Haroldy Makarim Sigero" userId="af451963-9ade-42ec-a1e5-e26c9f10ad0d" providerId="ADAL" clId="{99199D46-8834-4771-8C7E-CC3AC517C3E5}" dt="2026-10-07T11:46:10.782" v="142"/>
          <ac:spMkLst>
            <pc:docMk/>
            <pc:sldMk cId="781388027" sldId="282"/>
            <ac:spMk id="10" creationId="{E6FCD682-AF88-8CF5-3EE5-C68F87BF53E6}"/>
          </ac:spMkLst>
        </pc:spChg>
        <pc:spChg chg="mod">
          <ac:chgData name="Haroldy Makarim Sigero" userId="af451963-9ade-42ec-a1e5-e26c9f10ad0d" providerId="ADAL" clId="{99199D46-8834-4771-8C7E-CC3AC517C3E5}" dt="2026-10-07T11:45:48.018" v="139" actId="27636"/>
          <ac:spMkLst>
            <pc:docMk/>
            <pc:sldMk cId="781388027" sldId="282"/>
            <ac:spMk id="11" creationId="{6A62EC34-85A3-6ECC-4E46-2DDD8BEBE723}"/>
          </ac:spMkLst>
        </pc:spChg>
        <pc:spChg chg="mod">
          <ac:chgData name="Haroldy Makarim Sigero" userId="af451963-9ade-42ec-a1e5-e26c9f10ad0d" providerId="ADAL" clId="{99199D46-8834-4771-8C7E-CC3AC517C3E5}" dt="2026-10-07T11:46:03.652" v="141"/>
          <ac:spMkLst>
            <pc:docMk/>
            <pc:sldMk cId="781388027" sldId="282"/>
            <ac:spMk id="12" creationId="{8A131346-2722-80E3-FC06-242013BFEF77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11:48:01.888" v="159" actId="27636"/>
        <pc:sldMkLst>
          <pc:docMk/>
          <pc:sldMk cId="3079411485" sldId="283"/>
        </pc:sldMkLst>
        <pc:spChg chg="mod">
          <ac:chgData name="Haroldy Makarim Sigero" userId="af451963-9ade-42ec-a1e5-e26c9f10ad0d" providerId="ADAL" clId="{99199D46-8834-4771-8C7E-CC3AC517C3E5}" dt="2026-10-07T11:46:25.797" v="144"/>
          <ac:spMkLst>
            <pc:docMk/>
            <pc:sldMk cId="3079411485" sldId="283"/>
            <ac:spMk id="2" creationId="{5F970B38-B2F7-0E33-FA16-3EA9E67814FD}"/>
          </ac:spMkLst>
        </pc:spChg>
        <pc:spChg chg="mod">
          <ac:chgData name="Haroldy Makarim Sigero" userId="af451963-9ade-42ec-a1e5-e26c9f10ad0d" providerId="ADAL" clId="{99199D46-8834-4771-8C7E-CC3AC517C3E5}" dt="2026-10-07T11:46:42.563" v="147"/>
          <ac:spMkLst>
            <pc:docMk/>
            <pc:sldMk cId="3079411485" sldId="283"/>
            <ac:spMk id="3" creationId="{89A11139-CCA6-3066-6DA3-25CFA4D422EA}"/>
          </ac:spMkLst>
        </pc:spChg>
        <pc:spChg chg="add mod">
          <ac:chgData name="Haroldy Makarim Sigero" userId="af451963-9ade-42ec-a1e5-e26c9f10ad0d" providerId="ADAL" clId="{99199D46-8834-4771-8C7E-CC3AC517C3E5}" dt="2026-10-07T11:48:01.888" v="159" actId="27636"/>
          <ac:spMkLst>
            <pc:docMk/>
            <pc:sldMk cId="3079411485" sldId="283"/>
            <ac:spMk id="6" creationId="{5BFE749B-9F0D-8FD7-F3B6-B9C7F4B2D6AC}"/>
          </ac:spMkLst>
        </pc:spChg>
        <pc:spChg chg="del mod">
          <ac:chgData name="Haroldy Makarim Sigero" userId="af451963-9ade-42ec-a1e5-e26c9f10ad0d" providerId="ADAL" clId="{99199D46-8834-4771-8C7E-CC3AC517C3E5}" dt="2026-10-07T11:47:23.574" v="153" actId="21"/>
          <ac:spMkLst>
            <pc:docMk/>
            <pc:sldMk cId="3079411485" sldId="283"/>
            <ac:spMk id="10" creationId="{957111EA-30C5-9645-2A14-44F71069B4A4}"/>
          </ac:spMkLst>
        </pc:spChg>
        <pc:spChg chg="mod">
          <ac:chgData name="Haroldy Makarim Sigero" userId="af451963-9ade-42ec-a1e5-e26c9f10ad0d" providerId="ADAL" clId="{99199D46-8834-4771-8C7E-CC3AC517C3E5}" dt="2026-10-07T11:46:34.405" v="146" actId="27636"/>
          <ac:spMkLst>
            <pc:docMk/>
            <pc:sldMk cId="3079411485" sldId="283"/>
            <ac:spMk id="11" creationId="{7225022A-A61D-68CD-25E2-B4B7C0E9341E}"/>
          </ac:spMkLst>
        </pc:spChg>
        <pc:spChg chg="mod">
          <ac:chgData name="Haroldy Makarim Sigero" userId="af451963-9ade-42ec-a1e5-e26c9f10ad0d" providerId="ADAL" clId="{99199D46-8834-4771-8C7E-CC3AC517C3E5}" dt="2026-10-07T11:47:31.550" v="155" actId="1076"/>
          <ac:spMkLst>
            <pc:docMk/>
            <pc:sldMk cId="3079411485" sldId="283"/>
            <ac:spMk id="12" creationId="{AA2EB6E5-DD91-0B3D-34BC-39F05F6F016D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5:34.794" v="263" actId="22"/>
        <pc:sldMkLst>
          <pc:docMk/>
          <pc:sldMk cId="3201015769" sldId="284"/>
        </pc:sldMkLst>
        <pc:spChg chg="mod">
          <ac:chgData name="Haroldy Makarim Sigero" userId="af451963-9ade-42ec-a1e5-e26c9f10ad0d" providerId="ADAL" clId="{99199D46-8834-4771-8C7E-CC3AC517C3E5}" dt="2026-10-07T11:48:24.610" v="162" actId="27636"/>
          <ac:spMkLst>
            <pc:docMk/>
            <pc:sldMk cId="3201015769" sldId="284"/>
            <ac:spMk id="2" creationId="{6D33E592-5DE9-474B-8088-C1B934CC78CE}"/>
          </ac:spMkLst>
        </pc:spChg>
        <pc:spChg chg="mod">
          <ac:chgData name="Haroldy Makarim Sigero" userId="af451963-9ade-42ec-a1e5-e26c9f10ad0d" providerId="ADAL" clId="{99199D46-8834-4771-8C7E-CC3AC517C3E5}" dt="2026-10-07T11:48:50.963" v="164"/>
          <ac:spMkLst>
            <pc:docMk/>
            <pc:sldMk cId="3201015769" sldId="284"/>
            <ac:spMk id="3" creationId="{B1B3BB94-CC7E-E29E-5C6E-EC3F7BB5D3C2}"/>
          </ac:spMkLst>
        </pc:spChg>
        <pc:spChg chg="mod">
          <ac:chgData name="Haroldy Makarim Sigero" userId="af451963-9ade-42ec-a1e5-e26c9f10ad0d" providerId="ADAL" clId="{99199D46-8834-4771-8C7E-CC3AC517C3E5}" dt="2026-10-07T11:49:06.093" v="167" actId="27636"/>
          <ac:spMkLst>
            <pc:docMk/>
            <pc:sldMk cId="3201015769" sldId="284"/>
            <ac:spMk id="6" creationId="{1737CDCD-96AA-D570-E71D-0E1571292AFA}"/>
          </ac:spMkLst>
        </pc:spChg>
        <pc:spChg chg="add">
          <ac:chgData name="Haroldy Makarim Sigero" userId="af451963-9ade-42ec-a1e5-e26c9f10ad0d" providerId="ADAL" clId="{99199D46-8834-4771-8C7E-CC3AC517C3E5}" dt="2026-10-07T12:05:34.794" v="263" actId="22"/>
          <ac:spMkLst>
            <pc:docMk/>
            <pc:sldMk cId="3201015769" sldId="284"/>
            <ac:spMk id="10" creationId="{DD52FDF1-D0D1-134B-4E84-468E13D2AF9C}"/>
          </ac:spMkLst>
        </pc:spChg>
        <pc:spChg chg="mod">
          <ac:chgData name="Haroldy Makarim Sigero" userId="af451963-9ade-42ec-a1e5-e26c9f10ad0d" providerId="ADAL" clId="{99199D46-8834-4771-8C7E-CC3AC517C3E5}" dt="2026-10-07T11:48:39.204" v="163"/>
          <ac:spMkLst>
            <pc:docMk/>
            <pc:sldMk cId="3201015769" sldId="284"/>
            <ac:spMk id="11" creationId="{EBA77741-F807-3E60-7200-C0E14E6CE02E}"/>
          </ac:spMkLst>
        </pc:spChg>
        <pc:spChg chg="mod">
          <ac:chgData name="Haroldy Makarim Sigero" userId="af451963-9ade-42ec-a1e5-e26c9f10ad0d" providerId="ADAL" clId="{99199D46-8834-4771-8C7E-CC3AC517C3E5}" dt="2026-10-07T11:48:58.808" v="165"/>
          <ac:spMkLst>
            <pc:docMk/>
            <pc:sldMk cId="3201015769" sldId="284"/>
            <ac:spMk id="12" creationId="{BEB266B5-1FF7-2618-BF88-ADA19DFA8CEB}"/>
          </ac:spMkLst>
        </pc:spChg>
      </pc:sldChg>
      <pc:sldChg chg="modSp add del mod">
        <pc:chgData name="Haroldy Makarim Sigero" userId="af451963-9ade-42ec-a1e5-e26c9f10ad0d" providerId="ADAL" clId="{99199D46-8834-4771-8C7E-CC3AC517C3E5}" dt="2026-10-07T12:06:28.681" v="268" actId="2696"/>
        <pc:sldMkLst>
          <pc:docMk/>
          <pc:sldMk cId="3510305155" sldId="285"/>
        </pc:sldMkLst>
        <pc:spChg chg="mod">
          <ac:chgData name="Haroldy Makarim Sigero" userId="af451963-9ade-42ec-a1e5-e26c9f10ad0d" providerId="ADAL" clId="{99199D46-8834-4771-8C7E-CC3AC517C3E5}" dt="2026-10-07T11:49:26.021" v="171" actId="20577"/>
          <ac:spMkLst>
            <pc:docMk/>
            <pc:sldMk cId="3510305155" sldId="285"/>
            <ac:spMk id="2" creationId="{63CC6FBC-96B3-1DF2-813E-3BB8B085DAD0}"/>
          </ac:spMkLst>
        </pc:spChg>
        <pc:spChg chg="mod">
          <ac:chgData name="Haroldy Makarim Sigero" userId="af451963-9ade-42ec-a1e5-e26c9f10ad0d" providerId="ADAL" clId="{99199D46-8834-4771-8C7E-CC3AC517C3E5}" dt="2026-10-07T11:49:53.005" v="175" actId="27636"/>
          <ac:spMkLst>
            <pc:docMk/>
            <pc:sldMk cId="3510305155" sldId="285"/>
            <ac:spMk id="3" creationId="{2CD43D24-C1C9-5C37-641D-29B96482D04A}"/>
          </ac:spMkLst>
        </pc:spChg>
        <pc:spChg chg="mod">
          <ac:chgData name="Haroldy Makarim Sigero" userId="af451963-9ade-42ec-a1e5-e26c9f10ad0d" providerId="ADAL" clId="{99199D46-8834-4771-8C7E-CC3AC517C3E5}" dt="2026-10-07T11:50:19.966" v="178" actId="27636"/>
          <ac:spMkLst>
            <pc:docMk/>
            <pc:sldMk cId="3510305155" sldId="285"/>
            <ac:spMk id="6" creationId="{5034B8AA-4C5F-1341-7FF7-D268355D8927}"/>
          </ac:spMkLst>
        </pc:spChg>
        <pc:spChg chg="mod">
          <ac:chgData name="Haroldy Makarim Sigero" userId="af451963-9ade-42ec-a1e5-e26c9f10ad0d" providerId="ADAL" clId="{99199D46-8834-4771-8C7E-CC3AC517C3E5}" dt="2026-10-07T11:49:45.368" v="173" actId="27636"/>
          <ac:spMkLst>
            <pc:docMk/>
            <pc:sldMk cId="3510305155" sldId="285"/>
            <ac:spMk id="11" creationId="{271C9E73-4EC5-3C82-E8BB-1D2BE8B83DB0}"/>
          </ac:spMkLst>
        </pc:spChg>
        <pc:spChg chg="mod">
          <ac:chgData name="Haroldy Makarim Sigero" userId="af451963-9ade-42ec-a1e5-e26c9f10ad0d" providerId="ADAL" clId="{99199D46-8834-4771-8C7E-CC3AC517C3E5}" dt="2026-10-07T11:50:07.433" v="176"/>
          <ac:spMkLst>
            <pc:docMk/>
            <pc:sldMk cId="3510305155" sldId="285"/>
            <ac:spMk id="12" creationId="{6ED4600D-1DB3-7CC0-2969-EE49E0EC3473}"/>
          </ac:spMkLst>
        </pc:spChg>
      </pc:sldChg>
      <pc:sldChg chg="modSp add mod">
        <pc:chgData name="Haroldy Makarim Sigero" userId="af451963-9ade-42ec-a1e5-e26c9f10ad0d" providerId="ADAL" clId="{99199D46-8834-4771-8C7E-CC3AC517C3E5}" dt="2026-10-07T11:51:19.361" v="187"/>
        <pc:sldMkLst>
          <pc:docMk/>
          <pc:sldMk cId="3060303451" sldId="286"/>
        </pc:sldMkLst>
        <pc:spChg chg="mod">
          <ac:chgData name="Haroldy Makarim Sigero" userId="af451963-9ade-42ec-a1e5-e26c9f10ad0d" providerId="ADAL" clId="{99199D46-8834-4771-8C7E-CC3AC517C3E5}" dt="2026-10-07T11:50:38.196" v="181" actId="27636"/>
          <ac:spMkLst>
            <pc:docMk/>
            <pc:sldMk cId="3060303451" sldId="286"/>
            <ac:spMk id="2" creationId="{3614F24F-8F88-7FEC-2071-8D87905CDA1A}"/>
          </ac:spMkLst>
        </pc:spChg>
        <pc:spChg chg="mod">
          <ac:chgData name="Haroldy Makarim Sigero" userId="af451963-9ade-42ec-a1e5-e26c9f10ad0d" providerId="ADAL" clId="{99199D46-8834-4771-8C7E-CC3AC517C3E5}" dt="2026-10-07T11:51:01.374" v="185" actId="27636"/>
          <ac:spMkLst>
            <pc:docMk/>
            <pc:sldMk cId="3060303451" sldId="286"/>
            <ac:spMk id="3" creationId="{FE7BCDDB-92EE-44FC-90E7-8407E1696B93}"/>
          </ac:spMkLst>
        </pc:spChg>
        <pc:spChg chg="mod">
          <ac:chgData name="Haroldy Makarim Sigero" userId="af451963-9ade-42ec-a1e5-e26c9f10ad0d" providerId="ADAL" clId="{99199D46-8834-4771-8C7E-CC3AC517C3E5}" dt="2026-10-07T11:51:19.361" v="187"/>
          <ac:spMkLst>
            <pc:docMk/>
            <pc:sldMk cId="3060303451" sldId="286"/>
            <ac:spMk id="6" creationId="{34B3CBB9-3C41-452C-153D-794CB88047A6}"/>
          </ac:spMkLst>
        </pc:spChg>
        <pc:spChg chg="mod">
          <ac:chgData name="Haroldy Makarim Sigero" userId="af451963-9ade-42ec-a1e5-e26c9f10ad0d" providerId="ADAL" clId="{99199D46-8834-4771-8C7E-CC3AC517C3E5}" dt="2026-10-07T11:50:48.153" v="183" actId="27636"/>
          <ac:spMkLst>
            <pc:docMk/>
            <pc:sldMk cId="3060303451" sldId="286"/>
            <ac:spMk id="11" creationId="{8E6640E2-FB2F-6B25-48EC-B16F8ACF948C}"/>
          </ac:spMkLst>
        </pc:spChg>
        <pc:spChg chg="mod">
          <ac:chgData name="Haroldy Makarim Sigero" userId="af451963-9ade-42ec-a1e5-e26c9f10ad0d" providerId="ADAL" clId="{99199D46-8834-4771-8C7E-CC3AC517C3E5}" dt="2026-10-07T11:51:11.368" v="186"/>
          <ac:spMkLst>
            <pc:docMk/>
            <pc:sldMk cId="3060303451" sldId="286"/>
            <ac:spMk id="12" creationId="{79F9590A-5220-48DE-D79F-C85D6433AADA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11:52:28.290" v="198"/>
        <pc:sldMkLst>
          <pc:docMk/>
          <pc:sldMk cId="1306408622" sldId="287"/>
        </pc:sldMkLst>
        <pc:spChg chg="mod">
          <ac:chgData name="Haroldy Makarim Sigero" userId="af451963-9ade-42ec-a1e5-e26c9f10ad0d" providerId="ADAL" clId="{99199D46-8834-4771-8C7E-CC3AC517C3E5}" dt="2026-10-07T11:51:44.333" v="189"/>
          <ac:spMkLst>
            <pc:docMk/>
            <pc:sldMk cId="1306408622" sldId="287"/>
            <ac:spMk id="2" creationId="{CA49386E-1309-ACD4-9EC2-29E2364613E1}"/>
          </ac:spMkLst>
        </pc:spChg>
        <pc:spChg chg="mod">
          <ac:chgData name="Haroldy Makarim Sigero" userId="af451963-9ade-42ec-a1e5-e26c9f10ad0d" providerId="ADAL" clId="{99199D46-8834-4771-8C7E-CC3AC517C3E5}" dt="2026-10-07T11:52:03.212" v="192" actId="27636"/>
          <ac:spMkLst>
            <pc:docMk/>
            <pc:sldMk cId="1306408622" sldId="287"/>
            <ac:spMk id="3" creationId="{C67F8EEA-9CC5-4A26-3AA1-E4E780DBBDA3}"/>
          </ac:spMkLst>
        </pc:spChg>
        <pc:spChg chg="mod">
          <ac:chgData name="Haroldy Makarim Sigero" userId="af451963-9ade-42ec-a1e5-e26c9f10ad0d" providerId="ADAL" clId="{99199D46-8834-4771-8C7E-CC3AC517C3E5}" dt="2026-10-07T11:52:27.530" v="196" actId="27636"/>
          <ac:spMkLst>
            <pc:docMk/>
            <pc:sldMk cId="1306408622" sldId="287"/>
            <ac:spMk id="6" creationId="{C8A221E2-0B09-5C02-4DA5-A7073528B241}"/>
          </ac:spMkLst>
        </pc:spChg>
        <pc:spChg chg="add del mod">
          <ac:chgData name="Haroldy Makarim Sigero" userId="af451963-9ade-42ec-a1e5-e26c9f10ad0d" providerId="ADAL" clId="{99199D46-8834-4771-8C7E-CC3AC517C3E5}" dt="2026-10-07T11:52:28.290" v="198"/>
          <ac:spMkLst>
            <pc:docMk/>
            <pc:sldMk cId="1306408622" sldId="287"/>
            <ac:spMk id="7" creationId="{9C1E559D-F2C4-640D-4D6C-089E68B35CFF}"/>
          </ac:spMkLst>
        </pc:spChg>
        <pc:spChg chg="mod">
          <ac:chgData name="Haroldy Makarim Sigero" userId="af451963-9ade-42ec-a1e5-e26c9f10ad0d" providerId="ADAL" clId="{99199D46-8834-4771-8C7E-CC3AC517C3E5}" dt="2026-10-07T11:51:54.215" v="190"/>
          <ac:spMkLst>
            <pc:docMk/>
            <pc:sldMk cId="1306408622" sldId="287"/>
            <ac:spMk id="11" creationId="{79C34B75-5BFE-AAAD-F790-9DE628F224B3}"/>
          </ac:spMkLst>
        </pc:spChg>
        <pc:spChg chg="mod">
          <ac:chgData name="Haroldy Makarim Sigero" userId="af451963-9ade-42ec-a1e5-e26c9f10ad0d" providerId="ADAL" clId="{99199D46-8834-4771-8C7E-CC3AC517C3E5}" dt="2026-10-07T11:52:20.187" v="194"/>
          <ac:spMkLst>
            <pc:docMk/>
            <pc:sldMk cId="1306408622" sldId="287"/>
            <ac:spMk id="12" creationId="{CE67A09D-44EC-335B-A0D4-CE910D3E05BC}"/>
          </ac:spMkLst>
        </pc:spChg>
      </pc:sldChg>
      <pc:sldChg chg="addSp delSp modSp add mod">
        <pc:chgData name="Haroldy Makarim Sigero" userId="af451963-9ade-42ec-a1e5-e26c9f10ad0d" providerId="ADAL" clId="{99199D46-8834-4771-8C7E-CC3AC517C3E5}" dt="2026-10-07T11:53:16.143" v="208"/>
        <pc:sldMkLst>
          <pc:docMk/>
          <pc:sldMk cId="3993063884" sldId="288"/>
        </pc:sldMkLst>
        <pc:spChg chg="mod">
          <ac:chgData name="Haroldy Makarim Sigero" userId="af451963-9ade-42ec-a1e5-e26c9f10ad0d" providerId="ADAL" clId="{99199D46-8834-4771-8C7E-CC3AC517C3E5}" dt="2026-10-07T11:52:42.955" v="201" actId="27636"/>
          <ac:spMkLst>
            <pc:docMk/>
            <pc:sldMk cId="3993063884" sldId="288"/>
            <ac:spMk id="2" creationId="{7580A262-B7A7-DB85-6DCF-15C7D7881558}"/>
          </ac:spMkLst>
        </pc:spChg>
        <pc:spChg chg="mod">
          <ac:chgData name="Haroldy Makarim Sigero" userId="af451963-9ade-42ec-a1e5-e26c9f10ad0d" providerId="ADAL" clId="{99199D46-8834-4771-8C7E-CC3AC517C3E5}" dt="2026-10-07T11:52:58.741" v="204"/>
          <ac:spMkLst>
            <pc:docMk/>
            <pc:sldMk cId="3993063884" sldId="288"/>
            <ac:spMk id="3" creationId="{19A717B2-8D63-E59E-0340-6376302D437E}"/>
          </ac:spMkLst>
        </pc:spChg>
        <pc:spChg chg="mod">
          <ac:chgData name="Haroldy Makarim Sigero" userId="af451963-9ade-42ec-a1e5-e26c9f10ad0d" providerId="ADAL" clId="{99199D46-8834-4771-8C7E-CC3AC517C3E5}" dt="2026-10-07T11:53:16.143" v="208"/>
          <ac:spMkLst>
            <pc:docMk/>
            <pc:sldMk cId="3993063884" sldId="288"/>
            <ac:spMk id="6" creationId="{A16E56EA-6445-E34B-B499-A821193F5AD3}"/>
          </ac:spMkLst>
        </pc:spChg>
        <pc:spChg chg="add del mod">
          <ac:chgData name="Haroldy Makarim Sigero" userId="af451963-9ade-42ec-a1e5-e26c9f10ad0d" providerId="ADAL" clId="{99199D46-8834-4771-8C7E-CC3AC517C3E5}" dt="2026-10-07T11:53:05.278" v="206"/>
          <ac:spMkLst>
            <pc:docMk/>
            <pc:sldMk cId="3993063884" sldId="288"/>
            <ac:spMk id="7" creationId="{26D57032-C116-CDCE-199B-515725E0F8A4}"/>
          </ac:spMkLst>
        </pc:spChg>
        <pc:spChg chg="mod">
          <ac:chgData name="Haroldy Makarim Sigero" userId="af451963-9ade-42ec-a1e5-e26c9f10ad0d" providerId="ADAL" clId="{99199D46-8834-4771-8C7E-CC3AC517C3E5}" dt="2026-10-07T11:52:50.092" v="202"/>
          <ac:spMkLst>
            <pc:docMk/>
            <pc:sldMk cId="3993063884" sldId="288"/>
            <ac:spMk id="11" creationId="{A01ABBBB-7588-860E-F896-46F7C2A8A19B}"/>
          </ac:spMkLst>
        </pc:spChg>
        <pc:spChg chg="mod">
          <ac:chgData name="Haroldy Makarim Sigero" userId="af451963-9ade-42ec-a1e5-e26c9f10ad0d" providerId="ADAL" clId="{99199D46-8834-4771-8C7E-CC3AC517C3E5}" dt="2026-10-07T11:53:07.459" v="207"/>
          <ac:spMkLst>
            <pc:docMk/>
            <pc:sldMk cId="3993063884" sldId="288"/>
            <ac:spMk id="12" creationId="{8029D693-275A-1AFD-DC1F-DE456A3DF9FD}"/>
          </ac:spMkLst>
        </pc:spChg>
      </pc:sldChg>
      <pc:sldChg chg="addSp add mod">
        <pc:chgData name="Haroldy Makarim Sigero" userId="af451963-9ade-42ec-a1e5-e26c9f10ad0d" providerId="ADAL" clId="{99199D46-8834-4771-8C7E-CC3AC517C3E5}" dt="2026-10-07T11:56:15.407" v="210" actId="22"/>
        <pc:sldMkLst>
          <pc:docMk/>
          <pc:sldMk cId="3992052971" sldId="289"/>
        </pc:sldMkLst>
        <pc:spChg chg="add">
          <ac:chgData name="Haroldy Makarim Sigero" userId="af451963-9ade-42ec-a1e5-e26c9f10ad0d" providerId="ADAL" clId="{99199D46-8834-4771-8C7E-CC3AC517C3E5}" dt="2026-10-07T11:56:15.407" v="210" actId="22"/>
          <ac:spMkLst>
            <pc:docMk/>
            <pc:sldMk cId="3992052971" sldId="289"/>
            <ac:spMk id="12" creationId="{86F531B3-AE54-2EAB-E67A-AB172046A481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7:02.874" v="213" actId="1076"/>
        <pc:sldMkLst>
          <pc:docMk/>
          <pc:sldMk cId="289042277" sldId="290"/>
        </pc:sldMkLst>
        <pc:spChg chg="add mod">
          <ac:chgData name="Haroldy Makarim Sigero" userId="af451963-9ade-42ec-a1e5-e26c9f10ad0d" providerId="ADAL" clId="{99199D46-8834-4771-8C7E-CC3AC517C3E5}" dt="2026-10-07T11:57:02.874" v="213" actId="1076"/>
          <ac:spMkLst>
            <pc:docMk/>
            <pc:sldMk cId="289042277" sldId="290"/>
            <ac:spMk id="11" creationId="{06272D26-DD4E-AAC2-CD25-A26D1359C336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7:34.072" v="216" actId="1076"/>
        <pc:sldMkLst>
          <pc:docMk/>
          <pc:sldMk cId="619317646" sldId="291"/>
        </pc:sldMkLst>
        <pc:spChg chg="add mod">
          <ac:chgData name="Haroldy Makarim Sigero" userId="af451963-9ade-42ec-a1e5-e26c9f10ad0d" providerId="ADAL" clId="{99199D46-8834-4771-8C7E-CC3AC517C3E5}" dt="2026-10-07T11:57:34.072" v="216" actId="1076"/>
          <ac:spMkLst>
            <pc:docMk/>
            <pc:sldMk cId="619317646" sldId="291"/>
            <ac:spMk id="11" creationId="{4D86DE96-9020-4E71-B6A1-A0B8FDABB08D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7:59.651" v="219" actId="1076"/>
        <pc:sldMkLst>
          <pc:docMk/>
          <pc:sldMk cId="177408493" sldId="292"/>
        </pc:sldMkLst>
        <pc:spChg chg="add mod">
          <ac:chgData name="Haroldy Makarim Sigero" userId="af451963-9ade-42ec-a1e5-e26c9f10ad0d" providerId="ADAL" clId="{99199D46-8834-4771-8C7E-CC3AC517C3E5}" dt="2026-10-07T11:57:59.651" v="219" actId="1076"/>
          <ac:spMkLst>
            <pc:docMk/>
            <pc:sldMk cId="177408493" sldId="292"/>
            <ac:spMk id="11" creationId="{CBD23021-A31D-49BC-0D09-CFB25A8F356F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8:20.064" v="222" actId="1076"/>
        <pc:sldMkLst>
          <pc:docMk/>
          <pc:sldMk cId="551799394" sldId="293"/>
        </pc:sldMkLst>
        <pc:spChg chg="add mod">
          <ac:chgData name="Haroldy Makarim Sigero" userId="af451963-9ade-42ec-a1e5-e26c9f10ad0d" providerId="ADAL" clId="{99199D46-8834-4771-8C7E-CC3AC517C3E5}" dt="2026-10-07T11:58:20.064" v="222" actId="1076"/>
          <ac:spMkLst>
            <pc:docMk/>
            <pc:sldMk cId="551799394" sldId="293"/>
            <ac:spMk id="7" creationId="{09BF2CB4-3B7D-868F-1C61-56CA1A8C100E}"/>
          </ac:spMkLst>
        </pc:spChg>
      </pc:sldChg>
      <pc:sldChg chg="add ord">
        <pc:chgData name="Haroldy Makarim Sigero" userId="af451963-9ade-42ec-a1e5-e26c9f10ad0d" providerId="ADAL" clId="{99199D46-8834-4771-8C7E-CC3AC517C3E5}" dt="2026-10-07T12:11:25.434" v="277"/>
        <pc:sldMkLst>
          <pc:docMk/>
          <pc:sldMk cId="2269975311" sldId="294"/>
        </pc:sldMkLst>
      </pc:sldChg>
      <pc:sldChg chg="addSp modSp add del mod">
        <pc:chgData name="Haroldy Makarim Sigero" userId="af451963-9ade-42ec-a1e5-e26c9f10ad0d" providerId="ADAL" clId="{99199D46-8834-4771-8C7E-CC3AC517C3E5}" dt="2026-10-07T12:12:07.754" v="278" actId="2696"/>
        <pc:sldMkLst>
          <pc:docMk/>
          <pc:sldMk cId="3134876658" sldId="295"/>
        </pc:sldMkLst>
        <pc:spChg chg="add mod">
          <ac:chgData name="Haroldy Makarim Sigero" userId="af451963-9ade-42ec-a1e5-e26c9f10ad0d" providerId="ADAL" clId="{99199D46-8834-4771-8C7E-CC3AC517C3E5}" dt="2026-10-07T11:59:15.430" v="229" actId="1076"/>
          <ac:spMkLst>
            <pc:docMk/>
            <pc:sldMk cId="3134876658" sldId="295"/>
            <ac:spMk id="7" creationId="{EDB39102-AEC4-DDC7-01FE-F712DA56DC9D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1:59:47.692" v="232" actId="1076"/>
        <pc:sldMkLst>
          <pc:docMk/>
          <pc:sldMk cId="2948218974" sldId="296"/>
        </pc:sldMkLst>
        <pc:spChg chg="add mod">
          <ac:chgData name="Haroldy Makarim Sigero" userId="af451963-9ade-42ec-a1e5-e26c9f10ad0d" providerId="ADAL" clId="{99199D46-8834-4771-8C7E-CC3AC517C3E5}" dt="2026-10-07T11:59:47.692" v="232" actId="1076"/>
          <ac:spMkLst>
            <pc:docMk/>
            <pc:sldMk cId="2948218974" sldId="296"/>
            <ac:spMk id="7" creationId="{225BD167-1F9C-6090-AE4B-62DC9D2C4CDE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0:07.643" v="235" actId="1076"/>
        <pc:sldMkLst>
          <pc:docMk/>
          <pc:sldMk cId="1503669556" sldId="297"/>
        </pc:sldMkLst>
        <pc:spChg chg="add mod">
          <ac:chgData name="Haroldy Makarim Sigero" userId="af451963-9ade-42ec-a1e5-e26c9f10ad0d" providerId="ADAL" clId="{99199D46-8834-4771-8C7E-CC3AC517C3E5}" dt="2026-10-07T12:00:07.643" v="235" actId="1076"/>
          <ac:spMkLst>
            <pc:docMk/>
            <pc:sldMk cId="1503669556" sldId="297"/>
            <ac:spMk id="7" creationId="{D37B3A30-330D-73FA-871E-45DC54E380EE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0:28.543" v="239" actId="1076"/>
        <pc:sldMkLst>
          <pc:docMk/>
          <pc:sldMk cId="1651453624" sldId="298"/>
        </pc:sldMkLst>
        <pc:spChg chg="add mod">
          <ac:chgData name="Haroldy Makarim Sigero" userId="af451963-9ade-42ec-a1e5-e26c9f10ad0d" providerId="ADAL" clId="{99199D46-8834-4771-8C7E-CC3AC517C3E5}" dt="2026-10-07T12:00:28.543" v="239" actId="1076"/>
          <ac:spMkLst>
            <pc:docMk/>
            <pc:sldMk cId="1651453624" sldId="298"/>
            <ac:spMk id="7" creationId="{13CE6360-2E50-7C3F-980C-DC9C155B9072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1:02.563" v="242" actId="1076"/>
        <pc:sldMkLst>
          <pc:docMk/>
          <pc:sldMk cId="3737460657" sldId="299"/>
        </pc:sldMkLst>
        <pc:spChg chg="add mod">
          <ac:chgData name="Haroldy Makarim Sigero" userId="af451963-9ade-42ec-a1e5-e26c9f10ad0d" providerId="ADAL" clId="{99199D46-8834-4771-8C7E-CC3AC517C3E5}" dt="2026-10-07T12:01:02.563" v="242" actId="1076"/>
          <ac:spMkLst>
            <pc:docMk/>
            <pc:sldMk cId="3737460657" sldId="299"/>
            <ac:spMk id="7" creationId="{BED0A29D-D0EA-8CDC-4024-AFC445817173}"/>
          </ac:spMkLst>
        </pc:spChg>
      </pc:sldChg>
      <pc:sldChg chg="addSp add mod">
        <pc:chgData name="Haroldy Makarim Sigero" userId="af451963-9ade-42ec-a1e5-e26c9f10ad0d" providerId="ADAL" clId="{99199D46-8834-4771-8C7E-CC3AC517C3E5}" dt="2026-10-07T12:02:39.114" v="244" actId="22"/>
        <pc:sldMkLst>
          <pc:docMk/>
          <pc:sldMk cId="807239844" sldId="300"/>
        </pc:sldMkLst>
        <pc:spChg chg="add">
          <ac:chgData name="Haroldy Makarim Sigero" userId="af451963-9ade-42ec-a1e5-e26c9f10ad0d" providerId="ADAL" clId="{99199D46-8834-4771-8C7E-CC3AC517C3E5}" dt="2026-10-07T12:02:39.114" v="244" actId="22"/>
          <ac:spMkLst>
            <pc:docMk/>
            <pc:sldMk cId="807239844" sldId="300"/>
            <ac:spMk id="7" creationId="{01A03A40-9F2A-682D-6424-A02E8CDD1A34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2:59.751" v="247" actId="1076"/>
        <pc:sldMkLst>
          <pc:docMk/>
          <pc:sldMk cId="2813002067" sldId="301"/>
        </pc:sldMkLst>
        <pc:spChg chg="add mod">
          <ac:chgData name="Haroldy Makarim Sigero" userId="af451963-9ade-42ec-a1e5-e26c9f10ad0d" providerId="ADAL" clId="{99199D46-8834-4771-8C7E-CC3AC517C3E5}" dt="2026-10-07T12:02:59.751" v="247" actId="1076"/>
          <ac:spMkLst>
            <pc:docMk/>
            <pc:sldMk cId="2813002067" sldId="301"/>
            <ac:spMk id="7" creationId="{0D390DAB-F32A-33A3-83B0-8793EF6B42B2}"/>
          </ac:spMkLst>
        </pc:spChg>
      </pc:sldChg>
      <pc:sldChg chg="modSp add del mod">
        <pc:chgData name="Haroldy Makarim Sigero" userId="af451963-9ade-42ec-a1e5-e26c9f10ad0d" providerId="ADAL" clId="{99199D46-8834-4771-8C7E-CC3AC517C3E5}" dt="2026-10-07T12:03:43.170" v="252" actId="2696"/>
        <pc:sldMkLst>
          <pc:docMk/>
          <pc:sldMk cId="3924120472" sldId="302"/>
        </pc:sldMkLst>
        <pc:spChg chg="mod">
          <ac:chgData name="Haroldy Makarim Sigero" userId="af451963-9ade-42ec-a1e5-e26c9f10ad0d" providerId="ADAL" clId="{99199D46-8834-4771-8C7E-CC3AC517C3E5}" dt="2026-10-07T12:03:32.744" v="250" actId="1076"/>
          <ac:spMkLst>
            <pc:docMk/>
            <pc:sldMk cId="3924120472" sldId="302"/>
            <ac:spMk id="11" creationId="{C881743E-E2D9-96C2-8EE7-E5EA7D32F7CC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4:09.619" v="254" actId="1076"/>
        <pc:sldMkLst>
          <pc:docMk/>
          <pc:sldMk cId="1240073411" sldId="303"/>
        </pc:sldMkLst>
        <pc:spChg chg="add mod">
          <ac:chgData name="Haroldy Makarim Sigero" userId="af451963-9ade-42ec-a1e5-e26c9f10ad0d" providerId="ADAL" clId="{99199D46-8834-4771-8C7E-CC3AC517C3E5}" dt="2026-10-07T12:04:09.619" v="254" actId="1076"/>
          <ac:spMkLst>
            <pc:docMk/>
            <pc:sldMk cId="1240073411" sldId="303"/>
            <ac:spMk id="7" creationId="{82FA83F9-B04F-EDC6-2372-CB416A2E4706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4:37.518" v="257" actId="1076"/>
        <pc:sldMkLst>
          <pc:docMk/>
          <pc:sldMk cId="1358614580" sldId="304"/>
        </pc:sldMkLst>
        <pc:spChg chg="add mod">
          <ac:chgData name="Haroldy Makarim Sigero" userId="af451963-9ade-42ec-a1e5-e26c9f10ad0d" providerId="ADAL" clId="{99199D46-8834-4771-8C7E-CC3AC517C3E5}" dt="2026-10-07T12:04:37.518" v="257" actId="1076"/>
          <ac:spMkLst>
            <pc:docMk/>
            <pc:sldMk cId="1358614580" sldId="304"/>
            <ac:spMk id="7" creationId="{A6A3FB82-8B68-2BB8-5520-1671A2164CAD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5:19.042" v="261" actId="1076"/>
        <pc:sldMkLst>
          <pc:docMk/>
          <pc:sldMk cId="3248039420" sldId="305"/>
        </pc:sldMkLst>
        <pc:spChg chg="add mod">
          <ac:chgData name="Haroldy Makarim Sigero" userId="af451963-9ade-42ec-a1e5-e26c9f10ad0d" providerId="ADAL" clId="{99199D46-8834-4771-8C7E-CC3AC517C3E5}" dt="2026-10-07T12:05:19.042" v="261" actId="1076"/>
          <ac:spMkLst>
            <pc:docMk/>
            <pc:sldMk cId="3248039420" sldId="305"/>
            <ac:spMk id="10" creationId="{8EF2849B-39B7-9CEA-0C22-F85A3FA6FFCE}"/>
          </ac:spMkLst>
        </pc:spChg>
      </pc:sldChg>
      <pc:sldChg chg="add ord">
        <pc:chgData name="Haroldy Makarim Sigero" userId="af451963-9ade-42ec-a1e5-e26c9f10ad0d" providerId="ADAL" clId="{99199D46-8834-4771-8C7E-CC3AC517C3E5}" dt="2026-10-07T12:06:04.346" v="266"/>
        <pc:sldMkLst>
          <pc:docMk/>
          <pc:sldMk cId="1151729196" sldId="306"/>
        </pc:sldMkLst>
      </pc:sldChg>
      <pc:sldChg chg="addSp add mod">
        <pc:chgData name="Haroldy Makarim Sigero" userId="af451963-9ade-42ec-a1e5-e26c9f10ad0d" providerId="ADAL" clId="{99199D46-8834-4771-8C7E-CC3AC517C3E5}" dt="2026-10-07T12:06:56.146" v="270" actId="22"/>
        <pc:sldMkLst>
          <pc:docMk/>
          <pc:sldMk cId="1064314529" sldId="307"/>
        </pc:sldMkLst>
        <pc:spChg chg="add">
          <ac:chgData name="Haroldy Makarim Sigero" userId="af451963-9ade-42ec-a1e5-e26c9f10ad0d" providerId="ADAL" clId="{99199D46-8834-4771-8C7E-CC3AC517C3E5}" dt="2026-10-07T12:06:56.146" v="270" actId="22"/>
          <ac:spMkLst>
            <pc:docMk/>
            <pc:sldMk cId="1064314529" sldId="307"/>
            <ac:spMk id="10" creationId="{B7F3BC32-5D4F-9F0E-6413-0123F87D21C4}"/>
          </ac:spMkLst>
        </pc:spChg>
      </pc:sldChg>
      <pc:sldChg chg="add del">
        <pc:chgData name="Haroldy Makarim Sigero" userId="af451963-9ade-42ec-a1e5-e26c9f10ad0d" providerId="ADAL" clId="{99199D46-8834-4771-8C7E-CC3AC517C3E5}" dt="2026-10-07T12:06:15.488" v="267" actId="2696"/>
        <pc:sldMkLst>
          <pc:docMk/>
          <pc:sldMk cId="1424380524" sldId="307"/>
        </pc:sldMkLst>
      </pc:sldChg>
      <pc:sldChg chg="addSp add mod">
        <pc:chgData name="Haroldy Makarim Sigero" userId="af451963-9ade-42ec-a1e5-e26c9f10ad0d" providerId="ADAL" clId="{99199D46-8834-4771-8C7E-CC3AC517C3E5}" dt="2026-10-07T12:08:30.552" v="272" actId="22"/>
        <pc:sldMkLst>
          <pc:docMk/>
          <pc:sldMk cId="2438168697" sldId="308"/>
        </pc:sldMkLst>
        <pc:spChg chg="add">
          <ac:chgData name="Haroldy Makarim Sigero" userId="af451963-9ade-42ec-a1e5-e26c9f10ad0d" providerId="ADAL" clId="{99199D46-8834-4771-8C7E-CC3AC517C3E5}" dt="2026-10-07T12:08:30.552" v="272" actId="22"/>
          <ac:spMkLst>
            <pc:docMk/>
            <pc:sldMk cId="2438168697" sldId="308"/>
            <ac:spMk id="10" creationId="{5668A870-D96D-D0A3-791E-8592DEE586A0}"/>
          </ac:spMkLst>
        </pc:spChg>
      </pc:sldChg>
      <pc:sldChg chg="addSp modSp add mod">
        <pc:chgData name="Haroldy Makarim Sigero" userId="af451963-9ade-42ec-a1e5-e26c9f10ad0d" providerId="ADAL" clId="{99199D46-8834-4771-8C7E-CC3AC517C3E5}" dt="2026-10-07T12:08:45.855" v="275" actId="1076"/>
        <pc:sldMkLst>
          <pc:docMk/>
          <pc:sldMk cId="652019551" sldId="309"/>
        </pc:sldMkLst>
        <pc:spChg chg="add mod">
          <ac:chgData name="Haroldy Makarim Sigero" userId="af451963-9ade-42ec-a1e5-e26c9f10ad0d" providerId="ADAL" clId="{99199D46-8834-4771-8C7E-CC3AC517C3E5}" dt="2026-10-07T12:08:45.855" v="275" actId="1076"/>
          <ac:spMkLst>
            <pc:docMk/>
            <pc:sldMk cId="652019551" sldId="309"/>
            <ac:spMk id="10" creationId="{946A9A04-2958-542C-1689-0ADFFA876C97}"/>
          </ac:spMkLst>
        </pc:spChg>
      </pc:sldChg>
      <pc:sldChg chg="delSp modSp add mod">
        <pc:chgData name="Haroldy Makarim Sigero" userId="af451963-9ade-42ec-a1e5-e26c9f10ad0d" providerId="ADAL" clId="{99199D46-8834-4771-8C7E-CC3AC517C3E5}" dt="2026-10-07T12:15:01.043" v="291" actId="21"/>
        <pc:sldMkLst>
          <pc:docMk/>
          <pc:sldMk cId="1613490854" sldId="310"/>
        </pc:sldMkLst>
        <pc:spChg chg="mod">
          <ac:chgData name="Haroldy Makarim Sigero" userId="af451963-9ade-42ec-a1e5-e26c9f10ad0d" providerId="ADAL" clId="{99199D46-8834-4771-8C7E-CC3AC517C3E5}" dt="2026-10-07T12:13:47.867" v="282"/>
          <ac:spMkLst>
            <pc:docMk/>
            <pc:sldMk cId="1613490854" sldId="310"/>
            <ac:spMk id="2" creationId="{67EB9C82-65AF-119C-782C-F49D1FDADD5C}"/>
          </ac:spMkLst>
        </pc:spChg>
        <pc:spChg chg="mod">
          <ac:chgData name="Haroldy Makarim Sigero" userId="af451963-9ade-42ec-a1e5-e26c9f10ad0d" providerId="ADAL" clId="{99199D46-8834-4771-8C7E-CC3AC517C3E5}" dt="2026-10-07T12:14:08.741" v="286" actId="27636"/>
          <ac:spMkLst>
            <pc:docMk/>
            <pc:sldMk cId="1613490854" sldId="310"/>
            <ac:spMk id="3" creationId="{BC32C3EA-5C8D-69B4-3679-8C2C6F233571}"/>
          </ac:spMkLst>
        </pc:spChg>
        <pc:spChg chg="del">
          <ac:chgData name="Haroldy Makarim Sigero" userId="af451963-9ade-42ec-a1e5-e26c9f10ad0d" providerId="ADAL" clId="{99199D46-8834-4771-8C7E-CC3AC517C3E5}" dt="2026-10-07T12:15:01.043" v="291" actId="21"/>
          <ac:spMkLst>
            <pc:docMk/>
            <pc:sldMk cId="1613490854" sldId="310"/>
            <ac:spMk id="7" creationId="{0F7BA854-726E-A413-FE0F-2CFA4A788D4E}"/>
          </ac:spMkLst>
        </pc:spChg>
        <pc:spChg chg="mod">
          <ac:chgData name="Haroldy Makarim Sigero" userId="af451963-9ade-42ec-a1e5-e26c9f10ad0d" providerId="ADAL" clId="{99199D46-8834-4771-8C7E-CC3AC517C3E5}" dt="2026-10-07T12:14:36.835" v="289"/>
          <ac:spMkLst>
            <pc:docMk/>
            <pc:sldMk cId="1613490854" sldId="310"/>
            <ac:spMk id="10" creationId="{90DC0EA3-4E4D-CDC9-DCFD-8C158F3D2D85}"/>
          </ac:spMkLst>
        </pc:spChg>
        <pc:spChg chg="mod">
          <ac:chgData name="Haroldy Makarim Sigero" userId="af451963-9ade-42ec-a1e5-e26c9f10ad0d" providerId="ADAL" clId="{99199D46-8834-4771-8C7E-CC3AC517C3E5}" dt="2026-10-07T12:13:58.016" v="284" actId="27636"/>
          <ac:spMkLst>
            <pc:docMk/>
            <pc:sldMk cId="1613490854" sldId="310"/>
            <ac:spMk id="11" creationId="{1371EBFB-3813-5A9A-A0EB-3D8B08D8CACC}"/>
          </ac:spMkLst>
        </pc:spChg>
        <pc:spChg chg="mod">
          <ac:chgData name="Haroldy Makarim Sigero" userId="af451963-9ade-42ec-a1e5-e26c9f10ad0d" providerId="ADAL" clId="{99199D46-8834-4771-8C7E-CC3AC517C3E5}" dt="2026-10-07T12:14:15.820" v="288" actId="27636"/>
          <ac:spMkLst>
            <pc:docMk/>
            <pc:sldMk cId="1613490854" sldId="310"/>
            <ac:spMk id="12" creationId="{C7BD6FF5-8603-C219-DC3B-5DFC36CF1F0A}"/>
          </ac:spMkLst>
        </pc:spChg>
      </pc:sldChg>
      <pc:sldChg chg="add del">
        <pc:chgData name="Haroldy Makarim Sigero" userId="af451963-9ade-42ec-a1e5-e26c9f10ad0d" providerId="ADAL" clId="{99199D46-8834-4771-8C7E-CC3AC517C3E5}" dt="2026-10-07T12:13:33.390" v="281" actId="2696"/>
        <pc:sldMkLst>
          <pc:docMk/>
          <pc:sldMk cId="1117595999" sldId="311"/>
        </pc:sldMkLst>
      </pc:sldChg>
      <pc:sldChg chg="add">
        <pc:chgData name="Haroldy Makarim Sigero" userId="af451963-9ade-42ec-a1e5-e26c9f10ad0d" providerId="ADAL" clId="{99199D46-8834-4771-8C7E-CC3AC517C3E5}" dt="2026-10-07T12:14:53.515" v="290" actId="2890"/>
        <pc:sldMkLst>
          <pc:docMk/>
          <pc:sldMk cId="1857918187" sldId="311"/>
        </pc:sldMkLst>
      </pc:sldChg>
    </pc:docChg>
  </pc:docChgLst>
  <pc:docChgLst>
    <pc:chgData name="Faza Fauzan Habibi" userId="f07ce302-fd6c-42d1-b698-f0c587c7e391" providerId="ADAL" clId="{6376A2CB-D03A-4FC6-82DD-BDF867217337}"/>
    <pc:docChg chg="undo custSel addSld delSld modSld sldOrd">
      <pc:chgData name="Faza Fauzan Habibi" userId="f07ce302-fd6c-42d1-b698-f0c587c7e391" providerId="ADAL" clId="{6376A2CB-D03A-4FC6-82DD-BDF867217337}" dt="2026-10-07T07:39:31.038" v="41" actId="478"/>
      <pc:docMkLst>
        <pc:docMk/>
      </pc:docMkLst>
      <pc:sldChg chg="del">
        <pc:chgData name="Faza Fauzan Habibi" userId="f07ce302-fd6c-42d1-b698-f0c587c7e391" providerId="ADAL" clId="{6376A2CB-D03A-4FC6-82DD-BDF867217337}" dt="2026-10-07T07:37:05.396" v="0" actId="47"/>
        <pc:sldMkLst>
          <pc:docMk/>
          <pc:sldMk cId="2009651753" sldId="259"/>
        </pc:sldMkLst>
      </pc:sldChg>
      <pc:sldChg chg="del">
        <pc:chgData name="Faza Fauzan Habibi" userId="f07ce302-fd6c-42d1-b698-f0c587c7e391" providerId="ADAL" clId="{6376A2CB-D03A-4FC6-82DD-BDF867217337}" dt="2026-10-07T07:37:05.941" v="1" actId="47"/>
        <pc:sldMkLst>
          <pc:docMk/>
          <pc:sldMk cId="461254932" sldId="265"/>
        </pc:sldMkLst>
      </pc:sldChg>
      <pc:sldChg chg="del">
        <pc:chgData name="Faza Fauzan Habibi" userId="f07ce302-fd6c-42d1-b698-f0c587c7e391" providerId="ADAL" clId="{6376A2CB-D03A-4FC6-82DD-BDF867217337}" dt="2026-10-07T07:37:06.295" v="2" actId="47"/>
        <pc:sldMkLst>
          <pc:docMk/>
          <pc:sldMk cId="1585192538" sldId="266"/>
        </pc:sldMkLst>
      </pc:sldChg>
      <pc:sldChg chg="ord">
        <pc:chgData name="Faza Fauzan Habibi" userId="f07ce302-fd6c-42d1-b698-f0c587c7e391" providerId="ADAL" clId="{6376A2CB-D03A-4FC6-82DD-BDF867217337}" dt="2026-10-07T07:37:29.172" v="9"/>
        <pc:sldMkLst>
          <pc:docMk/>
          <pc:sldMk cId="2543057984" sldId="267"/>
        </pc:sldMkLst>
      </pc:sldChg>
      <pc:sldChg chg="addSp delSp modSp new mod">
        <pc:chgData name="Faza Fauzan Habibi" userId="f07ce302-fd6c-42d1-b698-f0c587c7e391" providerId="ADAL" clId="{6376A2CB-D03A-4FC6-82DD-BDF867217337}" dt="2026-10-07T07:39:31.038" v="41" actId="478"/>
        <pc:sldMkLst>
          <pc:docMk/>
          <pc:sldMk cId="3214858694" sldId="268"/>
        </pc:sldMkLst>
        <pc:spChg chg="mod">
          <ac:chgData name="Faza Fauzan Habibi" userId="f07ce302-fd6c-42d1-b698-f0c587c7e391" providerId="ADAL" clId="{6376A2CB-D03A-4FC6-82DD-BDF867217337}" dt="2026-10-07T07:38:09.409" v="11" actId="27636"/>
          <ac:spMkLst>
            <pc:docMk/>
            <pc:sldMk cId="3214858694" sldId="268"/>
            <ac:spMk id="2" creationId="{AB719623-0BA8-7623-9307-81A26AA913C9}"/>
          </ac:spMkLst>
        </pc:spChg>
        <pc:spChg chg="del mod">
          <ac:chgData name="Faza Fauzan Habibi" userId="f07ce302-fd6c-42d1-b698-f0c587c7e391" providerId="ADAL" clId="{6376A2CB-D03A-4FC6-82DD-BDF867217337}" dt="2026-10-07T07:39:03.867" v="19" actId="478"/>
          <ac:spMkLst>
            <pc:docMk/>
            <pc:sldMk cId="3214858694" sldId="268"/>
            <ac:spMk id="3" creationId="{37806092-C3AB-664A-2BB0-E236F6D94083}"/>
          </ac:spMkLst>
        </pc:spChg>
        <pc:spChg chg="mod">
          <ac:chgData name="Faza Fauzan Habibi" userId="f07ce302-fd6c-42d1-b698-f0c587c7e391" providerId="ADAL" clId="{6376A2CB-D03A-4FC6-82DD-BDF867217337}" dt="2026-10-07T07:37:14.973" v="4" actId="20577"/>
          <ac:spMkLst>
            <pc:docMk/>
            <pc:sldMk cId="3214858694" sldId="268"/>
            <ac:spMk id="4" creationId="{FEF40E0C-E385-AC65-5437-4A29CD7D7548}"/>
          </ac:spMkLst>
        </pc:spChg>
        <pc:spChg chg="mod">
          <ac:chgData name="Faza Fauzan Habibi" userId="f07ce302-fd6c-42d1-b698-f0c587c7e391" providerId="ADAL" clId="{6376A2CB-D03A-4FC6-82DD-BDF867217337}" dt="2026-10-07T07:37:18.332" v="5" actId="20577"/>
          <ac:spMkLst>
            <pc:docMk/>
            <pc:sldMk cId="3214858694" sldId="268"/>
            <ac:spMk id="5" creationId="{6228A892-F889-FE8E-83B7-02E6F0CC21A2}"/>
          </ac:spMkLst>
        </pc:spChg>
        <pc:spChg chg="mod">
          <ac:chgData name="Faza Fauzan Habibi" userId="f07ce302-fd6c-42d1-b698-f0c587c7e391" providerId="ADAL" clId="{6376A2CB-D03A-4FC6-82DD-BDF867217337}" dt="2026-10-07T07:39:23.594" v="32"/>
          <ac:spMkLst>
            <pc:docMk/>
            <pc:sldMk cId="3214858694" sldId="268"/>
            <ac:spMk id="6" creationId="{72B32FD6-6671-8B2F-3CD2-06401BB427C9}"/>
          </ac:spMkLst>
        </pc:spChg>
        <pc:spChg chg="mod">
          <ac:chgData name="Faza Fauzan Habibi" userId="f07ce302-fd6c-42d1-b698-f0c587c7e391" providerId="ADAL" clId="{6376A2CB-D03A-4FC6-82DD-BDF867217337}" dt="2026-10-07T07:38:54.067" v="18" actId="120"/>
          <ac:spMkLst>
            <pc:docMk/>
            <pc:sldMk cId="3214858694" sldId="268"/>
            <ac:spMk id="7" creationId="{F1FB4CCF-7BA4-139D-1CFA-18017A62DC7C}"/>
          </ac:spMkLst>
        </pc:spChg>
        <pc:spChg chg="mod">
          <ac:chgData name="Faza Fauzan Habibi" userId="f07ce302-fd6c-42d1-b698-f0c587c7e391" providerId="ADAL" clId="{6376A2CB-D03A-4FC6-82DD-BDF867217337}" dt="2026-10-07T07:37:21.609" v="6" actId="20577"/>
          <ac:spMkLst>
            <pc:docMk/>
            <pc:sldMk cId="3214858694" sldId="268"/>
            <ac:spMk id="8" creationId="{5E4A71E1-611B-A255-D851-B5ABCBEBC463}"/>
          </ac:spMkLst>
        </pc:spChg>
        <pc:spChg chg="mod">
          <ac:chgData name="Faza Fauzan Habibi" userId="f07ce302-fd6c-42d1-b698-f0c587c7e391" providerId="ADAL" clId="{6376A2CB-D03A-4FC6-82DD-BDF867217337}" dt="2026-10-07T07:37:24.338" v="7" actId="20577"/>
          <ac:spMkLst>
            <pc:docMk/>
            <pc:sldMk cId="3214858694" sldId="268"/>
            <ac:spMk id="9" creationId="{17EECED9-1056-0825-A9E9-FB647CD86031}"/>
          </ac:spMkLst>
        </pc:spChg>
        <pc:spChg chg="mod">
          <ac:chgData name="Faza Fauzan Habibi" userId="f07ce302-fd6c-42d1-b698-f0c587c7e391" providerId="ADAL" clId="{6376A2CB-D03A-4FC6-82DD-BDF867217337}" dt="2026-10-07T07:39:30.699" v="40"/>
          <ac:spMkLst>
            <pc:docMk/>
            <pc:sldMk cId="3214858694" sldId="268"/>
            <ac:spMk id="10" creationId="{CC6CA0F6-158A-0945-9317-87FB8DA3B7A0}"/>
          </ac:spMkLst>
        </pc:spChg>
        <pc:spChg chg="add del mod">
          <ac:chgData name="Faza Fauzan Habibi" userId="f07ce302-fd6c-42d1-b698-f0c587c7e391" providerId="ADAL" clId="{6376A2CB-D03A-4FC6-82DD-BDF867217337}" dt="2026-10-07T07:39:05.766" v="20" actId="478"/>
          <ac:spMkLst>
            <pc:docMk/>
            <pc:sldMk cId="3214858694" sldId="268"/>
            <ac:spMk id="12" creationId="{A50193E8-D2FF-65D1-ABDF-95AA9DD54ABB}"/>
          </ac:spMkLst>
        </pc:spChg>
        <pc:spChg chg="add del mod">
          <ac:chgData name="Faza Fauzan Habibi" userId="f07ce302-fd6c-42d1-b698-f0c587c7e391" providerId="ADAL" clId="{6376A2CB-D03A-4FC6-82DD-BDF867217337}" dt="2026-10-07T07:39:31.038" v="41" actId="478"/>
          <ac:spMkLst>
            <pc:docMk/>
            <pc:sldMk cId="3214858694" sldId="268"/>
            <ac:spMk id="13" creationId="{431D4FD4-E6CA-FC70-ADC2-26C149CC50CC}"/>
          </ac:spMkLst>
        </pc:spChg>
      </pc:sldChg>
    </pc:docChg>
  </pc:docChgLst>
  <pc:docChgLst>
    <pc:chgData name="Adinda Zahrah" userId="S::adinda.zahrah@vedapraxis.com::a5826866-d845-42a7-9a3b-4c36b0798fbb" providerId="AD" clId="Web-{00000000-0000-0000-0000-000000000000}"/>
    <pc:docChg chg="addSld">
      <pc:chgData name="Adinda Zahrah" userId="S::adinda.zahrah@vedapraxis.com::a5826866-d845-42a7-9a3b-4c36b0798fbb" providerId="AD" clId="Web-{00000000-0000-0000-0000-000000000000}" dt="2026-10-06T18:05:22.376" v="0"/>
      <pc:docMkLst>
        <pc:docMk/>
      </pc:docMkLst>
      <pc:sldChg chg="new">
        <pc:chgData name="Adinda Zahrah" userId="S::adinda.zahrah@vedapraxis.com::a5826866-d845-42a7-9a3b-4c36b0798fbb" providerId="AD" clId="Web-{00000000-0000-0000-0000-000000000000}" dt="2026-10-06T18:05:22.376" v="0"/>
        <pc:sldMkLst>
          <pc:docMk/>
          <pc:sldMk cId="2114099993" sldId="264"/>
        </pc:sldMkLst>
      </pc:sldChg>
    </pc:docChg>
  </pc:docChgLst>
  <pc:docChgLst>
    <pc:chgData name="Adinda Zahrah" userId="S::adinda.zahrah@vedapraxis.com::a5826866-d845-42a7-9a3b-4c36b0798fbb" providerId="AD" clId="Web-{15B62DF8-05EE-A238-38B8-E2DCD422B3B5}"/>
    <pc:docChg chg="addSld modSld sldOrd">
      <pc:chgData name="Adinda Zahrah" userId="S::adinda.zahrah@vedapraxis.com::a5826866-d845-42a7-9a3b-4c36b0798fbb" providerId="AD" clId="Web-{15B62DF8-05EE-A238-38B8-E2DCD422B3B5}" dt="2026-10-07T13:28:02.666" v="7"/>
      <pc:docMkLst>
        <pc:docMk/>
      </pc:docMkLst>
      <pc:sldChg chg="ord">
        <pc:chgData name="Adinda Zahrah" userId="S::adinda.zahrah@vedapraxis.com::a5826866-d845-42a7-9a3b-4c36b0798fbb" providerId="AD" clId="Web-{15B62DF8-05EE-A238-38B8-E2DCD422B3B5}" dt="2026-10-07T13:28:02.666" v="7"/>
        <pc:sldMkLst>
          <pc:docMk/>
          <pc:sldMk cId="3214858694" sldId="268"/>
        </pc:sldMkLst>
      </pc:sldChg>
      <pc:sldChg chg="modSp">
        <pc:chgData name="Adinda Zahrah" userId="S::adinda.zahrah@vedapraxis.com::a5826866-d845-42a7-9a3b-4c36b0798fbb" providerId="AD" clId="Web-{15B62DF8-05EE-A238-38B8-E2DCD422B3B5}" dt="2026-10-07T13:08:04.012" v="3" actId="1076"/>
        <pc:sldMkLst>
          <pc:docMk/>
          <pc:sldMk cId="188601060" sldId="270"/>
        </pc:sldMkLst>
        <pc:spChg chg="mod">
          <ac:chgData name="Adinda Zahrah" userId="S::adinda.zahrah@vedapraxis.com::a5826866-d845-42a7-9a3b-4c36b0798fbb" providerId="AD" clId="Web-{15B62DF8-05EE-A238-38B8-E2DCD422B3B5}" dt="2026-10-07T13:08:04.012" v="3" actId="1076"/>
          <ac:spMkLst>
            <pc:docMk/>
            <pc:sldMk cId="188601060" sldId="270"/>
            <ac:spMk id="2" creationId="{16378405-02F0-5120-6A3F-39A5273924F5}"/>
          </ac:spMkLst>
        </pc:spChg>
      </pc:sldChg>
      <pc:sldChg chg="modSp">
        <pc:chgData name="Adinda Zahrah" userId="S::adinda.zahrah@vedapraxis.com::a5826866-d845-42a7-9a3b-4c36b0798fbb" providerId="AD" clId="Web-{15B62DF8-05EE-A238-38B8-E2DCD422B3B5}" dt="2026-10-07T13:08:08.825" v="4" actId="14100"/>
        <pc:sldMkLst>
          <pc:docMk/>
          <pc:sldMk cId="289042277" sldId="290"/>
        </pc:sldMkLst>
        <pc:spChg chg="mod">
          <ac:chgData name="Adinda Zahrah" userId="S::adinda.zahrah@vedapraxis.com::a5826866-d845-42a7-9a3b-4c36b0798fbb" providerId="AD" clId="Web-{15B62DF8-05EE-A238-38B8-E2DCD422B3B5}" dt="2026-10-07T13:08:08.825" v="4" actId="14100"/>
          <ac:spMkLst>
            <pc:docMk/>
            <pc:sldMk cId="289042277" sldId="290"/>
            <ac:spMk id="2" creationId="{11105D77-05EA-03C0-EF46-49B4DBCBD5A9}"/>
          </ac:spMkLst>
        </pc:spChg>
      </pc:sldChg>
      <pc:sldChg chg="add">
        <pc:chgData name="Adinda Zahrah" userId="S::adinda.zahrah@vedapraxis.com::a5826866-d845-42a7-9a3b-4c36b0798fbb" providerId="AD" clId="Web-{15B62DF8-05EE-A238-38B8-E2DCD422B3B5}" dt="2026-10-07T13:27:55.916" v="5"/>
        <pc:sldMkLst>
          <pc:docMk/>
          <pc:sldMk cId="4261530524" sldId="466"/>
        </pc:sldMkLst>
      </pc:sldChg>
      <pc:sldChg chg="add">
        <pc:chgData name="Adinda Zahrah" userId="S::adinda.zahrah@vedapraxis.com::a5826866-d845-42a7-9a3b-4c36b0798fbb" providerId="AD" clId="Web-{15B62DF8-05EE-A238-38B8-E2DCD422B3B5}" dt="2026-10-07T13:27:56.728" v="6"/>
        <pc:sldMkLst>
          <pc:docMk/>
          <pc:sldMk cId="1823077732" sldId="524"/>
        </pc:sldMkLst>
      </pc:sldChg>
      <pc:sldMasterChg chg="addSldLayout">
        <pc:chgData name="Adinda Zahrah" userId="S::adinda.zahrah@vedapraxis.com::a5826866-d845-42a7-9a3b-4c36b0798fbb" providerId="AD" clId="Web-{15B62DF8-05EE-A238-38B8-E2DCD422B3B5}" dt="2026-10-07T13:27:55.916" v="5"/>
        <pc:sldMasterMkLst>
          <pc:docMk/>
          <pc:sldMasterMk cId="2759542882" sldId="2147483648"/>
        </pc:sldMasterMkLst>
        <pc:sldLayoutChg chg="add">
          <pc:chgData name="Adinda Zahrah" userId="S::adinda.zahrah@vedapraxis.com::a5826866-d845-42a7-9a3b-4c36b0798fbb" providerId="AD" clId="Web-{15B62DF8-05EE-A238-38B8-E2DCD422B3B5}" dt="2026-10-07T13:27:55.916" v="5"/>
          <pc:sldLayoutMkLst>
            <pc:docMk/>
            <pc:sldMasterMk cId="2759542882" sldId="2147483648"/>
            <pc:sldLayoutMk cId="2787510832" sldId="2147483663"/>
          </pc:sldLayoutMkLst>
        </pc:sldLayoutChg>
      </pc:sldMasterChg>
    </pc:docChg>
  </pc:docChgLst>
  <pc:docChgLst>
    <pc:chgData name="Adinda Zahrah" userId="a5826866-d845-42a7-9a3b-4c36b0798fbb" providerId="ADAL" clId="{73BB7103-2D2C-59C6-B67F-91E0B0FE4278}"/>
    <pc:docChg chg="undo custSel addSld delSld modSld modMainMaster">
      <pc:chgData name="Adinda Zahrah" userId="a5826866-d845-42a7-9a3b-4c36b0798fbb" providerId="ADAL" clId="{73BB7103-2D2C-59C6-B67F-91E0B0FE4278}" dt="2026-10-06T19:50:01.245" v="233" actId="2696"/>
      <pc:docMkLst>
        <pc:docMk/>
      </pc:docMkLst>
      <pc:sldChg chg="del">
        <pc:chgData name="Adinda Zahrah" userId="a5826866-d845-42a7-9a3b-4c36b0798fbb" providerId="ADAL" clId="{73BB7103-2D2C-59C6-B67F-91E0B0FE4278}" dt="2026-10-06T19:17:24.295" v="224" actId="2696"/>
        <pc:sldMkLst>
          <pc:docMk/>
          <pc:sldMk cId="3479860760" sldId="258"/>
        </pc:sldMkLst>
      </pc:sldChg>
      <pc:sldChg chg="addSp modSp mod chgLayout">
        <pc:chgData name="Adinda Zahrah" userId="a5826866-d845-42a7-9a3b-4c36b0798fbb" providerId="ADAL" clId="{73BB7103-2D2C-59C6-B67F-91E0B0FE4278}" dt="2026-10-06T19:17:43.046" v="227" actId="20577"/>
        <pc:sldMkLst>
          <pc:docMk/>
          <pc:sldMk cId="2009651753" sldId="259"/>
        </pc:sldMkLst>
        <pc:spChg chg="mod ord">
          <ac:chgData name="Adinda Zahrah" userId="a5826866-d845-42a7-9a3b-4c36b0798fbb" providerId="ADAL" clId="{73BB7103-2D2C-59C6-B67F-91E0B0FE4278}" dt="2026-10-06T19:17:38.226" v="226" actId="20577"/>
          <ac:spMkLst>
            <pc:docMk/>
            <pc:sldMk cId="2009651753" sldId="259"/>
            <ac:spMk id="2" creationId="{605B2017-BC98-B480-CD63-F01A514C49FB}"/>
          </ac:spMkLst>
        </pc:spChg>
        <pc:spChg chg="add mod ord">
          <ac:chgData name="Adinda Zahrah" userId="a5826866-d845-42a7-9a3b-4c36b0798fbb" providerId="ADAL" clId="{73BB7103-2D2C-59C6-B67F-91E0B0FE4278}" dt="2026-10-06T19:17:31.465" v="225" actId="700"/>
          <ac:spMkLst>
            <pc:docMk/>
            <pc:sldMk cId="2009651753" sldId="259"/>
            <ac:spMk id="3" creationId="{0EFA6AAA-2E5D-FF09-894A-270C2FD4C0F9}"/>
          </ac:spMkLst>
        </pc:spChg>
        <pc:spChg chg="mod ord">
          <ac:chgData name="Adinda Zahrah" userId="a5826866-d845-42a7-9a3b-4c36b0798fbb" providerId="ADAL" clId="{73BB7103-2D2C-59C6-B67F-91E0B0FE4278}" dt="2026-10-06T19:17:43.046" v="227" actId="20577"/>
          <ac:spMkLst>
            <pc:docMk/>
            <pc:sldMk cId="2009651753" sldId="259"/>
            <ac:spMk id="4" creationId="{949C5F2B-786C-8DA9-6D1F-2E7D8A50CA98}"/>
          </ac:spMkLst>
        </pc:spChg>
        <pc:spChg chg="add mod ord">
          <ac:chgData name="Adinda Zahrah" userId="a5826866-d845-42a7-9a3b-4c36b0798fbb" providerId="ADAL" clId="{73BB7103-2D2C-59C6-B67F-91E0B0FE4278}" dt="2026-10-06T19:17:31.465" v="225" actId="700"/>
          <ac:spMkLst>
            <pc:docMk/>
            <pc:sldMk cId="2009651753" sldId="259"/>
            <ac:spMk id="5" creationId="{BCDD7B82-9EA7-F288-2AC0-603D904CC39C}"/>
          </ac:spMkLst>
        </pc:spChg>
      </pc:sldChg>
      <pc:sldChg chg="del">
        <pc:chgData name="Adinda Zahrah" userId="a5826866-d845-42a7-9a3b-4c36b0798fbb" providerId="ADAL" clId="{73BB7103-2D2C-59C6-B67F-91E0B0FE4278}" dt="2026-10-06T19:17:24.294" v="223" actId="2696"/>
        <pc:sldMkLst>
          <pc:docMk/>
          <pc:sldMk cId="3256091802" sldId="260"/>
        </pc:sldMkLst>
      </pc:sldChg>
      <pc:sldChg chg="del">
        <pc:chgData name="Adinda Zahrah" userId="a5826866-d845-42a7-9a3b-4c36b0798fbb" providerId="ADAL" clId="{73BB7103-2D2C-59C6-B67F-91E0B0FE4278}" dt="2026-10-06T19:17:24.279" v="220" actId="2696"/>
        <pc:sldMkLst>
          <pc:docMk/>
          <pc:sldMk cId="2960397306" sldId="261"/>
        </pc:sldMkLst>
      </pc:sldChg>
      <pc:sldChg chg="del">
        <pc:chgData name="Adinda Zahrah" userId="a5826866-d845-42a7-9a3b-4c36b0798fbb" providerId="ADAL" clId="{73BB7103-2D2C-59C6-B67F-91E0B0FE4278}" dt="2026-10-06T19:17:24.293" v="222" actId="2696"/>
        <pc:sldMkLst>
          <pc:docMk/>
          <pc:sldMk cId="1091415065" sldId="262"/>
        </pc:sldMkLst>
      </pc:sldChg>
      <pc:sldChg chg="del">
        <pc:chgData name="Adinda Zahrah" userId="a5826866-d845-42a7-9a3b-4c36b0798fbb" providerId="ADAL" clId="{73BB7103-2D2C-59C6-B67F-91E0B0FE4278}" dt="2026-10-06T19:17:24.293" v="221" actId="2696"/>
        <pc:sldMkLst>
          <pc:docMk/>
          <pc:sldMk cId="1891868937" sldId="263"/>
        </pc:sldMkLst>
      </pc:sldChg>
      <pc:sldChg chg="del">
        <pc:chgData name="Adinda Zahrah" userId="a5826866-d845-42a7-9a3b-4c36b0798fbb" providerId="ADAL" clId="{73BB7103-2D2C-59C6-B67F-91E0B0FE4278}" dt="2026-10-06T19:17:52.511" v="229" actId="2696"/>
        <pc:sldMkLst>
          <pc:docMk/>
          <pc:sldMk cId="2114099993" sldId="264"/>
        </pc:sldMkLst>
      </pc:sldChg>
      <pc:sldChg chg="new">
        <pc:chgData name="Adinda Zahrah" userId="a5826866-d845-42a7-9a3b-4c36b0798fbb" providerId="ADAL" clId="{73BB7103-2D2C-59C6-B67F-91E0B0FE4278}" dt="2026-10-06T19:17:50.963" v="228" actId="680"/>
        <pc:sldMkLst>
          <pc:docMk/>
          <pc:sldMk cId="461254932" sldId="265"/>
        </pc:sldMkLst>
      </pc:sldChg>
      <pc:sldChg chg="add">
        <pc:chgData name="Adinda Zahrah" userId="a5826866-d845-42a7-9a3b-4c36b0798fbb" providerId="ADAL" clId="{73BB7103-2D2C-59C6-B67F-91E0B0FE4278}" dt="2026-10-06T19:18:23.444" v="230"/>
        <pc:sldMkLst>
          <pc:docMk/>
          <pc:sldMk cId="1585192538" sldId="266"/>
        </pc:sldMkLst>
      </pc:sldChg>
      <pc:sldChg chg="add">
        <pc:chgData name="Adinda Zahrah" userId="a5826866-d845-42a7-9a3b-4c36b0798fbb" providerId="ADAL" clId="{73BB7103-2D2C-59C6-B67F-91E0B0FE4278}" dt="2026-10-06T19:18:23.444" v="230"/>
        <pc:sldMkLst>
          <pc:docMk/>
          <pc:sldMk cId="2543057984" sldId="267"/>
        </pc:sldMkLst>
      </pc:sldChg>
      <pc:sldChg chg="add del">
        <pc:chgData name="Adinda Zahrah" userId="a5826866-d845-42a7-9a3b-4c36b0798fbb" providerId="ADAL" clId="{73BB7103-2D2C-59C6-B67F-91E0B0FE4278}" dt="2026-10-06T19:50:01.234" v="232" actId="2696"/>
        <pc:sldMkLst>
          <pc:docMk/>
          <pc:sldMk cId="4047784749" sldId="387"/>
        </pc:sldMkLst>
      </pc:sldChg>
      <pc:sldChg chg="add del">
        <pc:chgData name="Adinda Zahrah" userId="a5826866-d845-42a7-9a3b-4c36b0798fbb" providerId="ADAL" clId="{73BB7103-2D2C-59C6-B67F-91E0B0FE4278}" dt="2026-10-06T19:50:01.245" v="233" actId="2696"/>
        <pc:sldMkLst>
          <pc:docMk/>
          <pc:sldMk cId="3117146357" sldId="393"/>
        </pc:sldMkLst>
      </pc:sldChg>
      <pc:sldMasterChg chg="modSldLayout sldLayoutOrd">
        <pc:chgData name="Adinda Zahrah" userId="a5826866-d845-42a7-9a3b-4c36b0798fbb" providerId="ADAL" clId="{73BB7103-2D2C-59C6-B67F-91E0B0FE4278}" dt="2026-10-06T19:16:52.466" v="219" actId="166"/>
        <pc:sldMasterMkLst>
          <pc:docMk/>
          <pc:sldMasterMk cId="2759542882" sldId="2147483648"/>
        </pc:sldMasterMkLst>
        <pc:sldLayoutChg chg="addSp delSp modSp mod">
          <pc:chgData name="Adinda Zahrah" userId="a5826866-d845-42a7-9a3b-4c36b0798fbb" providerId="ADAL" clId="{73BB7103-2D2C-59C6-B67F-91E0B0FE4278}" dt="2026-10-06T19:15:47.947" v="204" actId="14100"/>
          <pc:sldLayoutMkLst>
            <pc:docMk/>
            <pc:sldMasterMk cId="2759542882" sldId="2147483648"/>
            <pc:sldLayoutMk cId="1015873457" sldId="2147483649"/>
          </pc:sldLayoutMkLst>
          <pc:spChg chg="add del mod">
            <ac:chgData name="Adinda Zahrah" userId="a5826866-d845-42a7-9a3b-4c36b0798fbb" providerId="ADAL" clId="{73BB7103-2D2C-59C6-B67F-91E0B0FE4278}" dt="2026-10-06T19:13:16" v="143" actId="478"/>
            <ac:spMkLst>
              <pc:docMk/>
              <pc:sldMasterMk cId="2759542882" sldId="2147483648"/>
              <pc:sldLayoutMk cId="1015873457" sldId="2147483649"/>
              <ac:spMk id="2" creationId="{0F46F168-3D19-40C4-CF62-74ECCC2168BD}"/>
            </ac:spMkLst>
          </pc:spChg>
          <pc:spChg chg="mod">
            <ac:chgData name="Adinda Zahrah" userId="a5826866-d845-42a7-9a3b-4c36b0798fbb" providerId="ADAL" clId="{73BB7103-2D2C-59C6-B67F-91E0B0FE4278}" dt="2026-10-06T18:23:41.939" v="79" actId="404"/>
            <ac:spMkLst>
              <pc:docMk/>
              <pc:sldMasterMk cId="2759542882" sldId="2147483648"/>
              <pc:sldLayoutMk cId="1015873457" sldId="2147483649"/>
              <ac:spMk id="3" creationId="{8A09901A-F2D9-15A3-B728-7EB746A8D137}"/>
            </ac:spMkLst>
          </pc:spChg>
          <pc:spChg chg="add del mod">
            <ac:chgData name="Adinda Zahrah" userId="a5826866-d845-42a7-9a3b-4c36b0798fbb" providerId="ADAL" clId="{73BB7103-2D2C-59C6-B67F-91E0B0FE4278}" dt="2026-10-06T19:13:16" v="143" actId="478"/>
            <ac:spMkLst>
              <pc:docMk/>
              <pc:sldMasterMk cId="2759542882" sldId="2147483648"/>
              <pc:sldLayoutMk cId="1015873457" sldId="2147483649"/>
              <ac:spMk id="4" creationId="{20534206-83C1-8333-790E-3E45E4B88D12}"/>
            </ac:spMkLst>
          </pc:spChg>
          <pc:spChg chg="add del">
            <ac:chgData name="Adinda Zahrah" userId="a5826866-d845-42a7-9a3b-4c36b0798fbb" providerId="ADAL" clId="{73BB7103-2D2C-59C6-B67F-91E0B0FE4278}" dt="2026-10-06T19:13:44.917" v="144" actId="11529"/>
            <ac:spMkLst>
              <pc:docMk/>
              <pc:sldMasterMk cId="2759542882" sldId="2147483648"/>
              <pc:sldLayoutMk cId="1015873457" sldId="2147483649"/>
              <ac:spMk id="5" creationId="{CB4B88AB-0B92-C5F1-D7AC-C0C68DC9E932}"/>
            </ac:spMkLst>
          </pc:spChg>
          <pc:spChg chg="add mod">
            <ac:chgData name="Adinda Zahrah" userId="a5826866-d845-42a7-9a3b-4c36b0798fbb" providerId="ADAL" clId="{73BB7103-2D2C-59C6-B67F-91E0B0FE4278}" dt="2026-10-06T19:14:47.558" v="178" actId="1036"/>
            <ac:spMkLst>
              <pc:docMk/>
              <pc:sldMasterMk cId="2759542882" sldId="2147483648"/>
              <pc:sldLayoutMk cId="1015873457" sldId="2147483649"/>
              <ac:spMk id="9" creationId="{48B837A6-25FA-98C0-2140-80EC7BFFE517}"/>
            </ac:spMkLst>
          </pc:spChg>
          <pc:spChg chg="mod">
            <ac:chgData name="Adinda Zahrah" userId="a5826866-d845-42a7-9a3b-4c36b0798fbb" providerId="ADAL" clId="{73BB7103-2D2C-59C6-B67F-91E0B0FE4278}" dt="2026-10-06T18:23:11.530" v="59" actId="20577"/>
            <ac:spMkLst>
              <pc:docMk/>
              <pc:sldMasterMk cId="2759542882" sldId="2147483648"/>
              <pc:sldLayoutMk cId="1015873457" sldId="2147483649"/>
              <ac:spMk id="10" creationId="{9036EE80-A790-C9BD-1014-033E7ABE8A33}"/>
            </ac:spMkLst>
          </pc:spChg>
          <pc:spChg chg="mod">
            <ac:chgData name="Adinda Zahrah" userId="a5826866-d845-42a7-9a3b-4c36b0798fbb" providerId="ADAL" clId="{73BB7103-2D2C-59C6-B67F-91E0B0FE4278}" dt="2026-10-06T18:22:59.271" v="52" actId="20577"/>
            <ac:spMkLst>
              <pc:docMk/>
              <pc:sldMasterMk cId="2759542882" sldId="2147483648"/>
              <pc:sldLayoutMk cId="1015873457" sldId="2147483649"/>
              <ac:spMk id="12" creationId="{236DB5B7-9F19-8B68-DA84-0E65232CFD3B}"/>
            </ac:spMkLst>
          </pc:spChg>
          <pc:spChg chg="add mod">
            <ac:chgData name="Adinda Zahrah" userId="a5826866-d845-42a7-9a3b-4c36b0798fbb" providerId="ADAL" clId="{73BB7103-2D2C-59C6-B67F-91E0B0FE4278}" dt="2026-10-06T19:15:47.947" v="204" actId="14100"/>
            <ac:spMkLst>
              <pc:docMk/>
              <pc:sldMasterMk cId="2759542882" sldId="2147483648"/>
              <pc:sldLayoutMk cId="1015873457" sldId="2147483649"/>
              <ac:spMk id="14" creationId="{445E3550-72D4-7C36-2E43-6CD5E43AA3BF}"/>
            </ac:spMkLst>
          </pc:spChg>
          <pc:spChg chg="add del mod">
            <ac:chgData name="Adinda Zahrah" userId="a5826866-d845-42a7-9a3b-4c36b0798fbb" providerId="ADAL" clId="{73BB7103-2D2C-59C6-B67F-91E0B0FE4278}" dt="2026-10-06T19:00:28.767" v="108"/>
            <ac:spMkLst>
              <pc:docMk/>
              <pc:sldMasterMk cId="2759542882" sldId="2147483648"/>
              <pc:sldLayoutMk cId="1015873457" sldId="2147483649"/>
              <ac:spMk id="14" creationId="{7C5F9EDF-64BD-C706-F6FC-7F0A72FA3593}"/>
            </ac:spMkLst>
          </pc:spChg>
          <pc:spChg chg="add del mod">
            <ac:chgData name="Adinda Zahrah" userId="a5826866-d845-42a7-9a3b-4c36b0798fbb" providerId="ADAL" clId="{73BB7103-2D2C-59C6-B67F-91E0B0FE4278}" dt="2026-10-06T19:00:30.908" v="110"/>
            <ac:spMkLst>
              <pc:docMk/>
              <pc:sldMasterMk cId="2759542882" sldId="2147483648"/>
              <pc:sldLayoutMk cId="1015873457" sldId="2147483649"/>
              <ac:spMk id="15" creationId="{5DD80ECE-C110-01F7-64E8-55BFAE216670}"/>
            </ac:spMkLst>
          </pc:spChg>
          <pc:spChg chg="add del mod">
            <ac:chgData name="Adinda Zahrah" userId="a5826866-d845-42a7-9a3b-4c36b0798fbb" providerId="ADAL" clId="{73BB7103-2D2C-59C6-B67F-91E0B0FE4278}" dt="2026-10-06T19:00:28.614" v="106"/>
            <ac:spMkLst>
              <pc:docMk/>
              <pc:sldMasterMk cId="2759542882" sldId="2147483648"/>
              <pc:sldLayoutMk cId="1015873457" sldId="2147483649"/>
              <ac:spMk id="16" creationId="{734ABC2B-ED1B-25C8-CB05-46077087B29E}"/>
            </ac:spMkLst>
          </pc:spChg>
          <pc:picChg chg="add del mod">
            <ac:chgData name="Adinda Zahrah" userId="a5826866-d845-42a7-9a3b-4c36b0798fbb" providerId="ADAL" clId="{73BB7103-2D2C-59C6-B67F-91E0B0FE4278}" dt="2026-10-06T18:45:24.681" v="98" actId="478"/>
            <ac:picMkLst>
              <pc:docMk/>
              <pc:sldMasterMk cId="2759542882" sldId="2147483648"/>
              <pc:sldLayoutMk cId="1015873457" sldId="2147483649"/>
              <ac:picMk id="4" creationId="{63F0A1C5-4F51-F7BA-83C6-C31D0475645D}"/>
            </ac:picMkLst>
          </pc:picChg>
          <pc:picChg chg="add mod">
            <ac:chgData name="Adinda Zahrah" userId="a5826866-d845-42a7-9a3b-4c36b0798fbb" providerId="ADAL" clId="{73BB7103-2D2C-59C6-B67F-91E0B0FE4278}" dt="2026-10-06T19:15:18.013" v="185" actId="1076"/>
            <ac:picMkLst>
              <pc:docMk/>
              <pc:sldMasterMk cId="2759542882" sldId="2147483648"/>
              <pc:sldLayoutMk cId="1015873457" sldId="2147483649"/>
              <ac:picMk id="7" creationId="{08F5C5C0-B4C1-C7EE-C34F-43A96878B7E1}"/>
            </ac:picMkLst>
          </pc:picChg>
          <pc:picChg chg="mod">
            <ac:chgData name="Adinda Zahrah" userId="a5826866-d845-42a7-9a3b-4c36b0798fbb" providerId="ADAL" clId="{73BB7103-2D2C-59C6-B67F-91E0B0FE4278}" dt="2026-10-06T19:09:53.837" v="127" actId="1076"/>
            <ac:picMkLst>
              <pc:docMk/>
              <pc:sldMasterMk cId="2759542882" sldId="2147483648"/>
              <pc:sldLayoutMk cId="1015873457" sldId="2147483649"/>
              <ac:picMk id="8" creationId="{77F90CDB-00FC-F9BB-6C15-682E8E7B8A82}"/>
            </ac:picMkLst>
          </pc:picChg>
          <pc:picChg chg="mod">
            <ac:chgData name="Adinda Zahrah" userId="a5826866-d845-42a7-9a3b-4c36b0798fbb" providerId="ADAL" clId="{73BB7103-2D2C-59C6-B67F-91E0B0FE4278}" dt="2026-10-06T18:17:59.524" v="1" actId="1076"/>
            <ac:picMkLst>
              <pc:docMk/>
              <pc:sldMasterMk cId="2759542882" sldId="2147483648"/>
              <pc:sldLayoutMk cId="1015873457" sldId="2147483649"/>
              <ac:picMk id="11" creationId="{5E5FA721-EC42-713B-01D4-701066FA878E}"/>
            </ac:picMkLst>
          </pc:picChg>
          <pc:picChg chg="add mod">
            <ac:chgData name="Adinda Zahrah" userId="a5826866-d845-42a7-9a3b-4c36b0798fbb" providerId="ADAL" clId="{73BB7103-2D2C-59C6-B67F-91E0B0FE4278}" dt="2026-10-06T19:14:27.195" v="174" actId="1076"/>
            <ac:picMkLst>
              <pc:docMk/>
              <pc:sldMasterMk cId="2759542882" sldId="2147483648"/>
              <pc:sldLayoutMk cId="1015873457" sldId="2147483649"/>
              <ac:picMk id="13" creationId="{06C380ED-E032-6551-B46C-436DB705275C}"/>
            </ac:picMkLst>
          </pc:picChg>
        </pc:sldLayoutChg>
        <pc:sldLayoutChg chg="addSp delSp modSp mod ord">
          <pc:chgData name="Adinda Zahrah" userId="a5826866-d845-42a7-9a3b-4c36b0798fbb" providerId="ADAL" clId="{73BB7103-2D2C-59C6-B67F-91E0B0FE4278}" dt="2026-10-06T19:16:52.466" v="219" actId="166"/>
          <pc:sldLayoutMkLst>
            <pc:docMk/>
            <pc:sldMasterMk cId="2759542882" sldId="2147483648"/>
            <pc:sldLayoutMk cId="1923575559" sldId="2147483661"/>
          </pc:sldLayoutMkLst>
          <pc:spChg chg="add del mod">
            <ac:chgData name="Adinda Zahrah" userId="a5826866-d845-42a7-9a3b-4c36b0798fbb" providerId="ADAL" clId="{73BB7103-2D2C-59C6-B67F-91E0B0FE4278}" dt="2026-10-06T18:18:41.304" v="4"/>
            <ac:spMkLst>
              <pc:docMk/>
              <pc:sldMasterMk cId="2759542882" sldId="2147483648"/>
              <pc:sldLayoutMk cId="1923575559" sldId="2147483661"/>
              <ac:spMk id="2" creationId="{BD7C34E8-B734-7D46-BF58-050C13DB78D2}"/>
            </ac:spMkLst>
          </pc:spChg>
          <pc:spChg chg="mod">
            <ac:chgData name="Adinda Zahrah" userId="a5826866-d845-42a7-9a3b-4c36b0798fbb" providerId="ADAL" clId="{73BB7103-2D2C-59C6-B67F-91E0B0FE4278}" dt="2026-10-06T18:22:40.601" v="45" actId="14100"/>
            <ac:spMkLst>
              <pc:docMk/>
              <pc:sldMasterMk cId="2759542882" sldId="2147483648"/>
              <pc:sldLayoutMk cId="1923575559" sldId="2147483661"/>
              <ac:spMk id="3" creationId="{8A09901A-F2D9-15A3-B728-7EB746A8D137}"/>
            </ac:spMkLst>
          </pc:spChg>
          <pc:spChg chg="add del">
            <ac:chgData name="Adinda Zahrah" userId="a5826866-d845-42a7-9a3b-4c36b0798fbb" providerId="ADAL" clId="{73BB7103-2D2C-59C6-B67F-91E0B0FE4278}" dt="2026-10-06T18:19:00.846" v="9" actId="478"/>
            <ac:spMkLst>
              <pc:docMk/>
              <pc:sldMasterMk cId="2759542882" sldId="2147483648"/>
              <pc:sldLayoutMk cId="1923575559" sldId="2147483661"/>
              <ac:spMk id="4" creationId="{34906167-CF8C-1B92-C1D6-E90CAE358726}"/>
            </ac:spMkLst>
          </pc:spChg>
          <pc:spChg chg="add mod">
            <ac:chgData name="Adinda Zahrah" userId="a5826866-d845-42a7-9a3b-4c36b0798fbb" providerId="ADAL" clId="{73BB7103-2D2C-59C6-B67F-91E0B0FE4278}" dt="2026-10-06T19:16:28.609" v="215" actId="1035"/>
            <ac:spMkLst>
              <pc:docMk/>
              <pc:sldMasterMk cId="2759542882" sldId="2147483648"/>
              <pc:sldLayoutMk cId="1923575559" sldId="2147483661"/>
              <ac:spMk id="5" creationId="{9BBA5FA9-E974-5E14-43E9-CC4CD292299A}"/>
            </ac:spMkLst>
          </pc:spChg>
          <pc:spChg chg="add mod">
            <ac:chgData name="Adinda Zahrah" userId="a5826866-d845-42a7-9a3b-4c36b0798fbb" providerId="ADAL" clId="{73BB7103-2D2C-59C6-B67F-91E0B0FE4278}" dt="2026-10-06T19:16:28.609" v="215" actId="1035"/>
            <ac:spMkLst>
              <pc:docMk/>
              <pc:sldMasterMk cId="2759542882" sldId="2147483648"/>
              <pc:sldLayoutMk cId="1923575559" sldId="2147483661"/>
              <ac:spMk id="7" creationId="{5E63E420-8735-5F2B-ADF6-5D63DE20478A}"/>
            </ac:spMkLst>
          </pc:spChg>
          <pc:spChg chg="add del">
            <ac:chgData name="Adinda Zahrah" userId="a5826866-d845-42a7-9a3b-4c36b0798fbb" providerId="ADAL" clId="{73BB7103-2D2C-59C6-B67F-91E0B0FE4278}" dt="2026-10-06T18:19:00.846" v="9" actId="478"/>
            <ac:spMkLst>
              <pc:docMk/>
              <pc:sldMasterMk cId="2759542882" sldId="2147483648"/>
              <pc:sldLayoutMk cId="1923575559" sldId="2147483661"/>
              <ac:spMk id="10" creationId="{9036EE80-A790-C9BD-1014-033E7ABE8A33}"/>
            </ac:spMkLst>
          </pc:spChg>
          <pc:picChg chg="add mod">
            <ac:chgData name="Adinda Zahrah" userId="a5826866-d845-42a7-9a3b-4c36b0798fbb" providerId="ADAL" clId="{73BB7103-2D2C-59C6-B67F-91E0B0FE4278}" dt="2026-10-06T19:16:28.609" v="215" actId="1035"/>
            <ac:picMkLst>
              <pc:docMk/>
              <pc:sldMasterMk cId="2759542882" sldId="2147483648"/>
              <pc:sldLayoutMk cId="1923575559" sldId="2147483661"/>
              <ac:picMk id="2" creationId="{3D087A35-98B6-277E-DFCF-1AD99A18646B}"/>
            </ac:picMkLst>
          </pc:picChg>
          <pc:picChg chg="add mod">
            <ac:chgData name="Adinda Zahrah" userId="a5826866-d845-42a7-9a3b-4c36b0798fbb" providerId="ADAL" clId="{73BB7103-2D2C-59C6-B67F-91E0B0FE4278}" dt="2026-10-06T19:16:28.609" v="215" actId="1035"/>
            <ac:picMkLst>
              <pc:docMk/>
              <pc:sldMasterMk cId="2759542882" sldId="2147483648"/>
              <pc:sldLayoutMk cId="1923575559" sldId="2147483661"/>
              <ac:picMk id="4" creationId="{783B8553-8034-3773-87E6-1A2B016DBF4A}"/>
            </ac:picMkLst>
          </pc:picChg>
          <pc:picChg chg="mod">
            <ac:chgData name="Adinda Zahrah" userId="a5826866-d845-42a7-9a3b-4c36b0798fbb" providerId="ADAL" clId="{73BB7103-2D2C-59C6-B67F-91E0B0FE4278}" dt="2026-10-06T19:16:52.466" v="219" actId="166"/>
            <ac:picMkLst>
              <pc:docMk/>
              <pc:sldMasterMk cId="2759542882" sldId="2147483648"/>
              <pc:sldLayoutMk cId="1923575559" sldId="2147483661"/>
              <ac:picMk id="8" creationId="{77F90CDB-00FC-F9BB-6C15-682E8E7B8A82}"/>
            </ac:picMkLst>
          </pc:picChg>
          <pc:picChg chg="add del mod">
            <ac:chgData name="Adinda Zahrah" userId="a5826866-d845-42a7-9a3b-4c36b0798fbb" providerId="ADAL" clId="{73BB7103-2D2C-59C6-B67F-91E0B0FE4278}" dt="2026-10-06T18:22:02.633" v="11" actId="14100"/>
            <ac:picMkLst>
              <pc:docMk/>
              <pc:sldMasterMk cId="2759542882" sldId="2147483648"/>
              <pc:sldLayoutMk cId="1923575559" sldId="2147483661"/>
              <ac:picMk id="11" creationId="{5E5FA721-EC42-713B-01D4-701066FA878E}"/>
            </ac:picMkLst>
          </pc:picChg>
        </pc:sldLayoutChg>
      </pc:sldMasterChg>
    </pc:docChg>
  </pc:docChgLst>
  <pc:docChgLst>
    <pc:chgData name="Adinda Zahrah" userId="S::adinda.zahrah@vedapraxis.com::a5826866-d845-42a7-9a3b-4c36b0798fbb" providerId="AD" clId="Web-{8FD83982-FF81-33B3-2B9A-B13D5E4693E8}"/>
    <pc:docChg chg="modSld">
      <pc:chgData name="Adinda Zahrah" userId="S::adinda.zahrah@vedapraxis.com::a5826866-d845-42a7-9a3b-4c36b0798fbb" providerId="AD" clId="Web-{8FD83982-FF81-33B3-2B9A-B13D5E4693E8}" dt="2026-10-08T07:28:09.464" v="3"/>
      <pc:docMkLst>
        <pc:docMk/>
      </pc:docMkLst>
      <pc:sldChg chg="addSp delSp">
        <pc:chgData name="Adinda Zahrah" userId="S::adinda.zahrah@vedapraxis.com::a5826866-d845-42a7-9a3b-4c36b0798fbb" providerId="AD" clId="Web-{8FD83982-FF81-33B3-2B9A-B13D5E4693E8}" dt="2026-10-08T07:28:09.464" v="3"/>
        <pc:sldMkLst>
          <pc:docMk/>
          <pc:sldMk cId="4261530524" sldId="466"/>
        </pc:sldMkLst>
        <pc:spChg chg="add del">
          <ac:chgData name="Adinda Zahrah" userId="S::adinda.zahrah@vedapraxis.com::a5826866-d845-42a7-9a3b-4c36b0798fbb" providerId="AD" clId="Web-{8FD83982-FF81-33B3-2B9A-B13D5E4693E8}" dt="2026-10-08T07:28:09.464" v="3"/>
          <ac:spMkLst>
            <pc:docMk/>
            <pc:sldMk cId="4261530524" sldId="466"/>
            <ac:spMk id="22" creationId="{4D9B7E30-543D-7D4F-4372-5765DC28268D}"/>
          </ac:spMkLst>
        </pc:spChg>
        <pc:spChg chg="del">
          <ac:chgData name="Adinda Zahrah" userId="S::adinda.zahrah@vedapraxis.com::a5826866-d845-42a7-9a3b-4c36b0798fbb" providerId="AD" clId="Web-{8FD83982-FF81-33B3-2B9A-B13D5E4693E8}" dt="2026-10-08T07:28:09.464" v="2"/>
          <ac:spMkLst>
            <pc:docMk/>
            <pc:sldMk cId="4261530524" sldId="466"/>
            <ac:spMk id="26" creationId="{F7DF60FE-CC07-781F-94CF-40DC638571E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55FE8B-1522-38F6-017C-D46717D9D4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1D0E9-809E-FF82-80B5-AB3CC2E626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9BDD0-2894-40CA-8AA5-CED13CCBDAA4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27082-FF3E-466F-AF3A-705C56140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8372D-C8CE-FD30-154E-B858AB77D4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40605-9773-4EC2-B615-7A21C737D1D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87161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4E101-3214-4DF5-B459-A505BE8ABDA1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B9E3-EC7F-45E9-943A-F000A082F8F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68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ctangular orange and black rectangle&#10;&#10;AI-generated content may be incorrect.">
            <a:extLst>
              <a:ext uri="{FF2B5EF4-FFF2-40B4-BE49-F238E27FC236}">
                <a16:creationId xmlns:a16="http://schemas.microsoft.com/office/drawing/2014/main" id="{08F5C5C0-B4C1-C7EE-C34F-43A96878B7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06" y="-197671"/>
            <a:ext cx="4605358" cy="20273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6C380ED-E032-6551-B46C-436DB70527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24" y="-219885"/>
            <a:ext cx="4655822" cy="20495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" y="1246966"/>
            <a:ext cx="11325622" cy="540321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373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Tulis Soal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36EE80-A790-C9BD-1014-033E7ABE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8913" y="5135994"/>
            <a:ext cx="9366250" cy="10795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265360"/>
            <a:ext cx="3121891" cy="1147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6DB5B7-9F19-8B68-DA84-0E65232CFD3B}"/>
              </a:ext>
            </a:extLst>
          </p:cNvPr>
          <p:cNvSpPr txBox="1"/>
          <p:nvPr userDrawn="1"/>
        </p:nvSpPr>
        <p:spPr>
          <a:xfrm>
            <a:off x="5105185" y="4533216"/>
            <a:ext cx="1981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JAWABAN</a:t>
            </a:r>
            <a:endParaRPr lang="en-ID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B837A6-25FA-98C0-2140-80EC7BFFE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39000" y="590085"/>
            <a:ext cx="1331913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XX Kata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45E3550-72D4-7C36-2E43-6CD5E43AA3B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9480" y="590085"/>
            <a:ext cx="3167368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Clue Pertanyaan</a:t>
            </a:r>
          </a:p>
        </p:txBody>
      </p:sp>
    </p:spTree>
    <p:extLst>
      <p:ext uri="{BB962C8B-B14F-4D97-AF65-F5344CB8AC3E}">
        <p14:creationId xmlns:p14="http://schemas.microsoft.com/office/powerpoint/2010/main" val="1015873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" y="1246966"/>
            <a:ext cx="11325622" cy="540321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37360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8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Tulis Soal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36EE80-A790-C9BD-1014-033E7ABE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1200" y="5135994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265360"/>
            <a:ext cx="3121891" cy="1147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6DB5B7-9F19-8B68-DA84-0E65232CFD3B}"/>
              </a:ext>
            </a:extLst>
          </p:cNvPr>
          <p:cNvSpPr txBox="1"/>
          <p:nvPr userDrawn="1"/>
        </p:nvSpPr>
        <p:spPr>
          <a:xfrm>
            <a:off x="5105185" y="4533216"/>
            <a:ext cx="1981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JAWABAN</a:t>
            </a:r>
            <a:endParaRPr lang="en-ID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7D461D24-3E33-80FC-1AE1-377CA97ECD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3760" y="5135994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A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A67167A-21D9-EBEB-B59B-06B9DB263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3760" y="5739733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B</a:t>
            </a:r>
            <a:endParaRPr lang="en-ID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08220DDC-132B-405D-B545-AC9F908D7B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81200" y="5739733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712307E6-58AF-C9DE-C4C7-B2BDE3CCFA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33440" y="5135994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3C6BF4D-02FA-980C-FDE2-CEAE96E12A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5135994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C</a:t>
            </a:r>
            <a:endParaRPr lang="en-ID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A5FBD750-7D2A-7B5B-EACA-0293DD84A3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5739733"/>
            <a:ext cx="602625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/>
              <a:t>D</a:t>
            </a:r>
            <a:endParaRPr lang="en-ID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8D0A2A51-08EE-E51E-5312-B43F9CE506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3440" y="5739733"/>
            <a:ext cx="3966242" cy="52322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ID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4302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eveal Jawab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3189" y="1914183"/>
            <a:ext cx="11325622" cy="4480785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20615" y="2373601"/>
            <a:ext cx="10480431" cy="3581722"/>
          </a:xfrm>
        </p:spPr>
        <p:txBody>
          <a:bodyPr>
            <a:normAutofit/>
          </a:bodyPr>
          <a:lstStyle>
            <a:lvl1pPr marL="0" indent="0" algn="l">
              <a:buNone/>
              <a:defRPr sz="36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Penjelasan…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2" name="Picture 1" descr="A rectangular orange and black rectangle&#10;&#10;AI-generated content may be incorrect.">
            <a:extLst>
              <a:ext uri="{FF2B5EF4-FFF2-40B4-BE49-F238E27FC236}">
                <a16:creationId xmlns:a16="http://schemas.microsoft.com/office/drawing/2014/main" id="{3D087A35-98B6-277E-DFCF-1AD99A18646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506" y="41"/>
            <a:ext cx="4605358" cy="20273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3B8553-8034-3773-87E6-1A2B016DBF4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424" y="-22173"/>
            <a:ext cx="4655822" cy="2049573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A5FA9-E974-5E14-43E9-CC4CD29229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39000" y="787797"/>
            <a:ext cx="1331913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XX Kata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E63E420-8735-5F2B-ADF6-5D63DE2047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9480" y="787797"/>
            <a:ext cx="3167368" cy="476250"/>
          </a:xfrm>
        </p:spPr>
        <p:txBody>
          <a:bodyPr>
            <a:noAutofit/>
          </a:bodyPr>
          <a:lstStyle>
            <a:lvl1pPr>
              <a:buNone/>
              <a:defRPr sz="2600"/>
            </a:lvl1pPr>
          </a:lstStyle>
          <a:p>
            <a:pPr lvl="0"/>
            <a:r>
              <a:rPr lang="en-US"/>
              <a:t>Clue Pertanyaan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463031"/>
            <a:ext cx="3121891" cy="11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7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eal Jawaba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5FA721-EC42-713B-01D4-701066FA878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9" y="1246966"/>
            <a:ext cx="11325622" cy="5403216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A09901A-F2D9-15A3-B728-7EB746A8D13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2373601"/>
            <a:ext cx="9144000" cy="1655762"/>
          </a:xfrm>
        </p:spPr>
        <p:txBody>
          <a:bodyPr/>
          <a:lstStyle>
            <a:lvl1pPr marL="0" indent="0" algn="ctr">
              <a:buNone/>
              <a:defRPr sz="107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Copy emoji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36EE80-A790-C9BD-1014-033E7ABE8A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8913" y="5135994"/>
            <a:ext cx="9366250" cy="107950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spcBef>
                <a:spcPts val="1800"/>
              </a:spcBef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/>
            <a:r>
              <a:rPr lang="en-US" err="1"/>
              <a:t>Jawaban</a:t>
            </a:r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36BC6-D477-0033-9F81-036AB448808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68612"/>
            <a:ext cx="1511408" cy="1007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F90CDB-00FC-F9BB-6C15-682E8E7B8A8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344" y="463031"/>
            <a:ext cx="3121891" cy="11473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906167-CF8C-1B92-C1D6-E90CAE358726}"/>
              </a:ext>
            </a:extLst>
          </p:cNvPr>
          <p:cNvSpPr txBox="1"/>
          <p:nvPr userDrawn="1"/>
        </p:nvSpPr>
        <p:spPr>
          <a:xfrm>
            <a:off x="5104960" y="4533216"/>
            <a:ext cx="1982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JAWABAN</a:t>
            </a:r>
            <a:endParaRPr lang="en-ID" sz="2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8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45E4-E55E-873A-FE1D-7E3FD7138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2BD8B-5237-8C4F-7379-AE17E5020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9FA2C-829E-B77B-9215-EAA565449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6CE6-2E03-DADB-0506-6F141496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981AD-3155-8027-3136-D3467F0D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1822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8B22F-276F-D45C-B938-C04708544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5270A-B082-BD65-D1FC-C5EE59F33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D3BD4-A7B6-09E5-E6E3-AFEABCF50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05A9E-035C-F8E0-A6BC-59B3A50D2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9FA02-0A2B-535F-4411-3D721B88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21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5A3E-7209-5EBF-D9B4-52FF47D63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EE11C-A6D6-E71A-108E-598430742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4596F-0BE8-C066-044D-68329C561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D8169-195A-B5B9-7E10-28BDC64B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10BBD-FD26-8E0A-ED08-17E45C866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EC3D-D809-02E9-AAF0-C16221882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28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3EAA1-6B44-FD70-C387-E2EFCFE8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073CE-3472-0219-98FF-24BC3E53B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3A8DC-F95F-87AA-E29C-7E54BE4D9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11291-28E3-A976-25D7-411BC3A57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A4C67-0FA5-40CF-F962-9A945D631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3D0A0-B1C4-1BD2-448E-1DEA2779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E11E77-6832-400E-B81C-75E6A333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5CE1F-168B-74E0-22A9-8DB07A9BC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985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DDB3-A833-B95B-4235-96AB8445C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EF7B70-3F5C-8D8A-11EA-3182D333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7C3DB-8EF2-2BBE-9EAD-7CEB652E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EE14A-67C0-98DF-3AE2-2998B62D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2382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EBFDA-23EE-BD83-3A3E-EC7806C6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19FE5-E0A9-1BE3-7B4F-7E7F803BB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39FE8-2F6C-B201-1DA3-F11D00F9B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297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A96C-6B27-82C0-0C2D-92AA04891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6484E-33F5-AEE1-C126-8684139D8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7C3E-0A51-75F7-E845-6B5FDE50E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F063D-7688-9FCA-5A4F-575A107D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6647E-9F24-F824-59CA-E6293A66D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92B3A-0F4B-0DBF-2F60-33D2A07F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6839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C9CAA-6270-BE20-E1B1-8EBA3BAC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5B2FBF-AF7D-CB50-E6F5-45318F64A4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3C8AB-03FE-D640-286F-EE24947C0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4D3A8-8B1B-AB8F-ED60-FC49CDFA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6EBC9-E399-8C01-F24A-658D7018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D137A-236C-F32E-40CF-AD3BF0C2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9246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1E359-5CFD-7CB5-6999-116D55A8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2E2E1-9647-A56D-A67B-A495DE54D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85F4-E459-0408-1665-D0953FDCF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254BF-8BBF-C15A-0D04-A9721C35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4C7D9-DE67-BCB2-196B-428F72B0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76612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2F81E2-CE04-3E1A-C391-6A11A4AFD6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E672E-7386-6327-2077-B853D5B1D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45FA2-E71B-FAC1-9B39-60C3BAE59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EF15A-B4F1-A213-CC8A-EC67D9BB2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28FD4-7F94-5281-CB05-2C40EC41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0894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Slide_Dark_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0AEAE8-2C86-E383-BC78-713944AA892A}"/>
              </a:ext>
            </a:extLst>
          </p:cNvPr>
          <p:cNvSpPr/>
          <p:nvPr userDrawn="1"/>
        </p:nvSpPr>
        <p:spPr>
          <a:xfrm>
            <a:off x="0" y="6462000"/>
            <a:ext cx="12192000" cy="39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359BD0B-E7EB-7F60-630A-CAE41F129C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8034" y="6552000"/>
            <a:ext cx="2908097" cy="216000"/>
          </a:xfrm>
          <a:prstGeom prst="rect">
            <a:avLst/>
          </a:prstGeom>
        </p:spPr>
      </p:pic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0CCCD6DE-A9FF-93DE-C90E-903385F02C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624" y="372477"/>
            <a:ext cx="5540376" cy="646331"/>
          </a:xfrm>
        </p:spPr>
        <p:txBody>
          <a:bodyPr lIns="0" rIns="0">
            <a:spAutoFit/>
          </a:bodyPr>
          <a:lstStyle>
            <a:lvl1pPr marL="0" indent="0">
              <a:buNone/>
              <a:tabLst/>
              <a:defRPr sz="4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C4F522B-89A6-52E5-41AD-D260434AF17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29580" y="6488454"/>
            <a:ext cx="1044385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8F0B521F-4CFF-4201-A090-E8F7B59BF00E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7510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F521D8-E4FF-8191-BE34-EC497AC1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37983-AC1B-2A5E-9BE4-3EF905816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39C27-8C62-4E0C-E782-EC3E7884C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DFDB0-0F0F-43A6-9261-0E597B5316A5}" type="datetimeFigureOut">
              <a:rPr lang="en-ID" smtClean="0"/>
              <a:t>08/10/2026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808C2-517D-E726-366A-E91885ED0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A27B9-6894-23F7-0B4A-6C2B6B44C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6F10F-BEAC-4165-A82A-42413A6F8B5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9542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1" r:id="rId3"/>
    <p:sldLayoutId id="2147483660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9BBAA-5322-C3A9-E89E-937FBB990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4367558C-131D-CBAD-4C4A-B414E19B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30" y="3099953"/>
            <a:ext cx="1789918" cy="16928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B1EFC1A-1A64-9DBC-52B7-88C1FFB3C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34" y="3146915"/>
            <a:ext cx="2212905" cy="1725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726B5A-2FB5-65F3-8BD4-76C773143690}"/>
              </a:ext>
            </a:extLst>
          </p:cNvPr>
          <p:cNvSpPr/>
          <p:nvPr/>
        </p:nvSpPr>
        <p:spPr>
          <a:xfrm>
            <a:off x="1223214" y="3182670"/>
            <a:ext cx="2212684" cy="1556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Tantangan</a:t>
            </a:r>
            <a:r>
              <a:rPr lang="en-US">
                <a:solidFill>
                  <a:schemeClr val="tx1"/>
                </a:solidFill>
              </a:rPr>
              <a:t> Soal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7AF533-3B73-520D-E46C-F840438FACA0}"/>
              </a:ext>
            </a:extLst>
          </p:cNvPr>
          <p:cNvSpPr/>
          <p:nvPr/>
        </p:nvSpPr>
        <p:spPr>
          <a:xfrm>
            <a:off x="868101" y="2945973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D68EE-8B02-F356-EECC-BC7927271B90}"/>
              </a:ext>
            </a:extLst>
          </p:cNvPr>
          <p:cNvSpPr/>
          <p:nvPr/>
        </p:nvSpPr>
        <p:spPr>
          <a:xfrm>
            <a:off x="9030473" y="2975305"/>
            <a:ext cx="2169165" cy="3637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Tergigit</a:t>
            </a:r>
            <a:r>
              <a:rPr lang="en-US">
                <a:solidFill>
                  <a:schemeClr val="tx1"/>
                </a:solidFill>
              </a:rPr>
              <a:t> = Gugur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09D98B-0576-2F21-92AB-226B2D3842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27" y="5029524"/>
            <a:ext cx="11100345" cy="16509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CC12FFC-8CF6-0A54-552E-54C09BFE1001}"/>
              </a:ext>
            </a:extLst>
          </p:cNvPr>
          <p:cNvSpPr/>
          <p:nvPr/>
        </p:nvSpPr>
        <p:spPr>
          <a:xfrm>
            <a:off x="20251388" y="3201803"/>
            <a:ext cx="2169165" cy="1223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tergigit</a:t>
            </a:r>
            <a:r>
              <a:rPr lang="en-US">
                <a:solidFill>
                  <a:schemeClr val="bg1"/>
                </a:solidFill>
              </a:rPr>
              <a:t> oleh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otomatis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gugur</a:t>
            </a:r>
            <a:r>
              <a:rPr lang="en-US">
                <a:solidFill>
                  <a:schemeClr val="bg1"/>
                </a:solidFill>
              </a:rPr>
              <a:t> pada challenge </a:t>
            </a:r>
            <a:r>
              <a:rPr lang="en-US" err="1">
                <a:solidFill>
                  <a:schemeClr val="bg1"/>
                </a:solidFill>
              </a:rPr>
              <a:t>ini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2B2A82F-66B1-6207-9AD5-4723DC75E12E}"/>
              </a:ext>
            </a:extLst>
          </p:cNvPr>
          <p:cNvSpPr/>
          <p:nvPr/>
        </p:nvSpPr>
        <p:spPr>
          <a:xfrm>
            <a:off x="8610634" y="2875438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923230-9962-11B5-C408-54FB32499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62" y="3557911"/>
            <a:ext cx="1828800" cy="1143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4FC98D1-2642-BE9B-AA2E-7637D104741D}"/>
              </a:ext>
            </a:extLst>
          </p:cNvPr>
          <p:cNvSpPr/>
          <p:nvPr/>
        </p:nvSpPr>
        <p:spPr>
          <a:xfrm>
            <a:off x="3658533" y="3046271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7C2ACF4-84B0-9E76-8ADE-3F5FA28CC8EC}"/>
              </a:ext>
            </a:extLst>
          </p:cNvPr>
          <p:cNvSpPr/>
          <p:nvPr/>
        </p:nvSpPr>
        <p:spPr>
          <a:xfrm>
            <a:off x="6312021" y="3007307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F3250FF-B59E-52CB-4669-C616112D2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10" y="3346187"/>
            <a:ext cx="1943100" cy="158455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82C302CF-1A58-8280-095A-65D08C946AFC}"/>
              </a:ext>
            </a:extLst>
          </p:cNvPr>
          <p:cNvSpPr/>
          <p:nvPr/>
        </p:nvSpPr>
        <p:spPr>
          <a:xfrm>
            <a:off x="377975" y="5486349"/>
            <a:ext cx="2342045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ysClr val="windowText" lastClr="000000"/>
                </a:solidFill>
              </a:rPr>
              <a:t>Jawaban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Benar</a:t>
            </a:r>
            <a:endParaRPr lang="en-US" sz="160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+10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ysClr val="windowText" lastClr="000000"/>
                </a:solidFill>
              </a:rPr>
              <a:t>pilih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lawan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untuk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tekan</a:t>
            </a:r>
            <a:r>
              <a:rPr lang="en-US" sz="1600">
                <a:solidFill>
                  <a:sysClr val="windowText" lastClr="000000"/>
                </a:solidFill>
              </a:rPr>
              <a:t> 2 Gigi </a:t>
            </a:r>
            <a:r>
              <a:rPr lang="en-US" sz="1600" err="1">
                <a:solidFill>
                  <a:sysClr val="windowText" lastClr="000000"/>
                </a:solidFill>
              </a:rPr>
              <a:t>Buaya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BFDF0D2-3E22-D4BE-C388-A53B3E8CAF40}"/>
              </a:ext>
            </a:extLst>
          </p:cNvPr>
          <p:cNvSpPr/>
          <p:nvPr/>
        </p:nvSpPr>
        <p:spPr>
          <a:xfrm>
            <a:off x="5569879" y="5460929"/>
            <a:ext cx="2902789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Benar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+5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–5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01E39B0-98E5-2878-C8C1-2E89E9E82809}"/>
              </a:ext>
            </a:extLst>
          </p:cNvPr>
          <p:cNvSpPr/>
          <p:nvPr/>
        </p:nvSpPr>
        <p:spPr>
          <a:xfrm>
            <a:off x="2744074" y="5486348"/>
            <a:ext cx="2596871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ysClr val="windowText" lastClr="000000"/>
                </a:solidFill>
              </a:rPr>
              <a:t>Jawaban</a:t>
            </a:r>
            <a:r>
              <a:rPr lang="en-US">
                <a:solidFill>
                  <a:sysClr val="windowText" lastClr="000000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-10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ysClr val="windowText" lastClr="000000"/>
                </a:solidFill>
              </a:rPr>
              <a:t>tekan</a:t>
            </a:r>
            <a:r>
              <a:rPr lang="en-US">
                <a:solidFill>
                  <a:sysClr val="windowText" lastClr="000000"/>
                </a:solidFill>
              </a:rPr>
              <a:t> 2 Gigi </a:t>
            </a:r>
            <a:r>
              <a:rPr lang="en-US" err="1">
                <a:solidFill>
                  <a:sysClr val="windowText" lastClr="000000"/>
                </a:solidFill>
              </a:rPr>
              <a:t>Buaya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C98192F-7838-3B98-180B-13E50C021B9B}"/>
              </a:ext>
            </a:extLst>
          </p:cNvPr>
          <p:cNvSpPr/>
          <p:nvPr/>
        </p:nvSpPr>
        <p:spPr>
          <a:xfrm>
            <a:off x="8640520" y="5460928"/>
            <a:ext cx="3350852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-5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+5 point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A0DB4414-37ED-B27D-306B-6AB03E7F27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80" y="70978"/>
            <a:ext cx="10839640" cy="273983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9559383D-4F1E-A97A-E1A1-E89E9EEC26E4}"/>
              </a:ext>
            </a:extLst>
          </p:cNvPr>
          <p:cNvSpPr/>
          <p:nvPr/>
        </p:nvSpPr>
        <p:spPr>
          <a:xfrm>
            <a:off x="2329556" y="254643"/>
            <a:ext cx="564115" cy="3757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03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713D774-EF8E-B977-B097-C8BEB486BA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798" y="0"/>
            <a:ext cx="12413569" cy="6858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A196AA5-2BFB-523D-F733-193A5F9A95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4168" y="0"/>
            <a:ext cx="12420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3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10DAD-F38D-4F7F-8D8E-30E5A5ED1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D415455E-C41F-C095-F806-697E0FBED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830" y="3099953"/>
            <a:ext cx="1789918" cy="169287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585F890-905A-AF39-6E5A-CFD82E2B9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134" y="3146915"/>
            <a:ext cx="2212905" cy="17254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68EA4A-41CB-EB35-50FA-787AC497604E}"/>
              </a:ext>
            </a:extLst>
          </p:cNvPr>
          <p:cNvSpPr/>
          <p:nvPr/>
        </p:nvSpPr>
        <p:spPr>
          <a:xfrm>
            <a:off x="1223214" y="3182670"/>
            <a:ext cx="2212684" cy="155643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Tantangan</a:t>
            </a:r>
            <a:r>
              <a:rPr lang="en-US">
                <a:solidFill>
                  <a:schemeClr val="tx1"/>
                </a:solidFill>
              </a:rPr>
              <a:t> Soal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364DD28-7D06-881D-333E-F05C933B661A}"/>
              </a:ext>
            </a:extLst>
          </p:cNvPr>
          <p:cNvSpPr/>
          <p:nvPr/>
        </p:nvSpPr>
        <p:spPr>
          <a:xfrm>
            <a:off x="868101" y="2945973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6C93A9-4A99-582B-60AC-08FFFE9802C0}"/>
              </a:ext>
            </a:extLst>
          </p:cNvPr>
          <p:cNvSpPr/>
          <p:nvPr/>
        </p:nvSpPr>
        <p:spPr>
          <a:xfrm>
            <a:off x="9030473" y="2975305"/>
            <a:ext cx="2169165" cy="3637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/>
                </a:solidFill>
              </a:rPr>
              <a:t>Tergigit</a:t>
            </a:r>
            <a:r>
              <a:rPr lang="en-US">
                <a:solidFill>
                  <a:schemeClr val="tx1"/>
                </a:solidFill>
              </a:rPr>
              <a:t> = Gugur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49D208-C105-8C84-DEE7-0552D337DA59}"/>
              </a:ext>
            </a:extLst>
          </p:cNvPr>
          <p:cNvSpPr txBox="1"/>
          <p:nvPr/>
        </p:nvSpPr>
        <p:spPr>
          <a:xfrm>
            <a:off x="12674586" y="-1463858"/>
            <a:ext cx="5914449" cy="4524315"/>
          </a:xfrm>
          <a:prstGeom prst="rect">
            <a:avLst/>
          </a:prstGeom>
          <a:solidFill>
            <a:srgbClr val="FF0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>
                <a:solidFill>
                  <a:schemeClr val="bg1"/>
                </a:solidFill>
                <a:cs typeface="Arial"/>
              </a:rPr>
              <a:t>BELUM ADA, REFER TO CHALLENGE 1 AJA VISUAL LAYOUTING NYA</a:t>
            </a:r>
            <a:br>
              <a:rPr lang="en-US" sz="3600">
                <a:solidFill>
                  <a:schemeClr val="bg1"/>
                </a:solidFill>
                <a:cs typeface="Arial"/>
              </a:rPr>
            </a:br>
            <a:br>
              <a:rPr lang="en-US" sz="3600">
                <a:solidFill>
                  <a:schemeClr val="bg1"/>
                </a:solidFill>
                <a:cs typeface="Arial"/>
              </a:rPr>
            </a:br>
            <a:r>
              <a:rPr lang="en-US" sz="3600">
                <a:solidFill>
                  <a:schemeClr val="bg1"/>
                </a:solidFill>
                <a:cs typeface="Arial"/>
              </a:rPr>
              <a:t>JUDUL SAMAIN AJA DULU</a:t>
            </a:r>
          </a:p>
          <a:p>
            <a:endParaRPr lang="en-US" sz="3600">
              <a:solidFill>
                <a:schemeClr val="bg1"/>
              </a:solidFill>
              <a:cs typeface="Arial"/>
            </a:endParaRPr>
          </a:p>
          <a:p>
            <a:r>
              <a:rPr lang="en-US" sz="3600" b="1">
                <a:solidFill>
                  <a:schemeClr val="bg1"/>
                </a:solidFill>
                <a:cs typeface="Arial"/>
              </a:rPr>
              <a:t>Teknis main refer to slide 48</a:t>
            </a:r>
            <a:endParaRPr lang="en-US" sz="3600" b="1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135DE40-3119-B79D-D3CF-2ED072167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27" y="5029524"/>
            <a:ext cx="11100345" cy="165093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F3ACE9-E157-0E71-D584-60D619ECBDF1}"/>
              </a:ext>
            </a:extLst>
          </p:cNvPr>
          <p:cNvSpPr/>
          <p:nvPr/>
        </p:nvSpPr>
        <p:spPr>
          <a:xfrm>
            <a:off x="16144943" y="3213198"/>
            <a:ext cx="3973049" cy="17817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berhasil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menjawab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pertanyaan</a:t>
            </a:r>
            <a:r>
              <a:rPr lang="en-US">
                <a:solidFill>
                  <a:schemeClr val="bg1"/>
                </a:solidFill>
              </a:rPr>
              <a:t> punya </a:t>
            </a:r>
            <a:r>
              <a:rPr lang="en-US" err="1">
                <a:solidFill>
                  <a:schemeClr val="bg1"/>
                </a:solidFill>
              </a:rPr>
              <a:t>kesempatan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menekan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gigi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sebanyak</a:t>
            </a:r>
            <a:r>
              <a:rPr lang="en-US">
                <a:solidFill>
                  <a:schemeClr val="bg1"/>
                </a:solidFill>
              </a:rPr>
              <a:t> 1x (NORMAL)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2x (DOUBLE) </a:t>
            </a:r>
            <a:r>
              <a:rPr lang="en-US" err="1">
                <a:solidFill>
                  <a:schemeClr val="bg1"/>
                </a:solidFill>
              </a:rPr>
              <a:t>atau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melempar</a:t>
            </a:r>
            <a:r>
              <a:rPr lang="en-US">
                <a:solidFill>
                  <a:schemeClr val="bg1"/>
                </a:solidFill>
              </a:rPr>
              <a:t> salah </a:t>
            </a:r>
            <a:r>
              <a:rPr lang="en-US" err="1">
                <a:solidFill>
                  <a:schemeClr val="bg1"/>
                </a:solidFill>
              </a:rPr>
              <a:t>satu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maupun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keduanya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ke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grup</a:t>
            </a:r>
            <a:r>
              <a:rPr lang="en-US">
                <a:solidFill>
                  <a:schemeClr val="bg1"/>
                </a:solidFill>
              </a:rPr>
              <a:t> lain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C007D9-BD18-DEFA-00DF-52729700D320}"/>
              </a:ext>
            </a:extLst>
          </p:cNvPr>
          <p:cNvSpPr/>
          <p:nvPr/>
        </p:nvSpPr>
        <p:spPr>
          <a:xfrm>
            <a:off x="20251388" y="3201803"/>
            <a:ext cx="2169165" cy="12238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</a:rPr>
              <a:t>Grup yang </a:t>
            </a:r>
            <a:r>
              <a:rPr lang="en-US" err="1">
                <a:solidFill>
                  <a:schemeClr val="bg1"/>
                </a:solidFill>
              </a:rPr>
              <a:t>tergigit</a:t>
            </a:r>
            <a:r>
              <a:rPr lang="en-US">
                <a:solidFill>
                  <a:schemeClr val="bg1"/>
                </a:solidFill>
              </a:rPr>
              <a:t> oleh </a:t>
            </a:r>
            <a:r>
              <a:rPr lang="en-US" err="1">
                <a:solidFill>
                  <a:schemeClr val="bg1"/>
                </a:solidFill>
              </a:rPr>
              <a:t>buaya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akan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otomatis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gugur</a:t>
            </a:r>
            <a:r>
              <a:rPr lang="en-US">
                <a:solidFill>
                  <a:schemeClr val="bg1"/>
                </a:solidFill>
              </a:rPr>
              <a:t> pada challenge </a:t>
            </a:r>
            <a:r>
              <a:rPr lang="en-US" err="1">
                <a:solidFill>
                  <a:schemeClr val="bg1"/>
                </a:solidFill>
              </a:rPr>
              <a:t>ini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6D647C2-B521-CE1E-4A4E-5343B60122F8}"/>
              </a:ext>
            </a:extLst>
          </p:cNvPr>
          <p:cNvSpPr/>
          <p:nvPr/>
        </p:nvSpPr>
        <p:spPr>
          <a:xfrm>
            <a:off x="8610634" y="2875438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4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B30BED6-AA30-F9D4-7B69-A87727147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562" y="3557911"/>
            <a:ext cx="1828800" cy="1143000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F5D2222-EA15-6BF3-EFFA-0B5FCFE8F262}"/>
              </a:ext>
            </a:extLst>
          </p:cNvPr>
          <p:cNvSpPr/>
          <p:nvPr/>
        </p:nvSpPr>
        <p:spPr>
          <a:xfrm>
            <a:off x="3658533" y="3046271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F76E04-E9FF-87A1-3C37-CB400C8D6BD5}"/>
              </a:ext>
            </a:extLst>
          </p:cNvPr>
          <p:cNvSpPr/>
          <p:nvPr/>
        </p:nvSpPr>
        <p:spPr>
          <a:xfrm>
            <a:off x="6312021" y="3007307"/>
            <a:ext cx="593434" cy="5934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3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1A554C1-549B-1F52-396B-F355A7EE3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10" y="3346187"/>
            <a:ext cx="1943100" cy="1584552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783F32C7-C200-4F2C-E475-C4720ED84AB4}"/>
              </a:ext>
            </a:extLst>
          </p:cNvPr>
          <p:cNvSpPr/>
          <p:nvPr/>
        </p:nvSpPr>
        <p:spPr>
          <a:xfrm>
            <a:off x="377975" y="5486349"/>
            <a:ext cx="2342045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err="1">
                <a:solidFill>
                  <a:sysClr val="windowText" lastClr="000000"/>
                </a:solidFill>
              </a:rPr>
              <a:t>Jawaban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Benar</a:t>
            </a:r>
            <a:endParaRPr lang="en-US" sz="1600">
              <a:solidFill>
                <a:sysClr val="windowText" lastClr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ysClr val="windowText" lastClr="000000"/>
                </a:solidFill>
              </a:rPr>
              <a:t>+10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ysClr val="windowText" lastClr="000000"/>
                </a:solidFill>
              </a:rPr>
              <a:t>pilih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lawan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untuk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  <a:r>
              <a:rPr lang="en-US" sz="1600" err="1">
                <a:solidFill>
                  <a:sysClr val="windowText" lastClr="000000"/>
                </a:solidFill>
              </a:rPr>
              <a:t>tekan</a:t>
            </a:r>
            <a:r>
              <a:rPr lang="en-US" sz="1600">
                <a:solidFill>
                  <a:sysClr val="windowText" lastClr="000000"/>
                </a:solidFill>
              </a:rPr>
              <a:t> 2 Gigi </a:t>
            </a:r>
            <a:r>
              <a:rPr lang="en-US" sz="1600" err="1">
                <a:solidFill>
                  <a:sysClr val="windowText" lastClr="000000"/>
                </a:solidFill>
              </a:rPr>
              <a:t>Buaya</a:t>
            </a:r>
            <a:r>
              <a:rPr lang="en-US" sz="160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782FC7C-E4D2-CEFE-DE0F-09A391D055A4}"/>
              </a:ext>
            </a:extLst>
          </p:cNvPr>
          <p:cNvSpPr/>
          <p:nvPr/>
        </p:nvSpPr>
        <p:spPr>
          <a:xfrm>
            <a:off x="5569879" y="5460929"/>
            <a:ext cx="2902789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err="1">
                <a:solidFill>
                  <a:schemeClr val="tx1"/>
                </a:solidFill>
              </a:rPr>
              <a:t>Benar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+5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–5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CE2E089-1E6F-01BE-7A4D-6799B038F5CA}"/>
              </a:ext>
            </a:extLst>
          </p:cNvPr>
          <p:cNvSpPr/>
          <p:nvPr/>
        </p:nvSpPr>
        <p:spPr>
          <a:xfrm>
            <a:off x="2744074" y="5486348"/>
            <a:ext cx="2596871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ysClr val="windowText" lastClr="000000"/>
                </a:solidFill>
              </a:rPr>
              <a:t>Jawaban</a:t>
            </a:r>
            <a:r>
              <a:rPr lang="en-US">
                <a:solidFill>
                  <a:sysClr val="windowText" lastClr="000000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-10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err="1">
                <a:solidFill>
                  <a:sysClr val="windowText" lastClr="000000"/>
                </a:solidFill>
              </a:rPr>
              <a:t>tekan</a:t>
            </a:r>
            <a:r>
              <a:rPr lang="en-US">
                <a:solidFill>
                  <a:sysClr val="windowText" lastClr="000000"/>
                </a:solidFill>
              </a:rPr>
              <a:t> 2 Gigi </a:t>
            </a:r>
            <a:r>
              <a:rPr lang="en-US" err="1">
                <a:solidFill>
                  <a:sysClr val="windowText" lastClr="000000"/>
                </a:solidFill>
              </a:rPr>
              <a:t>Buaya</a:t>
            </a:r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43784FA-BB10-852C-3A2A-277C5FED3F50}"/>
              </a:ext>
            </a:extLst>
          </p:cNvPr>
          <p:cNvSpPr/>
          <p:nvPr/>
        </p:nvSpPr>
        <p:spPr>
          <a:xfrm>
            <a:off x="8640520" y="5460928"/>
            <a:ext cx="3350852" cy="112948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err="1">
                <a:solidFill>
                  <a:schemeClr val="tx1"/>
                </a:solidFill>
              </a:rPr>
              <a:t>Jawaban</a:t>
            </a:r>
            <a:r>
              <a:rPr lang="en-US">
                <a:solidFill>
                  <a:schemeClr val="tx1"/>
                </a:solidFill>
              </a:rPr>
              <a:t> Salah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-5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Lawan </a:t>
            </a:r>
            <a:r>
              <a:rPr lang="en-US" err="1">
                <a:solidFill>
                  <a:schemeClr val="tx1"/>
                </a:solidFill>
              </a:rPr>
              <a:t>tekan</a:t>
            </a:r>
            <a:r>
              <a:rPr lang="en-US">
                <a:solidFill>
                  <a:schemeClr val="tx1"/>
                </a:solidFill>
              </a:rPr>
              <a:t> 2 Gigi </a:t>
            </a:r>
            <a:r>
              <a:rPr lang="en-US" err="1">
                <a:solidFill>
                  <a:schemeClr val="tx1"/>
                </a:solidFill>
              </a:rPr>
              <a:t>Buaya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Tim +5 point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F614BE25-77AE-1FCD-FF50-6BB54944AE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80" y="70978"/>
            <a:ext cx="10839640" cy="2739835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ED71C06D-A120-A522-9E34-B4FF1BDE6002}"/>
              </a:ext>
            </a:extLst>
          </p:cNvPr>
          <p:cNvSpPr/>
          <p:nvPr/>
        </p:nvSpPr>
        <p:spPr>
          <a:xfrm>
            <a:off x="2329556" y="254643"/>
            <a:ext cx="564115" cy="37575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03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91F13B1-E190-2C13-BFBF-F16B0D2154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96798" y="0"/>
            <a:ext cx="124135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77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719623-0BA8-7623-9307-81A26AA91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/>
              <a:t>Rekan </a:t>
            </a:r>
            <a:r>
              <a:rPr lang="en-ID" err="1"/>
              <a:t>mengunggah</a:t>
            </a:r>
            <a:r>
              <a:rPr lang="en-ID"/>
              <a:t>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platform AI gratis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membantu</a:t>
            </a:r>
            <a:r>
              <a:rPr lang="en-ID"/>
              <a:t> </a:t>
            </a:r>
            <a:r>
              <a:rPr lang="en-ID" err="1"/>
              <a:t>analisis</a:t>
            </a:r>
            <a:r>
              <a:rPr lang="en-ID"/>
              <a:t>. Risiko yang paling </a:t>
            </a:r>
            <a:r>
              <a:rPr lang="en-ID" err="1"/>
              <a:t>mungkin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F40E0C-E385-AC65-5437-4A29CD7D75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8A892-F889-FE8E-83B7-02E6F0CC21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B32FD6-6671-8B2F-3CD2-06401BB42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l"/>
            <a:r>
              <a:rPr lang="en-ID" err="1"/>
              <a:t>Komputer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lambat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FB4CCF-7BA4-139D-1CFA-18017A62DC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ID"/>
              <a:t>AI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membaca</a:t>
            </a:r>
            <a:r>
              <a:rPr lang="en-ID"/>
              <a:t> data </a:t>
            </a:r>
            <a:r>
              <a:rPr lang="en-ID" err="1"/>
              <a:t>tersebut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4A71E1-611B-A255-D851-B5ABCBEBC46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EECED9-1056-0825-A9E9-FB647CD860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6CA0F6-158A-0945-9317-87FB8DA3B7A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/>
              <a:t>Tidak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hasilnya</a:t>
            </a:r>
            <a:r>
              <a:rPr lang="en-ID"/>
              <a:t> </a:t>
            </a:r>
            <a:r>
              <a:rPr lang="en-ID" err="1"/>
              <a:t>akurat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31D4FD4-E6CA-FC70-ADC2-26C149CC50CC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6BDF5FA-2092-3A1F-CEA0-5FAE7E12ACA1}"/>
              </a:ext>
            </a:extLst>
          </p:cNvPr>
          <p:cNvSpPr txBox="1">
            <a:spLocks/>
          </p:cNvSpPr>
          <p:nvPr/>
        </p:nvSpPr>
        <p:spPr>
          <a:xfrm>
            <a:off x="1981200" y="516039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berada</a:t>
            </a:r>
            <a:r>
              <a:rPr lang="en-ID"/>
              <a:t> di </a:t>
            </a:r>
            <a:r>
              <a:rPr lang="en-ID" err="1"/>
              <a:t>luar</a:t>
            </a:r>
            <a:r>
              <a:rPr lang="en-ID"/>
              <a:t> </a:t>
            </a:r>
            <a:r>
              <a:rPr lang="en-ID" err="1"/>
              <a:t>kendali</a:t>
            </a:r>
            <a:r>
              <a:rPr lang="en-ID"/>
              <a:t> </a:t>
            </a:r>
            <a:r>
              <a:rPr lang="en-ID" err="1"/>
              <a:t>perusahaan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1485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A5D1-8145-CCAA-7DC2-7724A5A4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BE7437-AC07-9C44-0A9B-78248EACC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/>
              <a:t>Rekan </a:t>
            </a:r>
            <a:r>
              <a:rPr lang="en-ID" err="1"/>
              <a:t>mengunggah</a:t>
            </a:r>
            <a:r>
              <a:rPr lang="en-ID"/>
              <a:t> data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platform AI gratis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membantu</a:t>
            </a:r>
            <a:r>
              <a:rPr lang="en-ID"/>
              <a:t> </a:t>
            </a:r>
            <a:r>
              <a:rPr lang="en-ID" err="1"/>
              <a:t>analisis</a:t>
            </a:r>
            <a:r>
              <a:rPr lang="en-ID"/>
              <a:t>. Risiko yang paling </a:t>
            </a:r>
            <a:r>
              <a:rPr lang="en-ID" err="1"/>
              <a:t>mungkin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BC9ED-4143-D122-849E-1DA78BE3F9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743A97-1C6A-FDA6-A0D6-85D9C0C23FE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A803B7A-8D60-FC25-F0E8-CF887CDA60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l"/>
            <a:r>
              <a:rPr lang="en-ID" err="1"/>
              <a:t>Komputer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lambat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1B907F-6100-22D6-6AE2-EBF697D6DD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ID"/>
              <a:t>AI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membaca</a:t>
            </a:r>
            <a:r>
              <a:rPr lang="en-ID"/>
              <a:t> data </a:t>
            </a:r>
            <a:r>
              <a:rPr lang="en-ID" err="1"/>
              <a:t>tersebut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C9D3E63-183D-BD68-32E2-A7E36CA2EB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DD0BC8D-AF0B-078C-6636-8EB8B2FA5F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BC2F5CD-54A5-5A56-B7C2-FAB4874C21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/>
              <a:t>Tidak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jika</a:t>
            </a:r>
            <a:r>
              <a:rPr lang="en-ID"/>
              <a:t> </a:t>
            </a:r>
            <a:r>
              <a:rPr lang="en-ID" err="1"/>
              <a:t>hasilnya</a:t>
            </a:r>
            <a:r>
              <a:rPr lang="en-ID"/>
              <a:t> </a:t>
            </a:r>
            <a:r>
              <a:rPr lang="en-ID" err="1"/>
              <a:t>akurat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CB87CDF-F7BB-3F87-E50A-F9EF67C119AB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43E2539-6E9A-536C-E0D3-D65079F26E4A}"/>
              </a:ext>
            </a:extLst>
          </p:cNvPr>
          <p:cNvSpPr txBox="1">
            <a:spLocks/>
          </p:cNvSpPr>
          <p:nvPr/>
        </p:nvSpPr>
        <p:spPr>
          <a:xfrm>
            <a:off x="1981200" y="516039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berada</a:t>
            </a:r>
            <a:r>
              <a:rPr lang="en-ID"/>
              <a:t> di </a:t>
            </a:r>
            <a:r>
              <a:rPr lang="en-ID" err="1"/>
              <a:t>luar</a:t>
            </a:r>
            <a:r>
              <a:rPr lang="en-ID"/>
              <a:t> </a:t>
            </a:r>
            <a:r>
              <a:rPr lang="en-ID" err="1"/>
              <a:t>kendali</a:t>
            </a:r>
            <a:r>
              <a:rPr lang="en-ID"/>
              <a:t> </a:t>
            </a:r>
            <a:r>
              <a:rPr lang="en-ID" err="1"/>
              <a:t>perusahaan</a:t>
            </a:r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F531B3-AE54-2EAB-E67A-AB172046A481}"/>
              </a:ext>
            </a:extLst>
          </p:cNvPr>
          <p:cNvSpPr/>
          <p:nvPr/>
        </p:nvSpPr>
        <p:spPr>
          <a:xfrm>
            <a:off x="1243760" y="513599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99205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4A71A-FDC7-6FC5-6DEC-AFF3A8832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6378405-02F0-5120-6A3F-39A527392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530" y="2373601"/>
            <a:ext cx="9412941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Tim </a:t>
            </a:r>
            <a:r>
              <a:rPr lang="en-ID" err="1"/>
              <a:t>menemukan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input data pada proses </a:t>
            </a:r>
            <a:r>
              <a:rPr lang="en-ID" err="1"/>
              <a:t>pembiayaan</a:t>
            </a:r>
            <a:r>
              <a:rPr lang="en-ID"/>
              <a:t>. </a:t>
            </a:r>
            <a:r>
              <a:rPr lang="en-ID" err="1"/>
              <a:t>Dampak</a:t>
            </a:r>
            <a:r>
              <a:rPr lang="en-ID"/>
              <a:t> yang paling </a:t>
            </a:r>
            <a:r>
              <a:rPr lang="en-ID" err="1"/>
              <a:t>umum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91B4-F2DF-916F-3BC3-95493E0516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24A9D-85B1-BB29-482E-F9337588C3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06A7DF-154C-A4DD-A537-153C2BE5A03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analisis</a:t>
            </a:r>
            <a:r>
              <a:rPr lang="en-ID"/>
              <a:t> </a:t>
            </a:r>
            <a:r>
              <a:rPr lang="en-ID" err="1"/>
              <a:t>kelayakan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A8DC73-36C7-FC1D-8217-245FF6A06F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Biaya</a:t>
            </a:r>
            <a:r>
              <a:rPr lang="en-ID"/>
              <a:t> </a:t>
            </a:r>
            <a:r>
              <a:rPr lang="en-ID" err="1"/>
              <a:t>operasional</a:t>
            </a:r>
            <a:r>
              <a:rPr lang="en-ID"/>
              <a:t> </a:t>
            </a:r>
            <a:r>
              <a:rPr lang="en-ID" err="1"/>
              <a:t>berkurang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FD4090-EBC3-B0CC-C174-887E74B023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163E03-0C69-8488-2C0D-5D4CB63BE4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C07E14-CB46-0EAF-60C5-37432B70C9C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Kepuasan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meningkat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CF36A9C-068A-115A-9701-C57AAD82C1D7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/>
              <a:t>Proses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cepat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01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D32B0-15BB-EC0F-CD7D-2F92D1C54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1105D77-05EA-03C0-EF46-49B4DBCBD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253" y="2373601"/>
            <a:ext cx="9425747" cy="1655762"/>
          </a:xfrm>
        </p:spPr>
        <p:txBody>
          <a:bodyPr>
            <a:normAutofit fontScale="92500" lnSpcReduction="20000"/>
          </a:bodyPr>
          <a:lstStyle/>
          <a:p>
            <a:r>
              <a:rPr lang="en-ID"/>
              <a:t>Tim </a:t>
            </a:r>
            <a:r>
              <a:rPr lang="en-ID" err="1"/>
              <a:t>menemukan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input data pada proses </a:t>
            </a:r>
            <a:r>
              <a:rPr lang="en-ID" err="1"/>
              <a:t>pembiayaan</a:t>
            </a:r>
            <a:r>
              <a:rPr lang="en-ID"/>
              <a:t>. </a:t>
            </a:r>
            <a:r>
              <a:rPr lang="en-ID" err="1"/>
              <a:t>Dampak</a:t>
            </a:r>
            <a:r>
              <a:rPr lang="en-ID"/>
              <a:t> yang paling </a:t>
            </a:r>
            <a:r>
              <a:rPr lang="en-ID" err="1"/>
              <a:t>umum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7BF951-68B5-E80C-C3EF-B7E2C232B6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297EBE-2AE4-7BA0-7B3F-58FF83C9A2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341550-A42E-5E68-7609-38593FF349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l"/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analisis</a:t>
            </a:r>
            <a:r>
              <a:rPr lang="en-ID"/>
              <a:t> </a:t>
            </a:r>
            <a:r>
              <a:rPr lang="en-ID" err="1"/>
              <a:t>kelayakan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7263AB-F209-E869-ADBC-F95B1724FE4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Biaya</a:t>
            </a:r>
            <a:r>
              <a:rPr lang="en-ID"/>
              <a:t> </a:t>
            </a:r>
            <a:r>
              <a:rPr lang="en-ID" err="1"/>
              <a:t>operasional</a:t>
            </a:r>
            <a:r>
              <a:rPr lang="en-ID"/>
              <a:t> </a:t>
            </a:r>
            <a:r>
              <a:rPr lang="en-ID" err="1"/>
              <a:t>berkurang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4F62E9-643A-33AE-430A-E125F64A9FD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5D735F-085A-D8A5-C25E-72BC8D983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3E188D-D00A-7A86-26A8-DD297317DE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Kepuasan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meningkat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F1ABD6F-4508-38AD-F0D6-8E379A600FD5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/>
              <a:t>Proses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cepat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272D26-DD4E-AAC2-CD25-A26D1359C336}"/>
              </a:ext>
            </a:extLst>
          </p:cNvPr>
          <p:cNvSpPr/>
          <p:nvPr/>
        </p:nvSpPr>
        <p:spPr>
          <a:xfrm>
            <a:off x="1243760" y="5613608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904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39988-1D69-BD0A-0706-B2662CB5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C46D8EE-61CB-EFED-BDDE-C76F8ED548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Rekan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pada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dimundurkan</a:t>
            </a:r>
            <a:r>
              <a:rPr lang="en-ID"/>
              <a:t> agar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target.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9AD22-0284-F463-6563-2560FE171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E04FB-367E-684F-FE1F-3EAD6C25B0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9209B4-7980-1805-B813-BE068CC4DC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Rekonsiliasi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09B3DCA-70A8-28C7-B35C-7BFE3A4FA8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Manipulasi</a:t>
            </a:r>
            <a:r>
              <a:rPr lang="en-ID"/>
              <a:t> </a:t>
            </a:r>
            <a:r>
              <a:rPr lang="en-ID" err="1"/>
              <a:t>dokumen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28B67A-2A7C-D03E-1E5E-CA8E23DBC96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6E2D1-ED85-7DB5-9BF0-E9F35AAD7B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7C7E06F-8FF1-6392-43B3-5BE01E2611A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dokumen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58BC9FD-A998-33A9-3B4C-94D65E72B139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err="1"/>
              <a:t>Pemutakhiran</a:t>
            </a:r>
            <a:r>
              <a:rPr lang="en-ID"/>
              <a:t> data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17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F56B0-50BF-EF36-6329-8302D052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8C26D22-844E-CA13-3774-8C091ACF85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Rekan </a:t>
            </a:r>
            <a:r>
              <a:rPr lang="en-ID" err="1"/>
              <a:t>meminta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pada </a:t>
            </a:r>
            <a:r>
              <a:rPr lang="en-ID" err="1"/>
              <a:t>dokumen</a:t>
            </a:r>
            <a:r>
              <a:rPr lang="en-ID"/>
              <a:t> </a:t>
            </a:r>
            <a:r>
              <a:rPr lang="en-ID" err="1"/>
              <a:t>dimundurkan</a:t>
            </a:r>
            <a:r>
              <a:rPr lang="en-ID"/>
              <a:t> agar </a:t>
            </a:r>
            <a:r>
              <a:rPr lang="en-ID" err="1"/>
              <a:t>terlihat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target. Tindakan </a:t>
            </a:r>
            <a:r>
              <a:rPr lang="en-ID" err="1"/>
              <a:t>ini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BC06E-76B1-DE97-F0C9-655F783EE0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69BEA0-4AD2-338E-0CD8-82547D864A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C93E20-E2F7-5EF9-60A8-C705165F98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Rekonsiliasi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511DEC0-60CC-ED3D-8358-4985E5877A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Manipulasi</a:t>
            </a:r>
            <a:r>
              <a:rPr lang="en-ID"/>
              <a:t> </a:t>
            </a:r>
            <a:r>
              <a:rPr lang="en-ID" err="1"/>
              <a:t>dokumen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0E1284-D02B-FA80-F3AE-8787D118FC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C87BF2-1766-3865-CC1A-7858F7C9ED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CB8E0C-D923-1006-98B5-FB33AB076B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Verifikasi</a:t>
            </a:r>
            <a:r>
              <a:rPr lang="en-ID"/>
              <a:t> </a:t>
            </a:r>
            <a:r>
              <a:rPr lang="en-ID" err="1"/>
              <a:t>dokumen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553FA3D-0E01-2F3E-ACD4-FF5C611619AA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err="1"/>
              <a:t>Pemutakhiran</a:t>
            </a:r>
            <a:r>
              <a:rPr lang="en-ID"/>
              <a:t> data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6DE96-9020-4E71-B6A1-A0B8FDABB08D}"/>
              </a:ext>
            </a:extLst>
          </p:cNvPr>
          <p:cNvSpPr/>
          <p:nvPr/>
        </p:nvSpPr>
        <p:spPr>
          <a:xfrm>
            <a:off x="6096000" y="510427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19317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8A4C-6E0D-D1B9-F191-2D7E9E59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54A778-E6EE-42AD-4250-E1BE3392DB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Langkah </a:t>
            </a:r>
            <a:r>
              <a:rPr lang="en-ID" err="1"/>
              <a:t>pertama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proses Customer Due Diligence (CDD)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16E0-9BC3-7634-DD41-CAEB38081F0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62550-45D4-EBA9-F4D0-2FEBB34125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2D3CCA5-6E1C-9CE1-EBA9-1373A1A7F27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Menawarkan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 </a:t>
            </a:r>
            <a:r>
              <a:rPr lang="en-ID" err="1"/>
              <a:t>tambahan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00B04A-7C95-F50C-221C-FFB05D0ADB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6F913D-CBD6-B95E-1928-B64ECD95C20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474B36-1EEF-DB89-FE4D-EE3A375C5C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Menutup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1FE0D58-6DB0-5987-B294-3D7C977F86E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err="1"/>
              <a:t>Memantau</a:t>
            </a:r>
            <a:r>
              <a:rPr lang="en-ID"/>
              <a:t> </a:t>
            </a:r>
            <a:r>
              <a:rPr lang="en-ID" err="1"/>
              <a:t>transaksi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berkala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B59F9A-A617-C584-7D0A-C421A0FBF7BF}"/>
              </a:ext>
            </a:extLst>
          </p:cNvPr>
          <p:cNvSpPr txBox="1">
            <a:spLocks/>
          </p:cNvSpPr>
          <p:nvPr/>
        </p:nvSpPr>
        <p:spPr>
          <a:xfrm>
            <a:off x="1981200" y="5719989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Memahami</a:t>
            </a:r>
            <a:r>
              <a:rPr lang="en-ID"/>
              <a:t> dan </a:t>
            </a:r>
            <a:r>
              <a:rPr lang="en-ID" err="1"/>
              <a:t>memverifikasi</a:t>
            </a:r>
            <a:r>
              <a:rPr lang="en-ID"/>
              <a:t> </a:t>
            </a:r>
            <a:r>
              <a:rPr lang="en-ID" err="1"/>
              <a:t>profil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221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1BCF-8B75-3665-B081-DECEED370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20C3BBA-72EC-53D3-7115-3724CEA1A5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Langkah </a:t>
            </a:r>
            <a:r>
              <a:rPr lang="en-ID" err="1"/>
              <a:t>pertama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proses Customer Due Diligence (CDD) </a:t>
            </a:r>
            <a:r>
              <a:rPr lang="en-ID" err="1"/>
              <a:t>adalah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D64B6-61E0-166C-1203-F6E6D6296AE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EA1CE-E0ED-13F4-988D-07BE52E0A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5F00195-67FA-C2A8-5982-80B5E9ECC5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algn="l"/>
            <a:r>
              <a:rPr lang="en-ID" err="1"/>
              <a:t>Menawarkan</a:t>
            </a:r>
            <a:r>
              <a:rPr lang="en-ID"/>
              <a:t> </a:t>
            </a:r>
            <a:r>
              <a:rPr lang="en-ID" err="1"/>
              <a:t>produk</a:t>
            </a:r>
            <a:r>
              <a:rPr lang="en-ID"/>
              <a:t> </a:t>
            </a:r>
            <a:r>
              <a:rPr lang="en-ID" err="1"/>
              <a:t>tambahan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F91103-8B44-C063-BAB9-74717CBC06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8F03721-9403-CE83-7C86-4BDEFE21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43994DF-23CD-4D00-2DB9-21BF182F285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ID" err="1"/>
              <a:t>Menutup</a:t>
            </a:r>
            <a:r>
              <a:rPr lang="en-ID"/>
              <a:t> </a:t>
            </a:r>
            <a:r>
              <a:rPr lang="en-ID" err="1"/>
              <a:t>rekening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1557A49-5617-365D-E102-B632F7431E2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r>
              <a:rPr lang="en-ID" err="1"/>
              <a:t>Memantau</a:t>
            </a:r>
            <a:r>
              <a:rPr lang="en-ID"/>
              <a:t> </a:t>
            </a:r>
            <a:r>
              <a:rPr lang="en-ID" err="1"/>
              <a:t>transaksi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berkala</a:t>
            </a: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4426CAE-157A-5579-FF90-1928226D87C1}"/>
              </a:ext>
            </a:extLst>
          </p:cNvPr>
          <p:cNvSpPr txBox="1">
            <a:spLocks/>
          </p:cNvSpPr>
          <p:nvPr/>
        </p:nvSpPr>
        <p:spPr>
          <a:xfrm>
            <a:off x="1981200" y="5719989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Memahami</a:t>
            </a:r>
            <a:r>
              <a:rPr lang="en-ID"/>
              <a:t> dan </a:t>
            </a:r>
            <a:r>
              <a:rPr lang="en-ID" err="1"/>
              <a:t>memverifikasi</a:t>
            </a:r>
            <a:r>
              <a:rPr lang="en-ID"/>
              <a:t> </a:t>
            </a:r>
            <a:r>
              <a:rPr lang="en-ID" err="1"/>
              <a:t>profil</a:t>
            </a:r>
            <a:r>
              <a:rPr lang="en-ID"/>
              <a:t> </a:t>
            </a:r>
            <a:r>
              <a:rPr lang="en-ID" err="1"/>
              <a:t>nasabah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23021-A31D-49BC-0D09-CFB25A8F356F}"/>
              </a:ext>
            </a:extLst>
          </p:cNvPr>
          <p:cNvSpPr/>
          <p:nvPr/>
        </p:nvSpPr>
        <p:spPr>
          <a:xfrm>
            <a:off x="1243760" y="5699473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7408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CCA3-1BE3-E782-5928-2AE833D2A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6C1DB8B-DB13-FA6F-D741-7F13C4CE15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berhenti</a:t>
            </a:r>
            <a:r>
              <a:rPr lang="en-ID"/>
              <a:t> </a:t>
            </a:r>
            <a:r>
              <a:rPr lang="en-ID" err="1"/>
              <a:t>beraktivitas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email </a:t>
            </a:r>
            <a:r>
              <a:rPr lang="en-ID" err="1"/>
              <a:t>mencurigakan</a:t>
            </a:r>
            <a:r>
              <a:rPr lang="en-ID"/>
              <a:t>,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melapor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558EA-9E3A-0E99-F8E3-B7D3C2BB5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1DC20-063F-D22A-DEB3-FEB74AA094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39DD8B1-728B-2063-8088-A29221510D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C98054-4485-8C32-52C3-51059D68FFD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4D5637-3E74-49AA-7E58-5A7DA27F4A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melakukan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5F7EDC1-8BE3-4F9F-DED2-A1E4FF76FBCF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3D633B0-8031-F3C4-4E30-43001B0FFB72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Menanyakan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</a:t>
            </a:r>
            <a:r>
              <a:rPr lang="en-ID" err="1"/>
              <a:t>apakah</a:t>
            </a:r>
            <a:r>
              <a:rPr lang="en-ID"/>
              <a:t> email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berbahaya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18253F-F281-E311-FDB1-9496A1D4108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Menghapus</a:t>
            </a:r>
            <a:r>
              <a:rPr lang="en-ID"/>
              <a:t> email agar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berbahaya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D3656DB-0460-6718-1958-1BCB72487ECA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Menyimpan</a:t>
            </a:r>
            <a:r>
              <a:rPr lang="en-ID"/>
              <a:t> </a:t>
            </a:r>
            <a:r>
              <a:rPr lang="en-ID" err="1"/>
              <a:t>bukti</a:t>
            </a:r>
            <a:r>
              <a:rPr lang="en-ID"/>
              <a:t> </a:t>
            </a:r>
            <a:r>
              <a:rPr lang="en-ID" err="1"/>
              <a:t>seperti</a:t>
            </a:r>
            <a:r>
              <a:rPr lang="en-ID"/>
              <a:t> screenshot dan email </a:t>
            </a:r>
            <a:r>
              <a:rPr lang="en-ID" err="1"/>
              <a:t>asli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2280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580D-0494-A9FE-54FB-291A4F00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DBFBFA7-9F08-2A3A-3AA0-479922F1A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berhenti</a:t>
            </a:r>
            <a:r>
              <a:rPr lang="en-ID"/>
              <a:t> </a:t>
            </a:r>
            <a:r>
              <a:rPr lang="en-ID" err="1"/>
              <a:t>beraktivitas</a:t>
            </a:r>
            <a:r>
              <a:rPr lang="en-ID"/>
              <a:t> </a:t>
            </a:r>
            <a:r>
              <a:rPr lang="en-ID" err="1"/>
              <a:t>karena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email </a:t>
            </a:r>
            <a:r>
              <a:rPr lang="en-ID" err="1"/>
              <a:t>mencurigakan</a:t>
            </a:r>
            <a:r>
              <a:rPr lang="en-ID"/>
              <a:t>,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melapor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4C8F1A-632E-8C9A-B6F3-FF0CD72515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334221-06F2-596E-851F-4210E41F90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83D8E8-D59C-E7CA-21EB-1FEA297E7F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8743E9-5B1C-FB36-62C6-3507584BB1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3264248-973D-4A08-DBAE-1FB07B472A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Menunggu</a:t>
            </a:r>
            <a:r>
              <a:rPr lang="en-ID"/>
              <a:t> </a:t>
            </a:r>
            <a:r>
              <a:rPr lang="en-ID" err="1"/>
              <a:t>tanpa</a:t>
            </a:r>
            <a:r>
              <a:rPr lang="en-ID"/>
              <a:t> </a:t>
            </a:r>
            <a:r>
              <a:rPr lang="en-ID" err="1"/>
              <a:t>melakukan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F35EDD1-F3A1-BAD6-2336-1B32CC82924B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98FF947-6C4E-4B6E-E513-57FA3FCA6956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Menanyakan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rekan</a:t>
            </a:r>
            <a:r>
              <a:rPr lang="en-ID"/>
              <a:t> </a:t>
            </a:r>
            <a:r>
              <a:rPr lang="en-ID" err="1"/>
              <a:t>apakah</a:t>
            </a:r>
            <a:r>
              <a:rPr lang="en-ID"/>
              <a:t> email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berbahaya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9C2465-A490-AD77-4BA1-8CF753CA82BF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Menghapus</a:t>
            </a:r>
            <a:r>
              <a:rPr lang="en-ID"/>
              <a:t> email agar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berbahaya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C234F4F-A553-704B-6BF8-4BC11E8004AE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Menyimpan</a:t>
            </a:r>
            <a:r>
              <a:rPr lang="en-ID"/>
              <a:t> </a:t>
            </a:r>
            <a:r>
              <a:rPr lang="en-ID" err="1"/>
              <a:t>bukti</a:t>
            </a:r>
            <a:r>
              <a:rPr lang="en-ID"/>
              <a:t> </a:t>
            </a:r>
            <a:r>
              <a:rPr lang="en-ID" err="1"/>
              <a:t>seperti</a:t>
            </a:r>
            <a:r>
              <a:rPr lang="en-ID"/>
              <a:t> screenshot dan email </a:t>
            </a:r>
            <a:r>
              <a:rPr lang="en-ID" err="1"/>
              <a:t>asli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BF2CB4-3B7D-868F-1C61-56CA1A8C100E}"/>
              </a:ext>
            </a:extLst>
          </p:cNvPr>
          <p:cNvSpPr/>
          <p:nvPr/>
        </p:nvSpPr>
        <p:spPr>
          <a:xfrm>
            <a:off x="6230815" y="513599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55179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2AA3-9475-A382-0678-31189604D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7EB9C82-65AF-119C-782C-F49D1FDAD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hadiah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mengikuti</a:t>
            </a:r>
            <a:r>
              <a:rPr lang="en-ID"/>
              <a:t> proses </a:t>
            </a:r>
            <a:r>
              <a:rPr lang="en-ID" err="1"/>
              <a:t>pemilihan</a:t>
            </a:r>
            <a:r>
              <a:rPr lang="en-ID"/>
              <a:t> vendor.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risikonya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45EBB-990B-CB71-C094-FC436E30CB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1B217-AF56-E069-6810-FCBED16339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245EE3-D470-FF6B-80FC-AF0C2A39CE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6273C93-9DF9-78A1-3685-782BDA3BF9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DC0EA3-4E4D-CDC9-DCFD-8C158F3D2D8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Risiko </a:t>
            </a:r>
            <a:r>
              <a:rPr lang="en-ID" err="1"/>
              <a:t>Antrean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62C1EE-BD3E-4BEC-5F4B-D10E42E91FA9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C32C3EA-5C8D-69B4-3679-8C2C6F233571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371EBFB-3813-5A9A-A0EB-3D8B08D8CACC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7BD6FF5-8603-C219-DC3B-5DFC36CF1F0A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 / Conflict of Interest</a:t>
            </a:r>
          </a:p>
        </p:txBody>
      </p:sp>
    </p:spTree>
    <p:extLst>
      <p:ext uri="{BB962C8B-B14F-4D97-AF65-F5344CB8AC3E}">
        <p14:creationId xmlns:p14="http://schemas.microsoft.com/office/powerpoint/2010/main" val="1613490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A6ECD-4105-01F0-703B-C7C8333F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AFA7BC2-EF0A-CD9E-490B-112046F70E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hadiah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mengikuti</a:t>
            </a:r>
            <a:r>
              <a:rPr lang="en-ID"/>
              <a:t> proses </a:t>
            </a:r>
            <a:r>
              <a:rPr lang="en-ID" err="1"/>
              <a:t>pemilihan</a:t>
            </a:r>
            <a:r>
              <a:rPr lang="en-ID"/>
              <a:t> vendor.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risikonya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3F918-1CBC-0FC6-211C-110503D389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1D135-79B1-3815-5A61-972E984063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800E4E-CD65-7D5B-35C3-5A85C4CD62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927CD5-DB99-2F11-47AC-5F638DB16F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71685E-EE87-50F2-EE4E-8AEAF874D4E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Risiko </a:t>
            </a:r>
            <a:r>
              <a:rPr lang="en-ID" err="1"/>
              <a:t>Antrean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960B5A1-17A0-E04B-A7CC-71BE77B81BB4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D06710-DA2D-D4B6-F48F-AAAB6B0D2103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1A03C3E-5CC5-E090-4E14-EEC2A26435C5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215EF6A-6950-D58D-5F09-42850A358601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 / Conflict of Interest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E58B00-F329-A07F-1F70-4A80C86F0BCD}"/>
              </a:ext>
            </a:extLst>
          </p:cNvPr>
          <p:cNvSpPr/>
          <p:nvPr/>
        </p:nvSpPr>
        <p:spPr>
          <a:xfrm>
            <a:off x="6230815" y="513599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857918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A8CF-047A-ECE9-D409-33F3B624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762D7FE-F39C-1A50-8D5A-7FDF667FF1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Tim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selisih</a:t>
            </a:r>
            <a:r>
              <a:rPr lang="en-ID"/>
              <a:t> kas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wisma</a:t>
            </a:r>
            <a:r>
              <a:rPr lang="en-ID"/>
              <a:t>. </a:t>
            </a:r>
            <a:r>
              <a:rPr lang="en-ID" err="1"/>
              <a:t>Penyebab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2E01C-6D41-60A1-80B8-DA08705B46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D9A5A-5036-CDBA-C121-4B4CE4DF63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1DD89E-8078-08F8-5787-E03F129A5A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82F9603-B41A-CC62-D561-13FF0B0F90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92AC6F8-A840-3ABA-9C21-C577BAA8BE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Jumlah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yang </a:t>
            </a:r>
            <a:r>
              <a:rPr lang="en-ID" err="1"/>
              <a:t>sedikit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9B36641-8276-B2A6-7D60-B27E0AC3E407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7B7E85C-F395-46FE-3ACA-0DE90C4A83F7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Salah </a:t>
            </a:r>
            <a:r>
              <a:rPr lang="en-ID" err="1"/>
              <a:t>hitung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kurang</a:t>
            </a:r>
            <a:r>
              <a:rPr lang="en-ID"/>
              <a:t> </a:t>
            </a:r>
            <a:r>
              <a:rPr lang="en-ID" err="1"/>
              <a:t>teliti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5CB9379-6673-AC24-AD2E-8FA381CF6AAB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Lupa </a:t>
            </a:r>
            <a:r>
              <a:rPr lang="en-ID" err="1"/>
              <a:t>mengisi</a:t>
            </a:r>
            <a:r>
              <a:rPr lang="en-ID"/>
              <a:t> </a:t>
            </a:r>
            <a:r>
              <a:rPr lang="en-ID" err="1"/>
              <a:t>daya</a:t>
            </a:r>
            <a:r>
              <a:rPr lang="en-ID"/>
              <a:t> tablet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AE0A33A-C11E-D718-CDC5-A0E9D546FB82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Cuaca</a:t>
            </a:r>
            <a:r>
              <a:rPr lang="en-ID"/>
              <a:t> yang </a:t>
            </a:r>
            <a:r>
              <a:rPr lang="en-ID" err="1"/>
              <a:t>berubah-ubah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99753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70E9-65E1-FF4F-FF45-2CEA4A93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E114F3F-F836-6784-3040-24A414EE6F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Tim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laporan</a:t>
            </a:r>
            <a:r>
              <a:rPr lang="en-ID"/>
              <a:t> </a:t>
            </a:r>
            <a:r>
              <a:rPr lang="en-ID" err="1"/>
              <a:t>selisih</a:t>
            </a:r>
            <a:r>
              <a:rPr lang="en-ID"/>
              <a:t> kas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wisma</a:t>
            </a:r>
            <a:r>
              <a:rPr lang="en-ID"/>
              <a:t>. </a:t>
            </a:r>
            <a:r>
              <a:rPr lang="en-ID" err="1"/>
              <a:t>Penyebab</a:t>
            </a:r>
            <a:r>
              <a:rPr lang="en-ID"/>
              <a:t> yang paling </a:t>
            </a:r>
            <a:r>
              <a:rPr lang="en-ID" err="1"/>
              <a:t>tepat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25AC9-9B37-A76C-AA65-752BB45436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049FD9-DD4F-88E2-098D-29948FC34B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68D3F4-C665-4CE2-A2B0-A8A4B933DD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6FE1A9-3B89-78E7-139F-D55C1D8644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FA17EF8-3EEC-9FEB-A6B6-99331920B2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Jumlah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yang </a:t>
            </a:r>
            <a:r>
              <a:rPr lang="en-ID" err="1"/>
              <a:t>sedikit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12CE838-BB7A-A905-0893-78D56EFB07CB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3A635C1-1548-1986-F0A6-522B5EFC853E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Salah </a:t>
            </a:r>
            <a:r>
              <a:rPr lang="en-ID" err="1"/>
              <a:t>hitung</a:t>
            </a:r>
            <a:r>
              <a:rPr lang="en-ID"/>
              <a:t> </a:t>
            </a:r>
            <a:r>
              <a:rPr lang="en-ID" err="1"/>
              <a:t>atau</a:t>
            </a:r>
            <a:r>
              <a:rPr lang="en-ID"/>
              <a:t> </a:t>
            </a:r>
            <a:r>
              <a:rPr lang="en-ID" err="1"/>
              <a:t>kurang</a:t>
            </a:r>
            <a:r>
              <a:rPr lang="en-ID"/>
              <a:t> </a:t>
            </a:r>
            <a:r>
              <a:rPr lang="en-ID" err="1"/>
              <a:t>teliti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506B6FA-8981-4DD5-F6D2-0CA23F546C7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Lupa </a:t>
            </a:r>
            <a:r>
              <a:rPr lang="en-ID" err="1"/>
              <a:t>mengisi</a:t>
            </a:r>
            <a:r>
              <a:rPr lang="en-ID"/>
              <a:t> </a:t>
            </a:r>
            <a:r>
              <a:rPr lang="en-ID" err="1"/>
              <a:t>daya</a:t>
            </a:r>
            <a:r>
              <a:rPr lang="en-ID"/>
              <a:t> tablet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4DF477-8C47-1B8F-52FA-9A85226887A7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Cuaca</a:t>
            </a:r>
            <a:r>
              <a:rPr lang="en-ID"/>
              <a:t> yang </a:t>
            </a:r>
            <a:r>
              <a:rPr lang="en-ID" err="1"/>
              <a:t>berubah-ubah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35DE81-14CC-1DB4-8B05-7455CD40D777}"/>
              </a:ext>
            </a:extLst>
          </p:cNvPr>
          <p:cNvSpPr/>
          <p:nvPr/>
        </p:nvSpPr>
        <p:spPr>
          <a:xfrm>
            <a:off x="1318039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39205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A455-6B55-AC16-7700-702B09CA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971008-A668-A65C-42F7-B38AFAB7C8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hadiah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mengikuti</a:t>
            </a:r>
            <a:r>
              <a:rPr lang="en-ID"/>
              <a:t> proses </a:t>
            </a:r>
            <a:r>
              <a:rPr lang="en-ID" err="1"/>
              <a:t>pemilihan</a:t>
            </a:r>
            <a:r>
              <a:rPr lang="en-ID"/>
              <a:t> vendor.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risikonya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BC1D9-107D-AF7B-3FE5-B2F6946454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33B06F-8DB2-EF98-F8DA-AC946C66BB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C3D4CF-A7E2-9A7F-DA09-29B7E2D92D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FF9E13-85A6-2466-7D2E-82F36717D9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1391199-8C2E-1A06-C191-046EAA1D3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Risiko </a:t>
            </a:r>
            <a:r>
              <a:rPr lang="en-ID" err="1"/>
              <a:t>Antrean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9901548-26DA-39CC-CE0D-6EA043B64E8E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36D0EDB-72B2-1759-84F1-81F06C4E5232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462E4C4-B4D9-2697-0D64-A2E02689AD8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9669AA-6495-47C5-A4EF-58AAB3E69C8F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 / Conflict of Interest</a:t>
            </a:r>
          </a:p>
        </p:txBody>
      </p:sp>
    </p:spTree>
    <p:extLst>
      <p:ext uri="{BB962C8B-B14F-4D97-AF65-F5344CB8AC3E}">
        <p14:creationId xmlns:p14="http://schemas.microsoft.com/office/powerpoint/2010/main" val="288449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4D56-A572-B263-FCF2-4301177AA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23B68F4-7EB5-5221-EE8A-1FDECBB39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Karyawan</a:t>
            </a:r>
            <a:r>
              <a:rPr lang="en-ID"/>
              <a:t> </a:t>
            </a:r>
            <a:r>
              <a:rPr lang="en-ID" err="1"/>
              <a:t>menerima</a:t>
            </a:r>
            <a:r>
              <a:rPr lang="en-ID"/>
              <a:t> </a:t>
            </a:r>
            <a:r>
              <a:rPr lang="en-ID" err="1"/>
              <a:t>hadiah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</a:t>
            </a:r>
            <a:r>
              <a:rPr lang="en-ID" err="1"/>
              <a:t>pihak</a:t>
            </a:r>
            <a:r>
              <a:rPr lang="en-ID"/>
              <a:t> yang </a:t>
            </a:r>
            <a:r>
              <a:rPr lang="en-ID" err="1"/>
              <a:t>sedang</a:t>
            </a:r>
            <a:r>
              <a:rPr lang="en-ID"/>
              <a:t> </a:t>
            </a:r>
            <a:r>
              <a:rPr lang="en-ID" err="1"/>
              <a:t>mengikuti</a:t>
            </a:r>
            <a:r>
              <a:rPr lang="en-ID"/>
              <a:t> proses </a:t>
            </a:r>
            <a:r>
              <a:rPr lang="en-ID" err="1"/>
              <a:t>pemilihan</a:t>
            </a:r>
            <a:r>
              <a:rPr lang="en-ID"/>
              <a:t> vendor. </a:t>
            </a:r>
            <a:r>
              <a:rPr lang="en-ID" err="1"/>
              <a:t>Kategori</a:t>
            </a:r>
            <a:r>
              <a:rPr lang="en-ID"/>
              <a:t> </a:t>
            </a:r>
            <a:r>
              <a:rPr lang="en-ID" err="1"/>
              <a:t>risikonya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A921E-DD0B-6147-ECD4-ED05488A77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6DBF5C-3194-B79A-F8C8-4AE0B5817C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AFFBFB-F938-E92B-8EEC-3AEF4907FF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147BA7-9E2B-D6D1-BFF9-9D5EED0915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7E21AB-54EC-AA17-113C-A388D8BBEB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Risiko </a:t>
            </a:r>
            <a:r>
              <a:rPr lang="en-ID" err="1"/>
              <a:t>Antrean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F17EBBA-5F3C-D5F6-5A63-866DA1256507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EA87C6A-1348-D909-83C5-6DF4481BE5CD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Likuiditas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9990E05C-1F78-F07C-C461-33775617D426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Pasar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EF04812-864D-A483-81E9-A0F9F834B04A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 / Conflict of Interest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5BD167-1F9C-6090-AE4B-62DC9D2C4CDE}"/>
              </a:ext>
            </a:extLst>
          </p:cNvPr>
          <p:cNvSpPr/>
          <p:nvPr/>
        </p:nvSpPr>
        <p:spPr>
          <a:xfrm>
            <a:off x="6096000" y="510427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48218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393FC-663C-CF56-8C78-D997F9ECE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036F906-64D4-0C4A-8570-D6D1C00F6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telah</a:t>
            </a:r>
            <a:r>
              <a:rPr lang="en-ID"/>
              <a:t> </a:t>
            </a:r>
            <a:r>
              <a:rPr lang="en-ID" err="1"/>
              <a:t>melunasi</a:t>
            </a:r>
            <a:r>
              <a:rPr lang="en-ID"/>
              <a:t> </a:t>
            </a:r>
            <a:r>
              <a:rPr lang="en-ID" err="1"/>
              <a:t>pembiayaan</a:t>
            </a:r>
            <a:r>
              <a:rPr lang="en-ID"/>
              <a:t> dan data </a:t>
            </a:r>
            <a:r>
              <a:rPr lang="en-ID" err="1"/>
              <a:t>pelunasan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terverifikasi</a:t>
            </a:r>
            <a:r>
              <a:rPr lang="en-ID"/>
              <a:t>. Status </a:t>
            </a:r>
            <a:r>
              <a:rPr lang="en-ID" err="1"/>
              <a:t>lunas</a:t>
            </a:r>
            <a:r>
              <a:rPr lang="en-ID"/>
              <a:t> di SLIK </a:t>
            </a:r>
            <a:r>
              <a:rPr lang="en-ID" err="1"/>
              <a:t>diperbarui</a:t>
            </a:r>
            <a:r>
              <a:rPr lang="en-ID"/>
              <a:t> paling </a:t>
            </a:r>
            <a:r>
              <a:rPr lang="en-ID" err="1"/>
              <a:t>lambat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46D019-91DA-03E9-A272-0E2C128AD2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7E611-CC84-2371-16AA-49706A649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DC4BC3-8877-6892-4FD8-CC19BD8EC2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B927453-0B53-8ADF-C4D0-47A67BC9950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33C991-9770-6A58-1D56-88E643FB2A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menanyakannya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3A1C89C-4BF8-0600-A52A-B60BC3EEC5FF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76DEAAB-82FB-41B2-FD22-0B1D0B592428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3 </a:t>
            </a:r>
            <a:r>
              <a:rPr lang="en-ID" err="1"/>
              <a:t>hari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</a:t>
            </a:r>
            <a:r>
              <a:rPr lang="en-ID" err="1"/>
              <a:t>pelunasan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DD7BABB-CCCD-E1BB-0D6C-422D469A3A0C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1 </a:t>
            </a:r>
            <a:r>
              <a:rPr lang="en-ID" err="1"/>
              <a:t>bulan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pelunasan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6F1244C-D5D4-DCBF-B3B4-926EB877A068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Akhir </a:t>
            </a:r>
            <a:r>
              <a:rPr lang="en-ID" err="1"/>
              <a:t>tahun</a:t>
            </a:r>
            <a:r>
              <a:rPr lang="en-ID"/>
              <a:t> </a:t>
            </a:r>
            <a:r>
              <a:rPr lang="en-ID" err="1"/>
              <a:t>berjalan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6257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09DF-71D1-9C31-98A1-B7D8B449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616BA6F-A008-43D3-50A1-E344154009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telah</a:t>
            </a:r>
            <a:r>
              <a:rPr lang="en-ID"/>
              <a:t> </a:t>
            </a:r>
            <a:r>
              <a:rPr lang="en-ID" err="1"/>
              <a:t>melunasi</a:t>
            </a:r>
            <a:r>
              <a:rPr lang="en-ID"/>
              <a:t> </a:t>
            </a:r>
            <a:r>
              <a:rPr lang="en-ID" err="1"/>
              <a:t>pembiayaan</a:t>
            </a:r>
            <a:r>
              <a:rPr lang="en-ID"/>
              <a:t> dan data </a:t>
            </a:r>
            <a:r>
              <a:rPr lang="en-ID" err="1"/>
              <a:t>pelunasan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terverifikasi</a:t>
            </a:r>
            <a:r>
              <a:rPr lang="en-ID"/>
              <a:t>. Status </a:t>
            </a:r>
            <a:r>
              <a:rPr lang="en-ID" err="1"/>
              <a:t>lunas</a:t>
            </a:r>
            <a:r>
              <a:rPr lang="en-ID"/>
              <a:t> di SLIK </a:t>
            </a:r>
            <a:r>
              <a:rPr lang="en-ID" err="1"/>
              <a:t>diperbarui</a:t>
            </a:r>
            <a:r>
              <a:rPr lang="en-ID"/>
              <a:t> paling </a:t>
            </a:r>
            <a:r>
              <a:rPr lang="en-ID" err="1"/>
              <a:t>lambat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96067-0B2D-18E1-2D0E-1C170A7128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C45CB-41B4-83C9-4379-AC651FA9BB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7A1EB0-9627-22A2-5FC7-590DD91B75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FC8D246-C571-B252-AEAF-24F385522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61FEFA-101D-AAF8-21BA-DADF1B754D1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menanyakannya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790FC91-9B33-55E5-33D8-5B7812D3676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3C455B-958A-7D8D-BC58-613338BCCF5E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3 </a:t>
            </a:r>
            <a:r>
              <a:rPr lang="en-ID" err="1"/>
              <a:t>hari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tanggal</a:t>
            </a:r>
            <a:r>
              <a:rPr lang="en-ID"/>
              <a:t> </a:t>
            </a:r>
            <a:r>
              <a:rPr lang="en-ID" err="1"/>
              <a:t>pelunasan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1CE4425-9D80-76DC-71F7-7E3766B6C559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1 </a:t>
            </a:r>
            <a:r>
              <a:rPr lang="en-ID" err="1"/>
              <a:t>bulan</a:t>
            </a:r>
            <a:r>
              <a:rPr lang="en-ID"/>
              <a:t> </a:t>
            </a:r>
            <a:r>
              <a:rPr lang="en-ID" err="1"/>
              <a:t>setelah</a:t>
            </a:r>
            <a:r>
              <a:rPr lang="en-ID"/>
              <a:t> </a:t>
            </a:r>
            <a:r>
              <a:rPr lang="en-ID" err="1"/>
              <a:t>pelunasan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6F910C4-0910-D099-841B-CFEBFD9C245B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Akhir </a:t>
            </a:r>
            <a:r>
              <a:rPr lang="en-ID" err="1"/>
              <a:t>tahun</a:t>
            </a:r>
            <a:r>
              <a:rPr lang="en-ID"/>
              <a:t> </a:t>
            </a:r>
            <a:r>
              <a:rPr lang="en-ID" err="1"/>
              <a:t>berjalan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7B3A30-330D-73FA-871E-45DC54E380EE}"/>
              </a:ext>
            </a:extLst>
          </p:cNvPr>
          <p:cNvSpPr/>
          <p:nvPr/>
        </p:nvSpPr>
        <p:spPr>
          <a:xfrm>
            <a:off x="1392320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03669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674A-E95C-9714-88C7-E2913E3D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80AB712-FECF-8C4D-208A-AEE800BD2A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Akses Core Banking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klasifikasi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9136B-2F89-985A-4A07-F06EECBD4A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8EF617-EAEA-962B-287F-9EF9D98D3F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05A0C3D-5DE9-8060-32F4-DDA3AF0CF8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4EB7EB3-E954-F7F8-1675-59D7C289F7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C25702-8100-1CFC-857A-2EE7DECDCB1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Rahasia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9B8CFCB-6D35-246F-787F-4997CDE88BE7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C7D9D1B-F676-C239-4728-6922F797324A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Internal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F053669-D118-8CCA-4ACB-C8FF65BECC26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Publik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466DDE1-91BB-AAEE-908B-6EA53D6B3867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Sangat Rahasia</a:t>
            </a:r>
          </a:p>
        </p:txBody>
      </p:sp>
    </p:spTree>
    <p:extLst>
      <p:ext uri="{BB962C8B-B14F-4D97-AF65-F5344CB8AC3E}">
        <p14:creationId xmlns:p14="http://schemas.microsoft.com/office/powerpoint/2010/main" val="2477090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68873-8CEC-C80A-CDE9-0799000F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FFABF93-AE82-494A-DAD4-7E4386CBD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Akses Core Banking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klasifikasi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4FA57-6249-C920-1BC0-9A65E6F6AB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7C7FF-9D02-C7D7-52F5-7F430240B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4FD79A-63F9-7D47-4013-737E0489720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BC5B306-40D2-A9D5-3F6F-BCC94B5F8F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EF53C3-D130-06D3-6BDE-DD293AAF2C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Rahasia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51D37C2-549A-5267-F059-6B732989935D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7925DE40-F511-A63C-D1B2-25D0B70BA526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Internal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99930CF-783E-FCCE-0E0E-BC62271C779A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Publik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7ECDB81-C8D5-650A-54F2-95CCFD571DD3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Sangat Rahasia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E6360-2E50-7C3F-980C-DC9C155B9072}"/>
              </a:ext>
            </a:extLst>
          </p:cNvPr>
          <p:cNvSpPr/>
          <p:nvPr/>
        </p:nvSpPr>
        <p:spPr>
          <a:xfrm>
            <a:off x="6096000" y="5117025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51453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7A8D-91A3-B074-B5EE-FE932633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048C28D-EE7F-673F-7E8F-BC425D1C6C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Tambahan</a:t>
            </a:r>
            <a:r>
              <a:rPr lang="en-ID"/>
              <a:t> </a:t>
            </a:r>
            <a:r>
              <a:rPr lang="en-ID" err="1"/>
              <a:t>atas</a:t>
            </a:r>
            <a:r>
              <a:rPr lang="en-ID"/>
              <a:t> </a:t>
            </a:r>
            <a:r>
              <a:rPr lang="en-ID" err="1"/>
              <a:t>pokok</a:t>
            </a:r>
            <a:r>
              <a:rPr lang="en-ID"/>
              <a:t> </a:t>
            </a:r>
            <a:r>
              <a:rPr lang="en-ID" err="1"/>
              <a:t>pinjaman</a:t>
            </a:r>
            <a:r>
              <a:rPr lang="en-ID"/>
              <a:t> yang </a:t>
            </a:r>
            <a:r>
              <a:rPr lang="en-ID" err="1"/>
              <a:t>memberatkan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adil</a:t>
            </a:r>
            <a:r>
              <a:rPr lang="en-ID"/>
              <a:t> dan </a:t>
            </a:r>
            <a:r>
              <a:rPr lang="en-ID" err="1"/>
              <a:t>dilarang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prinsip</a:t>
            </a:r>
            <a:r>
              <a:rPr lang="en-ID"/>
              <a:t> syariah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4C53E-E531-D420-71ED-83CA16B040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C2C0B-9AA5-6113-ACAC-5DA7C679C9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467D4BD-AADF-676A-7993-F05D7A97F1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DCAD6B-8817-F9F1-4092-40AFE1D676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CBFF98-14C8-1D18-36D1-F7781A380F2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Riba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C3F6C90-C779-0C77-2729-337AE6C7C3D4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8A061C3-FB77-B18B-21FE-ECC5B7096FE8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Maysir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E45F030-C3B8-AA6B-DA55-63615CD11BCE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Gharar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EA0C91A-AD98-7435-C415-6FF20C416780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Zakat</a:t>
            </a:r>
          </a:p>
        </p:txBody>
      </p:sp>
    </p:spTree>
    <p:extLst>
      <p:ext uri="{BB962C8B-B14F-4D97-AF65-F5344CB8AC3E}">
        <p14:creationId xmlns:p14="http://schemas.microsoft.com/office/powerpoint/2010/main" val="12834410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71C3A-E365-0066-B9A2-236C53D0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47BDE01-3B2A-A631-E777-CE24EDB38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Tambahan</a:t>
            </a:r>
            <a:r>
              <a:rPr lang="en-ID"/>
              <a:t> </a:t>
            </a:r>
            <a:r>
              <a:rPr lang="en-ID" err="1"/>
              <a:t>atas</a:t>
            </a:r>
            <a:r>
              <a:rPr lang="en-ID"/>
              <a:t> </a:t>
            </a:r>
            <a:r>
              <a:rPr lang="en-ID" err="1"/>
              <a:t>pokok</a:t>
            </a:r>
            <a:r>
              <a:rPr lang="en-ID"/>
              <a:t> </a:t>
            </a:r>
            <a:r>
              <a:rPr lang="en-ID" err="1"/>
              <a:t>pinjaman</a:t>
            </a:r>
            <a:r>
              <a:rPr lang="en-ID"/>
              <a:t> yang </a:t>
            </a:r>
            <a:r>
              <a:rPr lang="en-ID" err="1"/>
              <a:t>memberatkan</a:t>
            </a:r>
            <a:r>
              <a:rPr lang="en-ID"/>
              <a:t> </a:t>
            </a:r>
            <a:r>
              <a:rPr lang="en-ID" err="1"/>
              <a:t>secara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adil</a:t>
            </a:r>
            <a:r>
              <a:rPr lang="en-ID"/>
              <a:t> dan </a:t>
            </a:r>
            <a:r>
              <a:rPr lang="en-ID" err="1"/>
              <a:t>dilarang</a:t>
            </a:r>
            <a:r>
              <a:rPr lang="en-ID"/>
              <a:t>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prinsip</a:t>
            </a:r>
            <a:r>
              <a:rPr lang="en-ID"/>
              <a:t> syariah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56B87-F51A-5BA1-1CE4-A03CA6A6E9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29817-C2F3-8F73-31DB-79E75A338D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C9C308-A96B-4A98-B38B-BEE9F46B459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5AC353-0705-01B1-365D-B4DB9D798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4BBDFF-E779-E537-98F8-20183FE7F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Riba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1E33C1D-9E4D-EBA3-46A8-5A0DAF86FC0D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06029D3-20F1-26D6-DB18-13FD067E7FFD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Maysir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B9F75A5-0ECF-E135-9B62-6059614C97CC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Gharar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C2A4905-703F-0AB7-1CCF-E3627D524ABE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Zakat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D0A29D-D0EA-8CDC-4024-AFC445817173}"/>
              </a:ext>
            </a:extLst>
          </p:cNvPr>
          <p:cNvSpPr/>
          <p:nvPr/>
        </p:nvSpPr>
        <p:spPr>
          <a:xfrm>
            <a:off x="6082257" y="5645692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737460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808D-F5B5-6B08-A5A2-EE6A04953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9EF2DE8-FFAF-82EB-A1C0-8A1C680E2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Gabungan</a:t>
            </a:r>
            <a:r>
              <a:rPr lang="en-ID"/>
              <a:t> </a:t>
            </a:r>
            <a:r>
              <a:rPr lang="en-ID" err="1"/>
              <a:t>beberapa</a:t>
            </a:r>
            <a:r>
              <a:rPr lang="en-ID"/>
              <a:t> kata </a:t>
            </a:r>
            <a:r>
              <a:rPr lang="en-ID" err="1"/>
              <a:t>acak</a:t>
            </a:r>
            <a:r>
              <a:rPr lang="en-ID"/>
              <a:t> yang </a:t>
            </a:r>
            <a:r>
              <a:rPr lang="en-ID" err="1"/>
              <a:t>mudah</a:t>
            </a:r>
            <a:r>
              <a:rPr lang="en-ID"/>
              <a:t> </a:t>
            </a:r>
            <a:r>
              <a:rPr lang="en-ID" err="1"/>
              <a:t>diingat</a:t>
            </a:r>
            <a:r>
              <a:rPr lang="en-ID"/>
              <a:t>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sulit</a:t>
            </a:r>
            <a:r>
              <a:rPr lang="en-ID"/>
              <a:t> </a:t>
            </a:r>
            <a:r>
              <a:rPr lang="en-ID" err="1"/>
              <a:t>ditebak</a:t>
            </a:r>
            <a:r>
              <a:rPr lang="en-ID"/>
              <a:t>, dan </a:t>
            </a:r>
            <a:r>
              <a:rPr lang="en-ID" err="1"/>
              <a:t>disarankan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,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D0409-6AF9-AEC0-168B-59BC6AF669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D9D9A0-AC8D-3896-FD04-60A0D473C2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63D248-594F-43CC-F293-179D7B8876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A3C7A2-C466-4A7B-E7E3-6308F90986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F741988-6DCD-894A-0DD9-E79810F6F5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PIN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ABEC627-CCBB-182F-7566-BED7FFF6083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CF87B50-E2D6-4E4A-8E9A-81F0D4216696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Kode OTP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09DB346-C5C2-1F43-221F-1B5C7CE27C1A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Passphrase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3590950-4C05-2A22-E51B-AEC70C40135C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Username</a:t>
            </a:r>
          </a:p>
        </p:txBody>
      </p:sp>
    </p:spTree>
    <p:extLst>
      <p:ext uri="{BB962C8B-B14F-4D97-AF65-F5344CB8AC3E}">
        <p14:creationId xmlns:p14="http://schemas.microsoft.com/office/powerpoint/2010/main" val="4002514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EB7C-E1D5-CFBE-A926-6121FF6E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3376E2-C94C-7170-106C-8BA88AA28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Gabungan</a:t>
            </a:r>
            <a:r>
              <a:rPr lang="en-ID"/>
              <a:t> </a:t>
            </a:r>
            <a:r>
              <a:rPr lang="en-ID" err="1"/>
              <a:t>beberapa</a:t>
            </a:r>
            <a:r>
              <a:rPr lang="en-ID"/>
              <a:t> kata </a:t>
            </a:r>
            <a:r>
              <a:rPr lang="en-ID" err="1"/>
              <a:t>acak</a:t>
            </a:r>
            <a:r>
              <a:rPr lang="en-ID"/>
              <a:t> yang </a:t>
            </a:r>
            <a:r>
              <a:rPr lang="en-ID" err="1"/>
              <a:t>mudah</a:t>
            </a:r>
            <a:r>
              <a:rPr lang="en-ID"/>
              <a:t> </a:t>
            </a:r>
            <a:r>
              <a:rPr lang="en-ID" err="1"/>
              <a:t>diingat</a:t>
            </a:r>
            <a:r>
              <a:rPr lang="en-ID"/>
              <a:t>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sulit</a:t>
            </a:r>
            <a:r>
              <a:rPr lang="en-ID"/>
              <a:t> </a:t>
            </a:r>
            <a:r>
              <a:rPr lang="en-ID" err="1"/>
              <a:t>ditebak</a:t>
            </a:r>
            <a:r>
              <a:rPr lang="en-ID"/>
              <a:t>, dan </a:t>
            </a:r>
            <a:r>
              <a:rPr lang="en-ID" err="1"/>
              <a:t>disarankan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,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5173B-3476-7FAF-81DC-D440C20A81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22AB5-6D0B-8FC4-50F4-908C8AF9C78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2A8E94-18B9-5545-878B-F0C7C28F5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79DD77-4CE9-89AC-1A6B-4113D24C3C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5F7A58-0FFA-2D2B-E3E6-73C64A19DE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/>
          <a:lstStyle/>
          <a:p>
            <a:pPr algn="l"/>
            <a:r>
              <a:rPr lang="en-ID"/>
              <a:t>PIN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E882E37-FE0F-B1CD-B387-48FA382C8BEA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D6896A4A-C9BD-C310-D3EB-EDAF87360DCA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Kode OTP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73C0C81-FAC6-1139-5F39-E279FB53A79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Passphrase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D2E3760-E84E-59CB-AB2E-1A8AC028DF2D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Username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A03A40-9F2A-682D-6424-A02E8CDD1A34}"/>
              </a:ext>
            </a:extLst>
          </p:cNvPr>
          <p:cNvSpPr/>
          <p:nvPr/>
        </p:nvSpPr>
        <p:spPr>
          <a:xfrm>
            <a:off x="1243760" y="5135994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07239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6C64E-6721-21B1-1311-2096D0736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210C8D2-A527-CC91-5A4E-2409DDB828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Banyak </a:t>
            </a:r>
            <a:r>
              <a:rPr lang="en-ID" err="1"/>
              <a:t>petugas</a:t>
            </a:r>
            <a:r>
              <a:rPr lang="en-ID"/>
              <a:t> </a:t>
            </a:r>
            <a:r>
              <a:rPr lang="en-ID" err="1"/>
              <a:t>menganggap</a:t>
            </a:r>
            <a:r>
              <a:rPr lang="en-ID"/>
              <a:t> </a:t>
            </a:r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cukup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mengamankan</a:t>
            </a:r>
            <a:r>
              <a:rPr lang="en-ID"/>
              <a:t> KDO. </a:t>
            </a:r>
            <a:r>
              <a:rPr lang="en-ID" err="1"/>
              <a:t>Mengapa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86634-3715-8DA3-7884-C3687E402E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CDDF0B-6562-F18D-D36D-F138D2A846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6A282E-A636-896B-E650-80DA423A3F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00EC2E-7D69-4126-5407-A0EDC70E18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F6E0C7-4D86-7486-F9F8-044B3E2E942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 fontScale="92500"/>
          </a:bodyPr>
          <a:lstStyle/>
          <a:p>
            <a:pPr algn="l"/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terbiasa</a:t>
            </a:r>
            <a:r>
              <a:rPr lang="en-ID"/>
              <a:t> dan </a:t>
            </a:r>
            <a:r>
              <a:rPr lang="en-ID" err="1"/>
              <a:t>merasa</a:t>
            </a:r>
            <a:r>
              <a:rPr lang="en-ID"/>
              <a:t>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standar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8E3CACC-8828-012D-4CA2-C3FD0665633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1F8434-CD53-1EB7-E741-4C549027AD97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Aturan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mewajibkan</a:t>
            </a:r>
            <a:r>
              <a:rPr lang="en-ID"/>
              <a:t> </a:t>
            </a:r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B7212DE-BCCE-5552-11D9-7DEADBB27DA4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bisa</a:t>
            </a:r>
            <a:r>
              <a:rPr lang="en-ID"/>
              <a:t> </a:t>
            </a:r>
            <a:r>
              <a:rPr lang="en-ID" err="1"/>
              <a:t>dirusak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4306A5E-171B-6BD4-8380-F369C84A02B2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KDO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pernah</a:t>
            </a:r>
            <a:r>
              <a:rPr lang="en-ID"/>
              <a:t> </a:t>
            </a:r>
            <a:r>
              <a:rPr lang="en-ID" err="1"/>
              <a:t>dicuri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381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078A0-6298-D385-E9C3-9B661E82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823FE68-8DB3-E998-BE99-4F5C8A635B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Banyak </a:t>
            </a:r>
            <a:r>
              <a:rPr lang="en-ID" err="1"/>
              <a:t>petugas</a:t>
            </a:r>
            <a:r>
              <a:rPr lang="en-ID"/>
              <a:t> </a:t>
            </a:r>
            <a:r>
              <a:rPr lang="en-ID" err="1"/>
              <a:t>menganggap</a:t>
            </a:r>
            <a:r>
              <a:rPr lang="en-ID"/>
              <a:t> </a:t>
            </a:r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r>
              <a:rPr lang="en-ID"/>
              <a:t>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cukup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mengamankan</a:t>
            </a:r>
            <a:r>
              <a:rPr lang="en-ID"/>
              <a:t> KDO. </a:t>
            </a:r>
            <a:r>
              <a:rPr lang="en-ID" err="1"/>
              <a:t>Mengapa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DD36D-80B4-D6BB-23E2-C39ED237D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1F070-1968-EC8E-0DE7-B3A3A81CBD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4E80BB-3D3B-4E15-7883-C521510B2B0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8DC50A-1672-EBC2-4B5B-387EBCFCF2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D414BE-3992-170A-0078-CEFD76C5BD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 fontScale="92500"/>
          </a:bodyPr>
          <a:lstStyle/>
          <a:p>
            <a:pPr algn="l"/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terbiasa</a:t>
            </a:r>
            <a:r>
              <a:rPr lang="en-ID"/>
              <a:t> dan </a:t>
            </a:r>
            <a:r>
              <a:rPr lang="en-ID" err="1"/>
              <a:t>merasa</a:t>
            </a:r>
            <a:r>
              <a:rPr lang="en-ID"/>
              <a:t> </a:t>
            </a:r>
            <a:r>
              <a:rPr lang="en-ID" err="1"/>
              <a:t>itu</a:t>
            </a:r>
            <a:r>
              <a:rPr lang="en-ID"/>
              <a:t> </a:t>
            </a:r>
            <a:r>
              <a:rPr lang="en-ID" err="1"/>
              <a:t>standar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8382000F-BDDC-2C01-E2E8-63E425187635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7B050FC-19C8-C867-01CA-7E33A78F8E99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Aturan</a:t>
            </a:r>
            <a:r>
              <a:rPr lang="en-ID"/>
              <a:t> </a:t>
            </a:r>
            <a:r>
              <a:rPr lang="en-ID" err="1"/>
              <a:t>hanya</a:t>
            </a:r>
            <a:r>
              <a:rPr lang="en-ID"/>
              <a:t> </a:t>
            </a:r>
            <a:r>
              <a:rPr lang="en-ID" err="1"/>
              <a:t>mewajibkan</a:t>
            </a:r>
            <a:r>
              <a:rPr lang="en-ID"/>
              <a:t> </a:t>
            </a:r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64D7B4-CD4A-05BE-D117-5E4D7B9C69F1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Kunci</a:t>
            </a:r>
            <a:r>
              <a:rPr lang="en-ID"/>
              <a:t> </a:t>
            </a:r>
            <a:r>
              <a:rPr lang="en-ID" err="1"/>
              <a:t>stang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bisa</a:t>
            </a:r>
            <a:r>
              <a:rPr lang="en-ID"/>
              <a:t> </a:t>
            </a:r>
            <a:r>
              <a:rPr lang="en-ID" err="1"/>
              <a:t>dirusak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7798D1A-3F66-EB9F-1EEA-13A5B93D1B5E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KDO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pernah</a:t>
            </a:r>
            <a:r>
              <a:rPr lang="en-ID"/>
              <a:t> </a:t>
            </a:r>
            <a:r>
              <a:rPr lang="en-ID" err="1"/>
              <a:t>dicuri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90DAB-F32A-33A3-83B0-8793EF6B42B2}"/>
              </a:ext>
            </a:extLst>
          </p:cNvPr>
          <p:cNvSpPr/>
          <p:nvPr/>
        </p:nvSpPr>
        <p:spPr>
          <a:xfrm>
            <a:off x="6316162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13002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AF4EE-B9E1-6599-BB86-325A9C61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F06506E-B209-A2D7-CE48-83D2DAA1F5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Tindakan </a:t>
            </a:r>
            <a:r>
              <a:rPr lang="en-ID" err="1"/>
              <a:t>kecurangan</a:t>
            </a:r>
            <a:r>
              <a:rPr lang="en-ID"/>
              <a:t> yang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oknum</a:t>
            </a:r>
            <a:r>
              <a:rPr lang="en-ID"/>
              <a:t> di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organisasi</a:t>
            </a:r>
            <a:r>
              <a:rPr lang="en-ID"/>
              <a:t> demi </a:t>
            </a:r>
            <a:r>
              <a:rPr lang="en-ID" err="1"/>
              <a:t>keuntungan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87280-A033-1E50-8134-DC1C1A7831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BA14B-AEA1-F46F-2EC3-AB5B0A631BB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DD5AEF-55BF-D451-02E1-719CB97AFB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C2BEAE-8542-BBE6-B6E5-30362ED661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B79815-BC4A-250D-49B3-846293C7D76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 err="1"/>
              <a:t>Rekonsiliasi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5E88916-E05F-C29E-36CF-EEAF9600BBED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47F5C37-4625-FFCD-FF0D-CC47C2F6BCBA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368FD45-784D-1705-5FEB-A8A8EDA35C01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Phishing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E1104B4-1C7C-5D9F-D4BF-3358BAB66218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Tailgating</a:t>
            </a:r>
          </a:p>
        </p:txBody>
      </p:sp>
    </p:spTree>
    <p:extLst>
      <p:ext uri="{BB962C8B-B14F-4D97-AF65-F5344CB8AC3E}">
        <p14:creationId xmlns:p14="http://schemas.microsoft.com/office/powerpoint/2010/main" val="4282742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7AF66-73E8-4A5F-E85C-14F504F3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DEC3F00-1FAE-3E99-EBA6-94FE4B56B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Tindakan </a:t>
            </a:r>
            <a:r>
              <a:rPr lang="en-ID" err="1"/>
              <a:t>kecurangan</a:t>
            </a:r>
            <a:r>
              <a:rPr lang="en-ID"/>
              <a:t> yang </a:t>
            </a:r>
            <a:r>
              <a:rPr lang="en-ID" err="1"/>
              <a:t>sengaja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 </a:t>
            </a:r>
            <a:r>
              <a:rPr lang="en-ID" err="1"/>
              <a:t>oknum</a:t>
            </a:r>
            <a:r>
              <a:rPr lang="en-ID"/>
              <a:t> di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organisasi</a:t>
            </a:r>
            <a:r>
              <a:rPr lang="en-ID"/>
              <a:t> demi </a:t>
            </a:r>
            <a:r>
              <a:rPr lang="en-ID" err="1"/>
              <a:t>keuntungan</a:t>
            </a:r>
            <a:r>
              <a:rPr lang="en-ID"/>
              <a:t> </a:t>
            </a:r>
            <a:r>
              <a:rPr lang="en-ID" err="1"/>
              <a:t>pribadi</a:t>
            </a:r>
            <a:r>
              <a:rPr lang="en-ID"/>
              <a:t>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7A2B9-E097-200B-254D-3B276AC154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97E01-7B60-F23B-83F0-6021E388C3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0F5C1B-4EC9-FFAE-146A-88406B54249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F106CA-3372-746C-F989-2B82E81EC2B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E8BD7AF-9137-7D71-8AFD-8AD244971E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 err="1"/>
              <a:t>Rekonsiliasi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53E687C-FE04-8314-8EA8-007FC950064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1EB4EE8-154F-B697-476A-5DDFEBBB1FC7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Fraud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13EFEB9-20BA-23E8-2CDF-FBDA5F0973DD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Phishing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875B8D2-5016-503B-BDBA-2853D987873B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Tailgating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A83F9-B04F-EDC6-2372-CB416A2E4706}"/>
              </a:ext>
            </a:extLst>
          </p:cNvPr>
          <p:cNvSpPr/>
          <p:nvPr/>
        </p:nvSpPr>
        <p:spPr>
          <a:xfrm>
            <a:off x="1169481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240073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6346-CB5E-986E-B912-153DB268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EB1308C-FA37-A88B-644C-5442C3DC1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Tim </a:t>
            </a:r>
            <a:r>
              <a:rPr lang="en-ID" err="1"/>
              <a:t>masih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 internal yang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. Risiko yang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D87F77-4800-EAE8-5F27-58CAF8534A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4A4A-7A26-490C-A344-8468BD0130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6A5D89-D761-6112-44FF-0204C452AFA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A1AB09-15C6-1942-2242-E2B92D190B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FCD682-AF88-8CF5-3EE5-C68F87BF53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/>
              <a:t>Tidak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dampak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F4F62201-25FE-753A-B525-6884196C0329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DB365B1-23D2-F14A-24E7-DD2866E745F6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Proses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cepat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6A62EC34-85A3-6ECC-4E46-2DDD8BEBE72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Pekerjaan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 dan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besar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A131346-2722-80E3-FC06-242013BFEF77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otomatis</a:t>
            </a:r>
            <a:r>
              <a:rPr lang="en-ID"/>
              <a:t> </a:t>
            </a:r>
            <a:r>
              <a:rPr lang="en-ID" err="1"/>
              <a:t>hilang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13880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32C5-0E90-853E-29C3-1DDF0FA1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00699DC-42BF-D94E-51D8-E29D560EFF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/>
              <a:t>Tim </a:t>
            </a:r>
            <a:r>
              <a:rPr lang="en-ID" err="1"/>
              <a:t>masih</a:t>
            </a:r>
            <a:r>
              <a:rPr lang="en-ID"/>
              <a:t> </a:t>
            </a:r>
            <a:r>
              <a:rPr lang="en-ID" err="1"/>
              <a:t>memakai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 internal yang </a:t>
            </a:r>
            <a:r>
              <a:rPr lang="en-ID" err="1"/>
              <a:t>sudah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berlaku</a:t>
            </a:r>
            <a:r>
              <a:rPr lang="en-ID"/>
              <a:t>. Risiko yang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terjadi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7BDF0-FA70-08BF-C78C-22E3618749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D85CD-77BC-F43E-20A0-7376AA1633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D4F15F-0800-705C-F35F-FEAECD9E0A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1B91BE6-FE56-E2CA-36C1-B1006B1C1A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E8DBF38-836D-7DF9-C716-A487B578B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759161" y="5739733"/>
            <a:ext cx="3966242" cy="523220"/>
          </a:xfrm>
        </p:spPr>
        <p:txBody>
          <a:bodyPr>
            <a:normAutofit/>
          </a:bodyPr>
          <a:lstStyle/>
          <a:p>
            <a:pPr algn="l"/>
            <a:r>
              <a:rPr lang="en-ID"/>
              <a:t>Tidak </a:t>
            </a:r>
            <a:r>
              <a:rPr lang="en-ID" err="1"/>
              <a:t>ada</a:t>
            </a:r>
            <a:r>
              <a:rPr lang="en-ID"/>
              <a:t> </a:t>
            </a:r>
            <a:r>
              <a:rPr lang="en-ID" err="1"/>
              <a:t>dampak</a:t>
            </a:r>
            <a:r>
              <a:rPr lang="en-ID"/>
              <a:t> </a:t>
            </a:r>
            <a:r>
              <a:rPr lang="en-ID" err="1"/>
              <a:t>apa</a:t>
            </a:r>
            <a:r>
              <a:rPr lang="en-ID"/>
              <a:t> pun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60190EB-17E1-2166-4549-8FAD4FFA0630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90FB2EE-E304-AE1D-65AA-B2D851A8723C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Proses </a:t>
            </a:r>
            <a:r>
              <a:rPr lang="en-ID" err="1"/>
              <a:t>kerja</a:t>
            </a:r>
            <a:r>
              <a:rPr lang="en-ID"/>
              <a:t> </a:t>
            </a:r>
            <a:r>
              <a:rPr lang="en-ID" err="1"/>
              <a:t>menjadi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cepat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DAEA94-5AC3-D649-55A6-BF1EE8B61DD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Pekerjaan</a:t>
            </a:r>
            <a:r>
              <a:rPr lang="en-ID"/>
              <a:t> </a:t>
            </a:r>
            <a:r>
              <a:rPr lang="en-ID" err="1"/>
              <a:t>tidak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ketentuan</a:t>
            </a:r>
            <a:r>
              <a:rPr lang="en-ID"/>
              <a:t> dan </a:t>
            </a:r>
            <a:r>
              <a:rPr lang="en-ID" err="1"/>
              <a:t>berpotensi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lebih</a:t>
            </a:r>
            <a:r>
              <a:rPr lang="en-ID"/>
              <a:t> </a:t>
            </a:r>
            <a:r>
              <a:rPr lang="en-ID" err="1"/>
              <a:t>besar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8A3E7C2-D07B-1BA6-3959-CEFEF2A82F6E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Risiko </a:t>
            </a:r>
            <a:r>
              <a:rPr lang="en-ID" err="1"/>
              <a:t>otomatis</a:t>
            </a:r>
            <a:r>
              <a:rPr lang="en-ID"/>
              <a:t> </a:t>
            </a:r>
            <a:r>
              <a:rPr lang="en-ID" err="1"/>
              <a:t>hilang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A3FB82-8B68-2BB8-5520-1671A2164CAD}"/>
              </a:ext>
            </a:extLst>
          </p:cNvPr>
          <p:cNvSpPr/>
          <p:nvPr/>
        </p:nvSpPr>
        <p:spPr>
          <a:xfrm>
            <a:off x="1243760" y="5133015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3586145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E348-EFE1-25B9-C361-FA34ABB2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F970B38-B2F7-0E33-FA16-3EA9E6781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mengirim</a:t>
            </a:r>
            <a:r>
              <a:rPr lang="en-ID"/>
              <a:t> email </a:t>
            </a:r>
            <a:r>
              <a:rPr lang="en-ID" err="1"/>
              <a:t>berisi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sensitif</a:t>
            </a:r>
            <a:r>
              <a:rPr lang="en-ID"/>
              <a:t>,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86DD5-3027-6C46-ED05-781CC0BC1B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8DAC3-F2D4-6647-A9C7-A118057003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B45F51-C1F2-FD2D-3935-0FE59A33D87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BBCA139-C381-06A5-580E-01FC66D4EEB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E880AB2-81C2-C34C-2879-963CA4F14AF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9A11139-CCA6-3066-6DA3-25CFA4D422EA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menekan</a:t>
            </a:r>
            <a:r>
              <a:rPr lang="en-ID"/>
              <a:t> “reply all”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225022A-A61D-68CD-25E2-B4B7C0E9341E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Memeriksa</a:t>
            </a:r>
            <a:r>
              <a:rPr lang="en-ID"/>
              <a:t> </a:t>
            </a:r>
            <a:r>
              <a:rPr lang="en-ID" err="1"/>
              <a:t>ulang</a:t>
            </a:r>
            <a:r>
              <a:rPr lang="en-ID"/>
              <a:t> daftar </a:t>
            </a:r>
            <a:r>
              <a:rPr lang="en-ID" err="1"/>
              <a:t>penerima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A2EB6E5-DD91-0B3D-34BC-39F05F6F016D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Mengirim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agar </a:t>
            </a:r>
            <a:r>
              <a:rPr lang="en-ID" err="1"/>
              <a:t>aman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FE749B-9F0D-8FD7-F3B6-B9C7F4B2D6AC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Menambah</a:t>
            </a:r>
            <a:r>
              <a:rPr lang="en-ID"/>
              <a:t> </a:t>
            </a:r>
            <a:r>
              <a:rPr lang="en-ID" err="1"/>
              <a:t>penerima</a:t>
            </a:r>
            <a:r>
              <a:rPr lang="en-ID"/>
              <a:t> </a:t>
            </a:r>
            <a:r>
              <a:rPr lang="en-ID" err="1"/>
              <a:t>tambahan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tembusan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9411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33CF-E776-013C-A1B1-FF1622F3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A210B47-1B10-9DBA-50B7-3BCB4D730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Sebelum</a:t>
            </a:r>
            <a:r>
              <a:rPr lang="en-ID"/>
              <a:t> </a:t>
            </a:r>
            <a:r>
              <a:rPr lang="en-ID" err="1"/>
              <a:t>mengirim</a:t>
            </a:r>
            <a:r>
              <a:rPr lang="en-ID"/>
              <a:t> email </a:t>
            </a:r>
            <a:r>
              <a:rPr lang="en-ID" err="1"/>
              <a:t>berisi</a:t>
            </a:r>
            <a:r>
              <a:rPr lang="en-ID"/>
              <a:t> </a:t>
            </a:r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sensitif</a:t>
            </a:r>
            <a:r>
              <a:rPr lang="en-ID"/>
              <a:t>, </a:t>
            </a:r>
            <a:r>
              <a:rPr lang="en-ID" err="1"/>
              <a:t>apa</a:t>
            </a:r>
            <a:r>
              <a:rPr lang="en-ID"/>
              <a:t> yang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dilakukan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8FE74-086C-E495-21D1-3EBE99B9DC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9E26D2-5744-FC5C-0B10-2945F1D6FC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A897100-C646-5788-490B-4D52E0EBD5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836DBA-D80D-451D-2FD9-C2CB32AC2B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E0634F9-AE3D-9326-44B0-DA5EB8FBE2A4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66752D34-2DAD-DFA0-3D13-695F4F935FFF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Langsung</a:t>
            </a:r>
            <a:r>
              <a:rPr lang="en-ID"/>
              <a:t> </a:t>
            </a:r>
            <a:r>
              <a:rPr lang="en-ID" err="1"/>
              <a:t>menekan</a:t>
            </a:r>
            <a:r>
              <a:rPr lang="en-ID"/>
              <a:t> “reply all”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B959A54E-07E9-6E54-359A-F2E023867486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Memeriksa</a:t>
            </a:r>
            <a:r>
              <a:rPr lang="en-ID"/>
              <a:t> </a:t>
            </a:r>
            <a:r>
              <a:rPr lang="en-ID" err="1"/>
              <a:t>ulang</a:t>
            </a:r>
            <a:r>
              <a:rPr lang="en-ID"/>
              <a:t> daftar </a:t>
            </a:r>
            <a:r>
              <a:rPr lang="en-ID" err="1"/>
              <a:t>penerima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BABA05-3AF6-18B9-CDC7-AE35FDF5B70F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Mengirim</a:t>
            </a:r>
            <a:r>
              <a:rPr lang="en-ID"/>
              <a:t> </a:t>
            </a:r>
            <a:r>
              <a:rPr lang="en-ID" err="1"/>
              <a:t>ke</a:t>
            </a:r>
            <a:r>
              <a:rPr lang="en-ID"/>
              <a:t> </a:t>
            </a:r>
            <a:r>
              <a:rPr lang="en-ID" err="1"/>
              <a:t>seluruh</a:t>
            </a:r>
            <a:r>
              <a:rPr lang="en-ID"/>
              <a:t> </a:t>
            </a:r>
            <a:r>
              <a:rPr lang="en-ID" err="1"/>
              <a:t>tim</a:t>
            </a:r>
            <a:r>
              <a:rPr lang="en-ID"/>
              <a:t> agar </a:t>
            </a:r>
            <a:r>
              <a:rPr lang="en-ID" err="1"/>
              <a:t>aman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51CD80-A8B7-573D-D26C-BAE4F2DDDDC2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Menambah</a:t>
            </a:r>
            <a:r>
              <a:rPr lang="en-ID"/>
              <a:t> </a:t>
            </a:r>
            <a:r>
              <a:rPr lang="en-ID" err="1"/>
              <a:t>penerima</a:t>
            </a:r>
            <a:r>
              <a:rPr lang="en-ID"/>
              <a:t> </a:t>
            </a:r>
            <a:r>
              <a:rPr lang="en-ID" err="1"/>
              <a:t>tambahan</a:t>
            </a:r>
            <a:r>
              <a:rPr lang="en-ID"/>
              <a:t> </a:t>
            </a:r>
            <a:r>
              <a:rPr lang="en-ID" err="1"/>
              <a:t>sebagai</a:t>
            </a:r>
            <a:r>
              <a:rPr lang="en-ID"/>
              <a:t> </a:t>
            </a:r>
            <a:r>
              <a:rPr lang="en-ID" err="1"/>
              <a:t>tembusan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F2849B-39B7-9CEA-0C22-F85A3FA6FFCE}"/>
              </a:ext>
            </a:extLst>
          </p:cNvPr>
          <p:cNvSpPr/>
          <p:nvPr/>
        </p:nvSpPr>
        <p:spPr>
          <a:xfrm>
            <a:off x="1243760" y="5148289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48039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86476-E601-B10B-5C70-2197BD82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890887F-056F-A2B6-B390-276C05DCD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err="1"/>
              <a:t>Mengecek</a:t>
            </a:r>
            <a:r>
              <a:rPr lang="en-ID"/>
              <a:t> </a:t>
            </a:r>
            <a:r>
              <a:rPr lang="en-ID" err="1"/>
              <a:t>ulang</a:t>
            </a:r>
            <a:r>
              <a:rPr lang="en-ID"/>
              <a:t> data </a:t>
            </a:r>
            <a:r>
              <a:rPr lang="en-ID" err="1"/>
              <a:t>sebelum</a:t>
            </a:r>
            <a:r>
              <a:rPr lang="en-ID"/>
              <a:t> submit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bagian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16AE7-4BC8-42DF-960F-5BF0508B6C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23E92-DD96-3B55-4D82-1688373A1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7F51C5-D507-7806-DC04-5B0EC2C87C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4541CF-51D8-1F42-C987-330C99EB55A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BC8C80A-25A7-39E0-CF81-D1B85F93F1C9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E20E901F-336E-1B4E-760A-77E8B6FD9182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Tugas</a:t>
            </a:r>
            <a:r>
              <a:rPr lang="en-ID"/>
              <a:t> </a:t>
            </a:r>
            <a:r>
              <a:rPr lang="en-ID" err="1"/>
              <a:t>atasan</a:t>
            </a:r>
            <a:r>
              <a:rPr lang="en-ID"/>
              <a:t> </a:t>
            </a:r>
            <a:r>
              <a:rPr lang="en-ID" err="1"/>
              <a:t>saja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1AF2D54-623B-0D5A-AE6A-73D9516AA7B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Pemborosan</a:t>
            </a:r>
            <a:r>
              <a:rPr lang="en-ID"/>
              <a:t> </a:t>
            </a:r>
            <a:r>
              <a:rPr lang="en-ID" err="1"/>
              <a:t>waktu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31C59B71-D941-A457-9AE0-7D0CD4AFD918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Pilihan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keinginan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90A345-B2F1-838C-1A61-0F61FFC5F6FD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Mitigasi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salah input</a:t>
            </a:r>
          </a:p>
        </p:txBody>
      </p:sp>
    </p:spTree>
    <p:extLst>
      <p:ext uri="{BB962C8B-B14F-4D97-AF65-F5344CB8AC3E}">
        <p14:creationId xmlns:p14="http://schemas.microsoft.com/office/powerpoint/2010/main" val="1151729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A7375-A50E-D3A9-2489-57173E5AA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D33E592-5DE9-474B-8088-C1B934CC7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err="1"/>
              <a:t>Mengecek</a:t>
            </a:r>
            <a:r>
              <a:rPr lang="en-ID"/>
              <a:t> </a:t>
            </a:r>
            <a:r>
              <a:rPr lang="en-ID" err="1"/>
              <a:t>ulang</a:t>
            </a:r>
            <a:r>
              <a:rPr lang="en-ID"/>
              <a:t> data </a:t>
            </a:r>
            <a:r>
              <a:rPr lang="en-ID" err="1"/>
              <a:t>sebelum</a:t>
            </a:r>
            <a:r>
              <a:rPr lang="en-ID"/>
              <a:t> submit </a:t>
            </a:r>
            <a:r>
              <a:rPr lang="en-ID" err="1"/>
              <a:t>termasuk</a:t>
            </a:r>
            <a:r>
              <a:rPr lang="en-ID"/>
              <a:t> </a:t>
            </a:r>
            <a:r>
              <a:rPr lang="en-ID" err="1"/>
              <a:t>bagian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3C4B5-AED3-359E-77DB-B6A75ED95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0889AF-1050-9C2B-D9AF-ED536A6B0A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0C64BB-100A-D544-385C-C25180E28D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70139D-BBCC-BBC0-1FC3-4834E5274B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46CF120-D577-1EB7-D4FD-BBBA4D5C4C36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B1B3BB94-CC7E-E29E-5C6E-EC3F7BB5D3C2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Tugas</a:t>
            </a:r>
            <a:r>
              <a:rPr lang="en-ID"/>
              <a:t> </a:t>
            </a:r>
            <a:r>
              <a:rPr lang="en-ID" err="1"/>
              <a:t>atasan</a:t>
            </a:r>
            <a:r>
              <a:rPr lang="en-ID"/>
              <a:t> </a:t>
            </a:r>
            <a:r>
              <a:rPr lang="en-ID" err="1"/>
              <a:t>saja</a:t>
            </a:r>
            <a:endParaRPr lang="en-ID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BA77741-F807-3E60-7200-C0E14E6CE02E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Pemborosan</a:t>
            </a:r>
            <a:r>
              <a:rPr lang="en-ID"/>
              <a:t> </a:t>
            </a:r>
            <a:r>
              <a:rPr lang="en-ID" err="1"/>
              <a:t>waktu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EB266B5-1FF7-2618-BF88-ADA19DFA8CEB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Pilihan</a:t>
            </a:r>
            <a:r>
              <a:rPr lang="en-ID"/>
              <a:t> </a:t>
            </a:r>
            <a:r>
              <a:rPr lang="en-ID" err="1"/>
              <a:t>sesuai</a:t>
            </a:r>
            <a:r>
              <a:rPr lang="en-ID"/>
              <a:t> </a:t>
            </a:r>
            <a:r>
              <a:rPr lang="en-ID" err="1"/>
              <a:t>keinginan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37CDCD-96AA-D570-E71D-0E1571292AFA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Mitigasi</a:t>
            </a:r>
            <a:r>
              <a:rPr lang="en-ID"/>
              <a:t> </a:t>
            </a:r>
            <a:r>
              <a:rPr lang="en-ID" err="1"/>
              <a:t>risiko</a:t>
            </a:r>
            <a:r>
              <a:rPr lang="en-ID"/>
              <a:t> salah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52FDF1-D0D1-134B-4E84-468E13D2AF9C}"/>
              </a:ext>
            </a:extLst>
          </p:cNvPr>
          <p:cNvSpPr/>
          <p:nvPr/>
        </p:nvSpPr>
        <p:spPr>
          <a:xfrm>
            <a:off x="6316162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01015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AD5C0-AFB0-C2F0-5085-998FAF13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614F24F-8F88-7FEC-2071-8D87905CDA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Apa </a:t>
            </a:r>
            <a:r>
              <a:rPr lang="en-ID" err="1"/>
              <a:t>tujuan</a:t>
            </a:r>
            <a:r>
              <a:rPr lang="en-ID"/>
              <a:t> </a:t>
            </a:r>
            <a:r>
              <a:rPr lang="en-ID" err="1"/>
              <a:t>utama</a:t>
            </a:r>
            <a:r>
              <a:rPr lang="en-ID"/>
              <a:t> </a:t>
            </a:r>
            <a:r>
              <a:rPr lang="en-ID" err="1"/>
              <a:t>adanya</a:t>
            </a:r>
            <a:r>
              <a:rPr lang="en-ID"/>
              <a:t> SOP di </a:t>
            </a:r>
            <a:r>
              <a:rPr lang="en-ID" err="1"/>
              <a:t>lingkungan</a:t>
            </a:r>
            <a:r>
              <a:rPr lang="en-ID"/>
              <a:t> </a:t>
            </a:r>
            <a:r>
              <a:rPr lang="en-ID" err="1"/>
              <a:t>perbankan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97D65-2940-7710-EA75-E385B91E9A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9A77D-E720-07BB-A387-6D9ED3D17F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B84F38C-6548-62A6-D6F0-98A2B27E8D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4F44A6-297F-0F13-FD28-CA63A9EBBB1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417779A-DFCC-9AC6-5431-75D9EA84C1B5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E7BCDDB-92EE-44FC-90E7-8407E1696B93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Memperlambat</a:t>
            </a:r>
            <a:r>
              <a:rPr lang="en-ID"/>
              <a:t> </a:t>
            </a:r>
            <a:r>
              <a:rPr lang="en-ID" err="1"/>
              <a:t>pelayanan</a:t>
            </a:r>
            <a:r>
              <a:rPr lang="en-ID"/>
              <a:t> agar </a:t>
            </a:r>
            <a:r>
              <a:rPr lang="en-ID" err="1"/>
              <a:t>terlihat</a:t>
            </a:r>
            <a:r>
              <a:rPr lang="en-ID"/>
              <a:t> formal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6640E2-FB2F-6B25-48EC-B16F8ACF948C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Membatasi</a:t>
            </a:r>
            <a:r>
              <a:rPr lang="en-ID"/>
              <a:t> </a:t>
            </a:r>
            <a:r>
              <a:rPr lang="en-ID" err="1"/>
              <a:t>kreativitas</a:t>
            </a:r>
            <a:r>
              <a:rPr lang="en-ID"/>
              <a:t> </a:t>
            </a:r>
            <a:r>
              <a:rPr lang="en-ID" err="1"/>
              <a:t>karyawan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9F9590A-5220-48DE-D79F-C85D6433AADA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Menambah</a:t>
            </a:r>
            <a:r>
              <a:rPr lang="en-ID"/>
              <a:t> </a:t>
            </a:r>
            <a:r>
              <a:rPr lang="en-ID" err="1"/>
              <a:t>tumpukan</a:t>
            </a:r>
            <a:r>
              <a:rPr lang="en-ID"/>
              <a:t> </a:t>
            </a:r>
            <a:r>
              <a:rPr lang="en-ID" err="1"/>
              <a:t>berkas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B3CBB9-3C41-452C-153D-794CB88047A6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Agar </a:t>
            </a:r>
            <a:r>
              <a:rPr lang="en-ID" err="1"/>
              <a:t>pekerjaan</a:t>
            </a:r>
            <a:r>
              <a:rPr lang="en-ID"/>
              <a:t> </a:t>
            </a:r>
            <a:r>
              <a:rPr lang="en-ID" err="1"/>
              <a:t>konsisten</a:t>
            </a:r>
            <a:r>
              <a:rPr lang="en-ID"/>
              <a:t> dan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berkurang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0303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C7BF5-012B-124F-8D58-EEC9B4E7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E009030-06F7-676C-DE2A-7F15A351A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/>
              <a:t>Apa </a:t>
            </a:r>
            <a:r>
              <a:rPr lang="en-ID" err="1"/>
              <a:t>tujuan</a:t>
            </a:r>
            <a:r>
              <a:rPr lang="en-ID"/>
              <a:t> </a:t>
            </a:r>
            <a:r>
              <a:rPr lang="en-ID" err="1"/>
              <a:t>utama</a:t>
            </a:r>
            <a:r>
              <a:rPr lang="en-ID"/>
              <a:t> </a:t>
            </a:r>
            <a:r>
              <a:rPr lang="en-ID" err="1"/>
              <a:t>adanya</a:t>
            </a:r>
            <a:r>
              <a:rPr lang="en-ID"/>
              <a:t> SOP di </a:t>
            </a:r>
            <a:r>
              <a:rPr lang="en-ID" err="1"/>
              <a:t>lingkungan</a:t>
            </a:r>
            <a:r>
              <a:rPr lang="en-ID"/>
              <a:t> </a:t>
            </a:r>
            <a:r>
              <a:rPr lang="en-ID" err="1"/>
              <a:t>perbankan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44CF9-EBB9-DB01-660C-B1E46E0957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E3BEE-FD3D-22B0-1204-B84D88C42A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4FF2249-19A2-65FE-25D3-A774CEC6F83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C65BA6-D619-7832-7E2A-2772C7A1335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B0293F9-174E-FAB9-8EE6-F8CB2B29911F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9883C72-F0D4-9FDE-312D-BE8E50D11771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Memperlambat</a:t>
            </a:r>
            <a:r>
              <a:rPr lang="en-ID"/>
              <a:t> </a:t>
            </a:r>
            <a:r>
              <a:rPr lang="en-ID" err="1"/>
              <a:t>pelayanan</a:t>
            </a:r>
            <a:r>
              <a:rPr lang="en-ID"/>
              <a:t> agar </a:t>
            </a:r>
            <a:r>
              <a:rPr lang="en-ID" err="1"/>
              <a:t>terlihat</a:t>
            </a:r>
            <a:r>
              <a:rPr lang="en-ID"/>
              <a:t> formal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FFCAEE8-57DF-E386-C245-47C06A3C3362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Membatasi</a:t>
            </a:r>
            <a:r>
              <a:rPr lang="en-ID"/>
              <a:t> </a:t>
            </a:r>
            <a:r>
              <a:rPr lang="en-ID" err="1"/>
              <a:t>kreativitas</a:t>
            </a:r>
            <a:r>
              <a:rPr lang="en-ID"/>
              <a:t> </a:t>
            </a:r>
            <a:r>
              <a:rPr lang="en-ID" err="1"/>
              <a:t>karyawan</a:t>
            </a:r>
            <a:endParaRPr lang="en-ID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1EB1F28-E7F8-6DC8-DF4D-5D90C0CECE02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 err="1"/>
              <a:t>Menambah</a:t>
            </a:r>
            <a:r>
              <a:rPr lang="en-ID"/>
              <a:t> </a:t>
            </a:r>
            <a:r>
              <a:rPr lang="en-ID" err="1"/>
              <a:t>tumpukan</a:t>
            </a:r>
            <a:r>
              <a:rPr lang="en-ID"/>
              <a:t> </a:t>
            </a:r>
            <a:r>
              <a:rPr lang="en-ID" err="1"/>
              <a:t>berkas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4AAD57-9062-3CF4-E100-28DCEEAD9C68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Agar </a:t>
            </a:r>
            <a:r>
              <a:rPr lang="en-ID" err="1"/>
              <a:t>pekerjaan</a:t>
            </a:r>
            <a:r>
              <a:rPr lang="en-ID"/>
              <a:t> </a:t>
            </a:r>
            <a:r>
              <a:rPr lang="en-ID" err="1"/>
              <a:t>konsisten</a:t>
            </a:r>
            <a:r>
              <a:rPr lang="en-ID"/>
              <a:t> dan </a:t>
            </a:r>
            <a:r>
              <a:rPr lang="en-ID" err="1"/>
              <a:t>risiko</a:t>
            </a:r>
            <a:r>
              <a:rPr lang="en-ID"/>
              <a:t> </a:t>
            </a:r>
            <a:r>
              <a:rPr lang="en-ID" err="1"/>
              <a:t>kesalahan</a:t>
            </a:r>
            <a:r>
              <a:rPr lang="en-ID"/>
              <a:t> </a:t>
            </a:r>
            <a:r>
              <a:rPr lang="en-ID" err="1"/>
              <a:t>berkurang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3BC32-5D4F-9F0E-6413-0123F87D21C4}"/>
              </a:ext>
            </a:extLst>
          </p:cNvPr>
          <p:cNvSpPr/>
          <p:nvPr/>
        </p:nvSpPr>
        <p:spPr>
          <a:xfrm>
            <a:off x="6316162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64314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20067-0393-4FC6-E658-AF1FDE2D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A49386E-1309-ACD4-9EC2-29E236461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err="1"/>
              <a:t>Berapa</a:t>
            </a:r>
            <a:r>
              <a:rPr lang="en-ID"/>
              <a:t> </a:t>
            </a:r>
            <a:r>
              <a:rPr lang="en-ID" err="1"/>
              <a:t>hasil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15 × 4?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77A71-E317-5A18-00A4-38C2891F8F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828B3F-6E0A-0F28-F260-730B31EFC66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59A5A-7CD3-640E-4E09-8CB1AF92F7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351B1B-9FA6-E69C-BC7C-F3A2A61380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5014CA2-BBB1-EA81-B391-EE8BFE8C5B7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C67F8EEA-9CC5-4A26-3AA1-E4E780DBBDA3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50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C34B75-5BFE-AAAD-F790-9DE628F224B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45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E67A09D-44EC-335B-A0D4-CE910D3E05BC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65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A221E2-0B09-5C02-4DA5-A7073528B241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3064086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69EF-F6B1-76C3-0D75-8C3B3F3E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E68CE7B-1E83-9F12-A979-E4F839FB8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D" err="1"/>
              <a:t>Berapa</a:t>
            </a:r>
            <a:r>
              <a:rPr lang="en-ID"/>
              <a:t> </a:t>
            </a:r>
            <a:r>
              <a:rPr lang="en-ID" err="1"/>
              <a:t>hasil</a:t>
            </a:r>
            <a:r>
              <a:rPr lang="en-ID"/>
              <a:t> </a:t>
            </a:r>
            <a:r>
              <a:rPr lang="en-ID" err="1"/>
              <a:t>dari</a:t>
            </a:r>
            <a:r>
              <a:rPr lang="en-ID"/>
              <a:t> 15 × 4?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155B5-54D3-E010-1920-82AAF4BE82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8E95-1B5E-BD11-939C-DC8F9052FE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E2BE48-E911-FA91-27FE-2D1055C7F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390AAE-4450-A1EF-D364-B947809BFD2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A6FF613-D544-AA10-D132-9FA99903D4D3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9AA38C2-DA82-50FF-BCD5-0F5FC8B1C4B0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50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70E46FB-8061-9E50-9B37-332130B7D5BE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45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0CD1F06-5308-2FB0-295F-FF8C04842F08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65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DEC42D-0465-7FFB-77E8-E2389D2CE310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68A870-D96D-D0A3-791E-8592DEE586A0}"/>
              </a:ext>
            </a:extLst>
          </p:cNvPr>
          <p:cNvSpPr/>
          <p:nvPr/>
        </p:nvSpPr>
        <p:spPr>
          <a:xfrm>
            <a:off x="6316162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381686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846FA-BCCE-788A-BE04-4032927E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580A262-B7A7-DB85-6DCF-15C7D7881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Ayah Budi punya 3 </a:t>
            </a:r>
            <a:r>
              <a:rPr lang="en-ID" err="1"/>
              <a:t>anak</a:t>
            </a:r>
            <a:r>
              <a:rPr lang="en-ID"/>
              <a:t>: Senin, Selasa, dan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lagi</a:t>
            </a:r>
            <a:r>
              <a:rPr lang="en-ID"/>
              <a:t>. </a:t>
            </a:r>
            <a:r>
              <a:rPr lang="en-ID" err="1"/>
              <a:t>Siapa</a:t>
            </a:r>
            <a:r>
              <a:rPr lang="en-ID"/>
              <a:t> nama </a:t>
            </a:r>
            <a:r>
              <a:rPr lang="en-ID" err="1"/>
              <a:t>anak</a:t>
            </a:r>
            <a:r>
              <a:rPr lang="en-ID"/>
              <a:t> </a:t>
            </a:r>
            <a:r>
              <a:rPr lang="en-ID" err="1"/>
              <a:t>ketiga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A97D6-93B1-D3BE-ED6A-C84271ADEA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A54E20-8D0B-9CC7-152D-5EEFC4175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8E52AD-9C44-ACA4-D820-8DB62C96F2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DA61CE-64A5-2F23-A4F2-68B3D8A68B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FFC1F23-B72C-18BF-735D-E4D117AEC2C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9A717B2-8D63-E59E-0340-6376302D437E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Budi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01ABBBB-7588-860E-F896-46F7C2A8A19B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Rabu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029D693-275A-1AFD-DC1F-DE456A3DF9FD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Daffa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6E56EA-6445-E34B-B499-A821193F5AD3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D. Ayah</a:t>
            </a:r>
          </a:p>
        </p:txBody>
      </p:sp>
    </p:spTree>
    <p:extLst>
      <p:ext uri="{BB962C8B-B14F-4D97-AF65-F5344CB8AC3E}">
        <p14:creationId xmlns:p14="http://schemas.microsoft.com/office/powerpoint/2010/main" val="39930638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F5528-7FDA-736C-3D77-D2E8F9B21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1683D8B-92CD-623C-A0C0-D9FD0CCED8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D"/>
              <a:t>Ayah Budi punya 3 </a:t>
            </a:r>
            <a:r>
              <a:rPr lang="en-ID" err="1"/>
              <a:t>anak</a:t>
            </a:r>
            <a:r>
              <a:rPr lang="en-ID"/>
              <a:t>: Senin, Selasa, dan </a:t>
            </a:r>
            <a:r>
              <a:rPr lang="en-ID" err="1"/>
              <a:t>satu</a:t>
            </a:r>
            <a:r>
              <a:rPr lang="en-ID"/>
              <a:t> </a:t>
            </a:r>
            <a:r>
              <a:rPr lang="en-ID" err="1"/>
              <a:t>lagi</a:t>
            </a:r>
            <a:r>
              <a:rPr lang="en-ID"/>
              <a:t>. </a:t>
            </a:r>
            <a:r>
              <a:rPr lang="en-ID" err="1"/>
              <a:t>Siapa</a:t>
            </a:r>
            <a:r>
              <a:rPr lang="en-ID"/>
              <a:t> nama </a:t>
            </a:r>
            <a:r>
              <a:rPr lang="en-ID" err="1"/>
              <a:t>anak</a:t>
            </a:r>
            <a:r>
              <a:rPr lang="en-ID"/>
              <a:t> </a:t>
            </a:r>
            <a:r>
              <a:rPr lang="en-ID" err="1"/>
              <a:t>ketiga</a:t>
            </a:r>
            <a:r>
              <a:rPr lang="en-ID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42831D-5BCE-8B74-4AC2-F367E23D7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57142-CB5D-1EDA-2FDF-AD5F68EB43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25B6C72-8871-72F7-4061-2BBB040645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C9EEF1-8335-A814-2382-3A208E44809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E8921C9E-8569-234C-6D3C-5AF4033F6EBA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396624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defRPr/>
            </a:pPr>
            <a:endParaRPr kumimoji="0" lang="en-ID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9648343A-62E5-B919-3412-A41341CF0A29}"/>
              </a:ext>
            </a:extLst>
          </p:cNvPr>
          <p:cNvSpPr txBox="1">
            <a:spLocks/>
          </p:cNvSpPr>
          <p:nvPr/>
        </p:nvSpPr>
        <p:spPr>
          <a:xfrm>
            <a:off x="1981200" y="5739733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Budi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3783E626-D6C7-E19E-EC55-5503D0642038}"/>
              </a:ext>
            </a:extLst>
          </p:cNvPr>
          <p:cNvSpPr txBox="1">
            <a:spLocks/>
          </p:cNvSpPr>
          <p:nvPr/>
        </p:nvSpPr>
        <p:spPr>
          <a:xfrm>
            <a:off x="1981200" y="5104271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Rabu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7F4B87F-081C-4232-01D0-0B0FDF900F2C}"/>
              </a:ext>
            </a:extLst>
          </p:cNvPr>
          <p:cNvSpPr txBox="1">
            <a:spLocks/>
          </p:cNvSpPr>
          <p:nvPr/>
        </p:nvSpPr>
        <p:spPr>
          <a:xfrm>
            <a:off x="6759161" y="5135994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Daffa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78A72F-AD12-B04B-47DF-A8D27BC78B6F}"/>
              </a:ext>
            </a:extLst>
          </p:cNvPr>
          <p:cNvSpPr txBox="1">
            <a:spLocks/>
          </p:cNvSpPr>
          <p:nvPr/>
        </p:nvSpPr>
        <p:spPr>
          <a:xfrm>
            <a:off x="6759161" y="5717062"/>
            <a:ext cx="4114800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ctr" defTabSz="914400" rtl="0" eaLnBrk="1" latinLnBrk="0" hangingPunct="1">
              <a:lnSpc>
                <a:spcPct val="10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en-ID"/>
              <a:t>D. Ayah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6A9A04-2958-542C-1689-0ADFFA876C97}"/>
              </a:ext>
            </a:extLst>
          </p:cNvPr>
          <p:cNvSpPr/>
          <p:nvPr/>
        </p:nvSpPr>
        <p:spPr>
          <a:xfrm>
            <a:off x="1243760" y="5627491"/>
            <a:ext cx="4852240" cy="6037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b="1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652019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1281-9880-E569-D331-DA2C117D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550BA33-4887-1632-0C0F-31BD88BE37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7B548-8B78-A44A-B0D1-0EC23562F4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25DC0-D978-BC20-FE12-AB182DC35A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57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09B3-7BF7-4355-F269-707AA8D9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CA96D39-CBE4-7FEB-78C3-9707DD23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Gabungan</a:t>
            </a:r>
            <a:r>
              <a:rPr lang="en-ID"/>
              <a:t> </a:t>
            </a:r>
            <a:r>
              <a:rPr lang="en-ID" err="1"/>
              <a:t>beberapa</a:t>
            </a:r>
            <a:r>
              <a:rPr lang="en-ID"/>
              <a:t> kata </a:t>
            </a:r>
            <a:r>
              <a:rPr lang="en-ID" err="1"/>
              <a:t>acak</a:t>
            </a:r>
            <a:r>
              <a:rPr lang="en-ID"/>
              <a:t> yang </a:t>
            </a:r>
            <a:r>
              <a:rPr lang="en-ID" err="1"/>
              <a:t>mudah</a:t>
            </a:r>
            <a:r>
              <a:rPr lang="en-ID"/>
              <a:t> </a:t>
            </a:r>
            <a:r>
              <a:rPr lang="en-ID" err="1"/>
              <a:t>diingat</a:t>
            </a:r>
            <a:r>
              <a:rPr lang="en-ID"/>
              <a:t> </a:t>
            </a:r>
            <a:r>
              <a:rPr lang="en-ID" err="1"/>
              <a:t>tetapi</a:t>
            </a:r>
            <a:r>
              <a:rPr lang="en-ID"/>
              <a:t> </a:t>
            </a:r>
            <a:r>
              <a:rPr lang="en-ID" err="1"/>
              <a:t>sulit</a:t>
            </a:r>
            <a:r>
              <a:rPr lang="en-ID"/>
              <a:t> </a:t>
            </a:r>
            <a:r>
              <a:rPr lang="en-ID" err="1"/>
              <a:t>ditebak</a:t>
            </a:r>
            <a:r>
              <a:rPr lang="en-ID"/>
              <a:t>, dan </a:t>
            </a:r>
            <a:r>
              <a:rPr lang="en-ID" err="1"/>
              <a:t>disarankan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akun</a:t>
            </a:r>
            <a:r>
              <a:rPr lang="en-ID"/>
              <a:t> </a:t>
            </a:r>
            <a:r>
              <a:rPr lang="en-ID" err="1"/>
              <a:t>kerja</a:t>
            </a:r>
            <a:r>
              <a:rPr lang="en-ID"/>
              <a:t>, </a:t>
            </a:r>
            <a:r>
              <a:rPr lang="en-ID" err="1"/>
              <a:t>disebut</a:t>
            </a:r>
            <a:r>
              <a:rPr lang="en-ID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D2DE8-8792-81B3-2CC4-E9E83CF43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D" err="1"/>
              <a:t>Informasi</a:t>
            </a:r>
            <a:r>
              <a:rPr lang="en-ID"/>
              <a:t> </a:t>
            </a:r>
            <a:r>
              <a:rPr lang="en-ID" err="1"/>
              <a:t>nasabah</a:t>
            </a:r>
            <a:r>
              <a:rPr lang="en-ID"/>
              <a:t> </a:t>
            </a:r>
            <a:r>
              <a:rPr lang="en-ID" err="1"/>
              <a:t>berada</a:t>
            </a:r>
            <a:r>
              <a:rPr lang="en-ID"/>
              <a:t> di </a:t>
            </a:r>
            <a:r>
              <a:rPr lang="en-ID" err="1"/>
              <a:t>luar</a:t>
            </a:r>
            <a:r>
              <a:rPr lang="en-ID"/>
              <a:t> </a:t>
            </a:r>
            <a:r>
              <a:rPr lang="en-ID" err="1"/>
              <a:t>kendali</a:t>
            </a:r>
            <a:r>
              <a:rPr lang="en-ID"/>
              <a:t> perusahaan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6D07B-7AE7-A416-DF30-26D5FF2EE7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0449F-EFBA-95DC-AD76-6A714B0131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B</a:t>
            </a:r>
            <a:endParaRPr lang="en-ID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BD0E2B-A843-F708-7A0C-148EB04E6C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3CF670-6FA6-B0DE-DAC5-6FAC41B2C4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8935BE8-81C5-BAA2-687F-E863C4A113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C</a:t>
            </a:r>
            <a:endParaRPr lang="en-ID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002733-F4A6-5718-03AF-2077796706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D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D79B1B-3A77-3D81-4E39-6D244D64F3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5270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EA4D6DF463B45A4779BAAE1BEA9E6" ma:contentTypeVersion="17" ma:contentTypeDescription="Create a new document." ma:contentTypeScope="" ma:versionID="33b3d19d1916f7f24252d76b30a4ef20">
  <xsd:schema xmlns:xsd="http://www.w3.org/2001/XMLSchema" xmlns:xs="http://www.w3.org/2001/XMLSchema" xmlns:p="http://schemas.microsoft.com/office/2006/metadata/properties" xmlns:ns2="dd7a94a0-af32-4bd9-93ac-5e2024d2e5e7" xmlns:ns3="60bb3ae5-c069-4714-a9bf-af3abdaeea98" targetNamespace="http://schemas.microsoft.com/office/2006/metadata/properties" ma:root="true" ma:fieldsID="79eeb5245cad43af9d471da3455496cf" ns2:_="" ns3:_="">
    <xsd:import namespace="dd7a94a0-af32-4bd9-93ac-5e2024d2e5e7"/>
    <xsd:import namespace="60bb3ae5-c069-4714-a9bf-af3abdaeea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7a94a0-af32-4bd9-93ac-5e2024d2e5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1b9c2b0-3916-4ad3-9ba2-eb00e1bdd9b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b3ae5-c069-4714-a9bf-af3abdaeea9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e71a70e0-9ae1-483f-adb5-7c7347523a01}" ma:internalName="TaxCatchAll" ma:showField="CatchAllData" ma:web="60bb3ae5-c069-4714-a9bf-af3abdaeea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7a94a0-af32-4bd9-93ac-5e2024d2e5e7">
      <Terms xmlns="http://schemas.microsoft.com/office/infopath/2007/PartnerControls"/>
    </lcf76f155ced4ddcb4097134ff3c332f>
    <TaxCatchAll xmlns="60bb3ae5-c069-4714-a9bf-af3abdaeea98" xsi:nil="true"/>
  </documentManagement>
</p:properties>
</file>

<file path=customXml/itemProps1.xml><?xml version="1.0" encoding="utf-8"?>
<ds:datastoreItem xmlns:ds="http://schemas.openxmlformats.org/officeDocument/2006/customXml" ds:itemID="{3BC67CA9-7FE5-4116-8E1D-2F3B23B2D68D}">
  <ds:schemaRefs>
    <ds:schemaRef ds:uri="60bb3ae5-c069-4714-a9bf-af3abdaeea98"/>
    <ds:schemaRef ds:uri="dd7a94a0-af32-4bd9-93ac-5e2024d2e5e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962E80A-3405-4864-9779-78F8E7E383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D6EA73-B7ED-41EF-B845-B1C81F21CF73}">
  <ds:schemaRefs>
    <ds:schemaRef ds:uri="60bb3ae5-c069-4714-a9bf-af3abdaeea98"/>
    <ds:schemaRef ds:uri="dd7a94a0-af32-4bd9-93ac-5e2024d2e5e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Lidya Ayu Atikah</dc:creator>
  <cp:revision>1</cp:revision>
  <dcterms:created xsi:type="dcterms:W3CDTF">2026-10-02T07:46:10Z</dcterms:created>
  <dcterms:modified xsi:type="dcterms:W3CDTF">2026-10-08T07:28:46Z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0x010100215EA4D6DF463B45A4779BAAE1BEA9E6</vt:lpwstr>
  </property>
  <property fmtid="{D5CDD505-2E9C-101B-9397-08002B2CF9AE}" pid="3" name="MediaServiceImageTags">
    <vt:lpwstr/>
  </property>
</Properties>
</file>