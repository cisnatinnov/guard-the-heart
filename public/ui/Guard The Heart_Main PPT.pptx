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9"/>
  </p:notesMasterIdLst>
  <p:sldIdLst>
    <p:sldId id="298" r:id="rId5"/>
    <p:sldId id="386" r:id="rId6"/>
    <p:sldId id="528" r:id="rId7"/>
    <p:sldId id="385" r:id="rId8"/>
    <p:sldId id="447" r:id="rId9"/>
    <p:sldId id="423" r:id="rId10"/>
    <p:sldId id="440" r:id="rId11"/>
    <p:sldId id="492" r:id="rId12"/>
    <p:sldId id="493" r:id="rId13"/>
    <p:sldId id="521" r:id="rId14"/>
    <p:sldId id="522" r:id="rId15"/>
    <p:sldId id="495" r:id="rId16"/>
    <p:sldId id="523" r:id="rId17"/>
    <p:sldId id="525" r:id="rId18"/>
    <p:sldId id="498" r:id="rId19"/>
    <p:sldId id="526" r:id="rId20"/>
    <p:sldId id="530" r:id="rId21"/>
    <p:sldId id="448" r:id="rId22"/>
    <p:sldId id="449" r:id="rId23"/>
    <p:sldId id="529" r:id="rId24"/>
    <p:sldId id="510" r:id="rId25"/>
    <p:sldId id="502" r:id="rId26"/>
    <p:sldId id="503" r:id="rId27"/>
    <p:sldId id="504" r:id="rId28"/>
    <p:sldId id="505" r:id="rId29"/>
    <p:sldId id="506" r:id="rId30"/>
    <p:sldId id="507" r:id="rId31"/>
    <p:sldId id="508" r:id="rId32"/>
    <p:sldId id="509" r:id="rId33"/>
    <p:sldId id="466" r:id="rId34"/>
    <p:sldId id="524" r:id="rId35"/>
    <p:sldId id="434" r:id="rId36"/>
    <p:sldId id="527" r:id="rId37"/>
    <p:sldId id="512" r:id="rId38"/>
    <p:sldId id="513" r:id="rId39"/>
    <p:sldId id="514" r:id="rId40"/>
    <p:sldId id="515" r:id="rId41"/>
    <p:sldId id="516" r:id="rId42"/>
    <p:sldId id="517" r:id="rId43"/>
    <p:sldId id="518" r:id="rId44"/>
    <p:sldId id="519" r:id="rId45"/>
    <p:sldId id="520" r:id="rId46"/>
    <p:sldId id="482" r:id="rId47"/>
    <p:sldId id="483" r:id="rId48"/>
    <p:sldId id="490" r:id="rId49"/>
    <p:sldId id="480" r:id="rId50"/>
    <p:sldId id="491" r:id="rId51"/>
    <p:sldId id="484" r:id="rId52"/>
    <p:sldId id="488" r:id="rId53"/>
    <p:sldId id="486" r:id="rId54"/>
    <p:sldId id="496" r:id="rId55"/>
    <p:sldId id="497" r:id="rId56"/>
    <p:sldId id="499" r:id="rId57"/>
    <p:sldId id="500" r:id="rId5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05CB14AA-E080-0FC1-00F9-AF5B4240ED8E}">
          <p14:sldIdLst>
            <p14:sldId id="298"/>
            <p14:sldId id="386"/>
            <p14:sldId id="528"/>
            <p14:sldId id="385"/>
          </p14:sldIdLst>
        </p14:section>
        <p14:section name="Challenge 1" id="{751AE3AD-BDB3-0893-5B4E-CF895FBFF4F4}">
          <p14:sldIdLst>
            <p14:sldId id="447"/>
            <p14:sldId id="423"/>
            <p14:sldId id="440"/>
            <p14:sldId id="492"/>
            <p14:sldId id="493"/>
            <p14:sldId id="521"/>
            <p14:sldId id="522"/>
            <p14:sldId id="495"/>
            <p14:sldId id="523"/>
            <p14:sldId id="525"/>
            <p14:sldId id="498"/>
            <p14:sldId id="526"/>
            <p14:sldId id="530"/>
          </p14:sldIdLst>
        </p14:section>
        <p14:section name="Challenge 2" id="{F2270FB9-20DB-931E-B5DE-DC2C54F708BA}">
          <p14:sldIdLst>
            <p14:sldId id="448"/>
            <p14:sldId id="449"/>
            <p14:sldId id="529"/>
            <p14:sldId id="510"/>
            <p14:sldId id="502"/>
            <p14:sldId id="503"/>
            <p14:sldId id="504"/>
            <p14:sldId id="505"/>
            <p14:sldId id="506"/>
            <p14:sldId id="507"/>
            <p14:sldId id="508"/>
            <p14:sldId id="509"/>
          </p14:sldIdLst>
        </p14:section>
        <p14:section name="Challenge 3" id="{E9F1F37D-184F-9C47-AE37-D1F0F984C17A}">
          <p14:sldIdLst>
            <p14:sldId id="466"/>
            <p14:sldId id="524"/>
            <p14:sldId id="434"/>
            <p14:sldId id="527"/>
            <p14:sldId id="512"/>
            <p14:sldId id="513"/>
            <p14:sldId id="514"/>
            <p14:sldId id="515"/>
            <p14:sldId id="516"/>
            <p14:sldId id="517"/>
            <p14:sldId id="518"/>
            <p14:sldId id="519"/>
            <p14:sldId id="520"/>
            <p14:sldId id="482"/>
            <p14:sldId id="483"/>
            <p14:sldId id="490"/>
            <p14:sldId id="480"/>
            <p14:sldId id="491"/>
            <p14:sldId id="484"/>
            <p14:sldId id="488"/>
            <p14:sldId id="486"/>
            <p14:sldId id="496"/>
            <p14:sldId id="497"/>
            <p14:sldId id="499"/>
            <p14:sldId id="50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0A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5" dt="2026-10-08T08:11:21.772"/>
    <p1510:client id="{0B67A612-5031-0638-596E-26DB6823BD5E}" v="44" dt="2026-10-07T17:31:58.470"/>
    <p1510:client id="{28CFD785-1FA4-19DE-F7EB-A1FFB5EDF9F4}" v="9" dt="2026-10-08T07:03:16.843"/>
    <p1510:client id="{3316C155-9223-B847-A6DA-3F0CB1BB6779}" v="1353" dt="2026-10-07T09:13:20.777"/>
    <p1510:client id="{6F3DCC56-10D6-7615-6215-DCEA16D60793}" v="1" dt="2026-10-07T17:38:20.673"/>
    <p1510:client id="{7996AC06-606B-7AB4-C575-C407D972FC80}" v="169" dt="2026-10-07T14:25:17.924"/>
    <p1510:client id="{7B295770-02BE-3C9D-7FF8-B7A27074A669}" v="149" dt="2026-10-07T08:58:57.481"/>
    <p1510:client id="{82F8F540-DAFB-F4E5-EBF5-E8D0CCECCA34}" v="2" dt="2026-10-08T08:53:24.889"/>
    <p1510:client id="{A2C7EA79-783E-E4B8-7515-7AC08F61DE9B}" v="4" dt="2026-10-07T07:54:13.802"/>
    <p1510:client id="{DBE17DD4-93E6-4E89-8054-823520A34B93}" v="91" dt="2026-10-08T06:51:48.586"/>
    <p1510:client id="{E0C3FBEF-12FE-E18D-4771-BD2F31AA2969}" v="2" dt="2026-10-08T07:55:00.964"/>
    <p1510:client id="{F5A13C8C-9C70-40AF-92AD-2EA970E5F1CD}" v="183" dt="2026-10-07T10:45:16.7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7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za Fauzan Habibi" userId="S::faza.fauzan@vedapraxis.com::f07ce302-fd6c-42d1-b698-f0c587c7e391" providerId="AD" clId="Web-{28CFD785-1FA4-19DE-F7EB-A1FFB5EDF9F4}"/>
    <pc:docChg chg="modSld">
      <pc:chgData name="Faza Fauzan Habibi" userId="S::faza.fauzan@vedapraxis.com::f07ce302-fd6c-42d1-b698-f0c587c7e391" providerId="AD" clId="Web-{28CFD785-1FA4-19DE-F7EB-A1FFB5EDF9F4}" dt="2026-10-08T07:03:16.843" v="8"/>
      <pc:docMkLst>
        <pc:docMk/>
      </pc:docMkLst>
      <pc:sldChg chg="delSp delAnim">
        <pc:chgData name="Faza Fauzan Habibi" userId="S::faza.fauzan@vedapraxis.com::f07ce302-fd6c-42d1-b698-f0c587c7e391" providerId="AD" clId="Web-{28CFD785-1FA4-19DE-F7EB-A1FFB5EDF9F4}" dt="2026-10-08T07:02:12.921" v="0"/>
        <pc:sldMkLst>
          <pc:docMk/>
          <pc:sldMk cId="2004296975" sldId="298"/>
        </pc:sldMkLst>
        <pc:picChg chg="del">
          <ac:chgData name="Faza Fauzan Habibi" userId="S::faza.fauzan@vedapraxis.com::f07ce302-fd6c-42d1-b698-f0c587c7e391" providerId="AD" clId="Web-{28CFD785-1FA4-19DE-F7EB-A1FFB5EDF9F4}" dt="2026-10-08T07:02:12.921" v="0"/>
          <ac:picMkLst>
            <pc:docMk/>
            <pc:sldMk cId="2004296975" sldId="298"/>
            <ac:picMk id="2" creationId="{4DB660A8-672F-4175-5E81-C9F5921E9CE9}"/>
          </ac:picMkLst>
        </pc:picChg>
      </pc:sldChg>
      <pc:sldChg chg="delSp delAnim">
        <pc:chgData name="Faza Fauzan Habibi" userId="S::faza.fauzan@vedapraxis.com::f07ce302-fd6c-42d1-b698-f0c587c7e391" providerId="AD" clId="Web-{28CFD785-1FA4-19DE-F7EB-A1FFB5EDF9F4}" dt="2026-10-08T07:02:17.187" v="1"/>
        <pc:sldMkLst>
          <pc:docMk/>
          <pc:sldMk cId="290117916" sldId="385"/>
        </pc:sldMkLst>
        <pc:picChg chg="del">
          <ac:chgData name="Faza Fauzan Habibi" userId="S::faza.fauzan@vedapraxis.com::f07ce302-fd6c-42d1-b698-f0c587c7e391" providerId="AD" clId="Web-{28CFD785-1FA4-19DE-F7EB-A1FFB5EDF9F4}" dt="2026-10-08T07:02:17.187" v="1"/>
          <ac:picMkLst>
            <pc:docMk/>
            <pc:sldMk cId="290117916" sldId="385"/>
            <ac:picMk id="3" creationId="{3794E781-C91D-919C-5AED-F2002EB5626D}"/>
          </ac:picMkLst>
        </pc:picChg>
      </pc:sldChg>
      <pc:sldChg chg="delSp delAnim">
        <pc:chgData name="Faza Fauzan Habibi" userId="S::faza.fauzan@vedapraxis.com::f07ce302-fd6c-42d1-b698-f0c587c7e391" providerId="AD" clId="Web-{28CFD785-1FA4-19DE-F7EB-A1FFB5EDF9F4}" dt="2026-10-08T07:02:54.968" v="5"/>
        <pc:sldMkLst>
          <pc:docMk/>
          <pc:sldMk cId="4175611962" sldId="447"/>
        </pc:sldMkLst>
        <pc:picChg chg="del">
          <ac:chgData name="Faza Fauzan Habibi" userId="S::faza.fauzan@vedapraxis.com::f07ce302-fd6c-42d1-b698-f0c587c7e391" providerId="AD" clId="Web-{28CFD785-1FA4-19DE-F7EB-A1FFB5EDF9F4}" dt="2026-10-08T07:02:54.968" v="5"/>
          <ac:picMkLst>
            <pc:docMk/>
            <pc:sldMk cId="4175611962" sldId="447"/>
            <ac:picMk id="3" creationId="{79EF4659-E3E4-87FB-E2B8-1AC689A85389}"/>
          </ac:picMkLst>
        </pc:picChg>
      </pc:sldChg>
      <pc:sldChg chg="delSp delAnim">
        <pc:chgData name="Faza Fauzan Habibi" userId="S::faza.fauzan@vedapraxis.com::f07ce302-fd6c-42d1-b698-f0c587c7e391" providerId="AD" clId="Web-{28CFD785-1FA4-19DE-F7EB-A1FFB5EDF9F4}" dt="2026-10-08T07:02:27.093" v="2"/>
        <pc:sldMkLst>
          <pc:docMk/>
          <pc:sldMk cId="4261530524" sldId="466"/>
        </pc:sldMkLst>
        <pc:picChg chg="del">
          <ac:chgData name="Faza Fauzan Habibi" userId="S::faza.fauzan@vedapraxis.com::f07ce302-fd6c-42d1-b698-f0c587c7e391" providerId="AD" clId="Web-{28CFD785-1FA4-19DE-F7EB-A1FFB5EDF9F4}" dt="2026-10-08T07:02:27.093" v="2"/>
          <ac:picMkLst>
            <pc:docMk/>
            <pc:sldMk cId="4261530524" sldId="466"/>
            <ac:picMk id="2" creationId="{5652CF66-987E-4427-4D37-4A03BFCA092C}"/>
          </ac:picMkLst>
        </pc:picChg>
      </pc:sldChg>
      <pc:sldChg chg="delSp delAnim">
        <pc:chgData name="Faza Fauzan Habibi" userId="S::faza.fauzan@vedapraxis.com::f07ce302-fd6c-42d1-b698-f0c587c7e391" providerId="AD" clId="Web-{28CFD785-1FA4-19DE-F7EB-A1FFB5EDF9F4}" dt="2026-10-08T07:02:44.859" v="4"/>
        <pc:sldMkLst>
          <pc:docMk/>
          <pc:sldMk cId="272887580" sldId="484"/>
        </pc:sldMkLst>
        <pc:picChg chg="del">
          <ac:chgData name="Faza Fauzan Habibi" userId="S::faza.fauzan@vedapraxis.com::f07ce302-fd6c-42d1-b698-f0c587c7e391" providerId="AD" clId="Web-{28CFD785-1FA4-19DE-F7EB-A1FFB5EDF9F4}" dt="2026-10-08T07:02:44.859" v="4"/>
          <ac:picMkLst>
            <pc:docMk/>
            <pc:sldMk cId="272887580" sldId="484"/>
            <ac:picMk id="2" creationId="{FBC5CE20-01B4-62AB-EF71-88EFE009AF51}"/>
          </ac:picMkLst>
        </pc:picChg>
      </pc:sldChg>
      <pc:sldChg chg="delSp delAnim">
        <pc:chgData name="Faza Fauzan Habibi" userId="S::faza.fauzan@vedapraxis.com::f07ce302-fd6c-42d1-b698-f0c587c7e391" providerId="AD" clId="Web-{28CFD785-1FA4-19DE-F7EB-A1FFB5EDF9F4}" dt="2026-10-08T07:03:01.984" v="6"/>
        <pc:sldMkLst>
          <pc:docMk/>
          <pc:sldMk cId="3683358609" sldId="495"/>
        </pc:sldMkLst>
        <pc:picChg chg="del">
          <ac:chgData name="Faza Fauzan Habibi" userId="S::faza.fauzan@vedapraxis.com::f07ce302-fd6c-42d1-b698-f0c587c7e391" providerId="AD" clId="Web-{28CFD785-1FA4-19DE-F7EB-A1FFB5EDF9F4}" dt="2026-10-08T07:03:01.984" v="6"/>
          <ac:picMkLst>
            <pc:docMk/>
            <pc:sldMk cId="3683358609" sldId="495"/>
            <ac:picMk id="2" creationId="{527865F8-BCCA-6337-857A-7A2280770B70}"/>
          </ac:picMkLst>
        </pc:picChg>
      </pc:sldChg>
      <pc:sldChg chg="delSp delAnim">
        <pc:chgData name="Faza Fauzan Habibi" userId="S::faza.fauzan@vedapraxis.com::f07ce302-fd6c-42d1-b698-f0c587c7e391" providerId="AD" clId="Web-{28CFD785-1FA4-19DE-F7EB-A1FFB5EDF9F4}" dt="2026-10-08T07:03:07.562" v="7"/>
        <pc:sldMkLst>
          <pc:docMk/>
          <pc:sldMk cId="3804865899" sldId="498"/>
        </pc:sldMkLst>
        <pc:picChg chg="del">
          <ac:chgData name="Faza Fauzan Habibi" userId="S::faza.fauzan@vedapraxis.com::f07ce302-fd6c-42d1-b698-f0c587c7e391" providerId="AD" clId="Web-{28CFD785-1FA4-19DE-F7EB-A1FFB5EDF9F4}" dt="2026-10-08T07:03:07.562" v="7"/>
          <ac:picMkLst>
            <pc:docMk/>
            <pc:sldMk cId="3804865899" sldId="498"/>
            <ac:picMk id="2" creationId="{DC6084DB-E8C1-71B6-B67D-37AC30FF1D51}"/>
          </ac:picMkLst>
        </pc:picChg>
      </pc:sldChg>
      <pc:sldChg chg="delSp delAnim">
        <pc:chgData name="Faza Fauzan Habibi" userId="S::faza.fauzan@vedapraxis.com::f07ce302-fd6c-42d1-b698-f0c587c7e391" providerId="AD" clId="Web-{28CFD785-1FA4-19DE-F7EB-A1FFB5EDF9F4}" dt="2026-10-08T07:03:16.843" v="8"/>
        <pc:sldMkLst>
          <pc:docMk/>
          <pc:sldMk cId="20829753" sldId="504"/>
        </pc:sldMkLst>
        <pc:picChg chg="del">
          <ac:chgData name="Faza Fauzan Habibi" userId="S::faza.fauzan@vedapraxis.com::f07ce302-fd6c-42d1-b698-f0c587c7e391" providerId="AD" clId="Web-{28CFD785-1FA4-19DE-F7EB-A1FFB5EDF9F4}" dt="2026-10-08T07:03:16.843" v="8"/>
          <ac:picMkLst>
            <pc:docMk/>
            <pc:sldMk cId="20829753" sldId="504"/>
            <ac:picMk id="2" creationId="{1096BAF1-D2E5-4A5C-E587-A685004537C5}"/>
          </ac:picMkLst>
        </pc:picChg>
      </pc:sldChg>
      <pc:sldChg chg="delSp delAnim">
        <pc:chgData name="Faza Fauzan Habibi" userId="S::faza.fauzan@vedapraxis.com::f07ce302-fd6c-42d1-b698-f0c587c7e391" providerId="AD" clId="Web-{28CFD785-1FA4-19DE-F7EB-A1FFB5EDF9F4}" dt="2026-10-08T07:02:32.234" v="3"/>
        <pc:sldMkLst>
          <pc:docMk/>
          <pc:sldMk cId="3973237264" sldId="515"/>
        </pc:sldMkLst>
        <pc:picChg chg="del">
          <ac:chgData name="Faza Fauzan Habibi" userId="S::faza.fauzan@vedapraxis.com::f07ce302-fd6c-42d1-b698-f0c587c7e391" providerId="AD" clId="Web-{28CFD785-1FA4-19DE-F7EB-A1FFB5EDF9F4}" dt="2026-10-08T07:02:32.234" v="3"/>
          <ac:picMkLst>
            <pc:docMk/>
            <pc:sldMk cId="3973237264" sldId="515"/>
            <ac:picMk id="2" creationId="{C4B5D21D-76FB-966E-58E5-ECDFA10EF7ED}"/>
          </ac:picMkLst>
        </pc:picChg>
      </pc:sldChg>
    </pc:docChg>
  </pc:docChgLst>
  <pc:docChgLst>
    <pc:chgData name="Lidya Ayu Atikah" userId="S::lidya.atikah@vedapraxis.com::52ca1d14-4594-4c68-88fa-086e6bee88c0" providerId="AD" clId="Web-{00000000-0000-0000-0000-000000000000}"/>
    <pc:docChg chg="modSld">
      <pc:chgData name="Lidya Ayu Atikah" userId="S::lidya.atikah@vedapraxis.com::52ca1d14-4594-4c68-88fa-086e6bee88c0" providerId="AD" clId="Web-{00000000-0000-0000-0000-000000000000}" dt="2026-10-08T08:11:21.772" v="0"/>
      <pc:docMkLst>
        <pc:docMk/>
      </pc:docMkLst>
      <pc:sldChg chg="modSp">
        <pc:chgData name="Lidya Ayu Atikah" userId="S::lidya.atikah@vedapraxis.com::52ca1d14-4594-4c68-88fa-086e6bee88c0" providerId="AD" clId="Web-{00000000-0000-0000-0000-000000000000}" dt="2026-10-08T08:11:21.772" v="0"/>
        <pc:sldMkLst>
          <pc:docMk/>
          <pc:sldMk cId="3253636778" sldId="531"/>
        </pc:sldMkLst>
        <pc:picChg chg="mod">
          <ac:chgData name="Lidya Ayu Atikah" userId="S::lidya.atikah@vedapraxis.com::52ca1d14-4594-4c68-88fa-086e6bee88c0" providerId="AD" clId="Web-{00000000-0000-0000-0000-000000000000}" dt="2026-10-08T08:11:21.772" v="0"/>
          <ac:picMkLst>
            <pc:docMk/>
            <pc:sldMk cId="3253636778" sldId="531"/>
            <ac:picMk id="3" creationId="{4A7F988A-AAD9-579C-EECE-8E953211BF17}"/>
          </ac:picMkLst>
        </pc:picChg>
      </pc:sldChg>
    </pc:docChg>
  </pc:docChgLst>
  <pc:docChgLst>
    <pc:chgData name="Adinda Zahrah" userId="S::adinda.zahrah@vedapraxis.com::a5826866-d845-42a7-9a3b-4c36b0798fbb" providerId="AD" clId="Web-{00000000-0000-0000-0000-000000000000}"/>
    <pc:docChg chg="addSld modSld modSection">
      <pc:chgData name="Adinda Zahrah" userId="S::adinda.zahrah@vedapraxis.com::a5826866-d845-42a7-9a3b-4c36b0798fbb" providerId="AD" clId="Web-{00000000-0000-0000-0000-000000000000}" dt="2026-10-07T10:08:15.675" v="11" actId="20577"/>
      <pc:docMkLst>
        <pc:docMk/>
      </pc:docMkLst>
      <pc:sldChg chg="mod modShow">
        <pc:chgData name="Adinda Zahrah" userId="S::adinda.zahrah@vedapraxis.com::a5826866-d845-42a7-9a3b-4c36b0798fbb" providerId="AD" clId="Web-{00000000-0000-0000-0000-000000000000}" dt="2026-10-07T10:05:30.496" v="0"/>
        <pc:sldMkLst>
          <pc:docMk/>
          <pc:sldMk cId="1678210364" sldId="492"/>
        </pc:sldMkLst>
      </pc:sldChg>
      <pc:sldChg chg="mod modShow">
        <pc:chgData name="Adinda Zahrah" userId="S::adinda.zahrah@vedapraxis.com::a5826866-d845-42a7-9a3b-4c36b0798fbb" providerId="AD" clId="Web-{00000000-0000-0000-0000-000000000000}" dt="2026-10-07T10:08:10.581" v="9"/>
        <pc:sldMkLst>
          <pc:docMk/>
          <pc:sldMk cId="154378766" sldId="510"/>
        </pc:sldMkLst>
      </pc:sldChg>
      <pc:sldChg chg="modSp">
        <pc:chgData name="Adinda Zahrah" userId="S::adinda.zahrah@vedapraxis.com::a5826866-d845-42a7-9a3b-4c36b0798fbb" providerId="AD" clId="Web-{00000000-0000-0000-0000-000000000000}" dt="2026-10-07T10:07:56.986" v="7" actId="20577"/>
        <pc:sldMkLst>
          <pc:docMk/>
          <pc:sldMk cId="4066827370" sldId="511"/>
        </pc:sldMkLst>
        <pc:spChg chg="mod">
          <ac:chgData name="Adinda Zahrah" userId="S::adinda.zahrah@vedapraxis.com::a5826866-d845-42a7-9a3b-4c36b0798fbb" providerId="AD" clId="Web-{00000000-0000-0000-0000-000000000000}" dt="2026-10-07T10:07:56.986" v="7" actId="20577"/>
          <ac:spMkLst>
            <pc:docMk/>
            <pc:sldMk cId="4066827370" sldId="511"/>
            <ac:spMk id="2" creationId="{CDF50552-0899-AF15-625D-D4E7BBB63B0E}"/>
          </ac:spMkLst>
        </pc:spChg>
      </pc:sldChg>
      <pc:sldChg chg="mod modShow">
        <pc:chgData name="Adinda Zahrah" userId="S::adinda.zahrah@vedapraxis.com::a5826866-d845-42a7-9a3b-4c36b0798fbb" providerId="AD" clId="Web-{00000000-0000-0000-0000-000000000000}" dt="2026-10-07T10:05:43.481" v="1"/>
        <pc:sldMkLst>
          <pc:docMk/>
          <pc:sldMk cId="3334397640" sldId="521"/>
        </pc:sldMkLst>
      </pc:sldChg>
      <pc:sldChg chg="mod modShow">
        <pc:chgData name="Adinda Zahrah" userId="S::adinda.zahrah@vedapraxis.com::a5826866-d845-42a7-9a3b-4c36b0798fbb" providerId="AD" clId="Web-{00000000-0000-0000-0000-000000000000}" dt="2026-10-07T10:05:54.809" v="2"/>
        <pc:sldMkLst>
          <pc:docMk/>
          <pc:sldMk cId="2995466416" sldId="522"/>
        </pc:sldMkLst>
      </pc:sldChg>
      <pc:sldChg chg="mod modShow">
        <pc:chgData name="Adinda Zahrah" userId="S::adinda.zahrah@vedapraxis.com::a5826866-d845-42a7-9a3b-4c36b0798fbb" providerId="AD" clId="Web-{00000000-0000-0000-0000-000000000000}" dt="2026-10-07T10:06:01.294" v="3"/>
        <pc:sldMkLst>
          <pc:docMk/>
          <pc:sldMk cId="140039535" sldId="523"/>
        </pc:sldMkLst>
      </pc:sldChg>
      <pc:sldChg chg="mod modShow">
        <pc:chgData name="Adinda Zahrah" userId="S::adinda.zahrah@vedapraxis.com::a5826866-d845-42a7-9a3b-4c36b0798fbb" providerId="AD" clId="Web-{00000000-0000-0000-0000-000000000000}" dt="2026-10-07T10:06:06.060" v="4"/>
        <pc:sldMkLst>
          <pc:docMk/>
          <pc:sldMk cId="2148437480" sldId="525"/>
        </pc:sldMkLst>
      </pc:sldChg>
      <pc:sldChg chg="mod modShow">
        <pc:chgData name="Adinda Zahrah" userId="S::adinda.zahrah@vedapraxis.com::a5826866-d845-42a7-9a3b-4c36b0798fbb" providerId="AD" clId="Web-{00000000-0000-0000-0000-000000000000}" dt="2026-10-07T10:06:33.748" v="5"/>
        <pc:sldMkLst>
          <pc:docMk/>
          <pc:sldMk cId="1575540526" sldId="526"/>
        </pc:sldMkLst>
      </pc:sldChg>
      <pc:sldChg chg="modSp add replId">
        <pc:chgData name="Adinda Zahrah" userId="S::adinda.zahrah@vedapraxis.com::a5826866-d845-42a7-9a3b-4c36b0798fbb" providerId="AD" clId="Web-{00000000-0000-0000-0000-000000000000}" dt="2026-10-07T10:08:15.675" v="11" actId="20577"/>
        <pc:sldMkLst>
          <pc:docMk/>
          <pc:sldMk cId="3744637457" sldId="527"/>
        </pc:sldMkLst>
        <pc:spChg chg="mod">
          <ac:chgData name="Adinda Zahrah" userId="S::adinda.zahrah@vedapraxis.com::a5826866-d845-42a7-9a3b-4c36b0798fbb" providerId="AD" clId="Web-{00000000-0000-0000-0000-000000000000}" dt="2026-10-07T10:08:15.675" v="11" actId="20577"/>
          <ac:spMkLst>
            <pc:docMk/>
            <pc:sldMk cId="3744637457" sldId="527"/>
            <ac:spMk id="2" creationId="{243BF75B-4D7B-0374-53D7-CD848B8D8B74}"/>
          </ac:spMkLst>
        </pc:spChg>
      </pc:sldChg>
    </pc:docChg>
  </pc:docChgLst>
  <pc:docChgLst>
    <pc:chgData name="Faza Fauzan Habibi" userId="f07ce302-fd6c-42d1-b698-f0c587c7e391" providerId="ADAL" clId="{6376A2CB-D03A-4FC6-82DD-BDF867217337}"/>
    <pc:docChg chg="undo custSel addSld delSld modSld sldOrd modSection">
      <pc:chgData name="Faza Fauzan Habibi" userId="f07ce302-fd6c-42d1-b698-f0c587c7e391" providerId="ADAL" clId="{6376A2CB-D03A-4FC6-82DD-BDF867217337}" dt="2026-10-08T06:51:48.586" v="89"/>
      <pc:docMkLst>
        <pc:docMk/>
      </pc:docMkLst>
      <pc:sldChg chg="addSp modSp mod modAnim">
        <pc:chgData name="Faza Fauzan Habibi" userId="f07ce302-fd6c-42d1-b698-f0c587c7e391" providerId="ADAL" clId="{6376A2CB-D03A-4FC6-82DD-BDF867217337}" dt="2026-10-08T06:45:36.357" v="74" actId="14100"/>
        <pc:sldMkLst>
          <pc:docMk/>
          <pc:sldMk cId="2004296975" sldId="298"/>
        </pc:sldMkLst>
        <pc:picChg chg="add mod">
          <ac:chgData name="Faza Fauzan Habibi" userId="f07ce302-fd6c-42d1-b698-f0c587c7e391" providerId="ADAL" clId="{6376A2CB-D03A-4FC6-82DD-BDF867217337}" dt="2026-10-08T06:45:36.357" v="74" actId="14100"/>
          <ac:picMkLst>
            <pc:docMk/>
            <pc:sldMk cId="2004296975" sldId="298"/>
            <ac:picMk id="2" creationId="{4DB660A8-672F-4175-5E81-C9F5921E9CE9}"/>
          </ac:picMkLst>
        </pc:picChg>
      </pc:sldChg>
      <pc:sldChg chg="addSp modSp mod modAnim">
        <pc:chgData name="Faza Fauzan Habibi" userId="f07ce302-fd6c-42d1-b698-f0c587c7e391" providerId="ADAL" clId="{6376A2CB-D03A-4FC6-82DD-BDF867217337}" dt="2026-10-08T06:46:07.852" v="75"/>
        <pc:sldMkLst>
          <pc:docMk/>
          <pc:sldMk cId="290117916" sldId="385"/>
        </pc:sldMkLst>
        <pc:picChg chg="add mod">
          <ac:chgData name="Faza Fauzan Habibi" userId="f07ce302-fd6c-42d1-b698-f0c587c7e391" providerId="ADAL" clId="{6376A2CB-D03A-4FC6-82DD-BDF867217337}" dt="2026-10-08T06:38:49.575" v="59" actId="1076"/>
          <ac:picMkLst>
            <pc:docMk/>
            <pc:sldMk cId="290117916" sldId="385"/>
            <ac:picMk id="3" creationId="{3794E781-C91D-919C-5AED-F2002EB5626D}"/>
          </ac:picMkLst>
        </pc:picChg>
      </pc:sldChg>
      <pc:sldChg chg="addSp modSp mod">
        <pc:chgData name="Faza Fauzan Habibi" userId="f07ce302-fd6c-42d1-b698-f0c587c7e391" providerId="ADAL" clId="{6376A2CB-D03A-4FC6-82DD-BDF867217337}" dt="2026-10-07T10:43:46.892" v="51" actId="931"/>
        <pc:sldMkLst>
          <pc:docMk/>
          <pc:sldMk cId="902265753" sldId="423"/>
        </pc:sldMkLst>
        <pc:picChg chg="add mod">
          <ac:chgData name="Faza Fauzan Habibi" userId="f07ce302-fd6c-42d1-b698-f0c587c7e391" providerId="ADAL" clId="{6376A2CB-D03A-4FC6-82DD-BDF867217337}" dt="2026-10-07T10:43:46.892" v="51" actId="931"/>
          <ac:picMkLst>
            <pc:docMk/>
            <pc:sldMk cId="902265753" sldId="423"/>
            <ac:picMk id="7" creationId="{C14EB687-7B74-4191-97DC-F98B7D6F02F8}"/>
          </ac:picMkLst>
        </pc:picChg>
      </pc:sldChg>
      <pc:sldChg chg="modSp mod">
        <pc:chgData name="Faza Fauzan Habibi" userId="f07ce302-fd6c-42d1-b698-f0c587c7e391" providerId="ADAL" clId="{6376A2CB-D03A-4FC6-82DD-BDF867217337}" dt="2026-10-07T08:53:14.396" v="27" actId="170"/>
        <pc:sldMkLst>
          <pc:docMk/>
          <pc:sldMk cId="2073848018" sldId="434"/>
        </pc:sldMkLst>
        <pc:picChg chg="ord">
          <ac:chgData name="Faza Fauzan Habibi" userId="f07ce302-fd6c-42d1-b698-f0c587c7e391" providerId="ADAL" clId="{6376A2CB-D03A-4FC6-82DD-BDF867217337}" dt="2026-10-07T08:53:14.396" v="27" actId="170"/>
          <ac:picMkLst>
            <pc:docMk/>
            <pc:sldMk cId="2073848018" sldId="434"/>
            <ac:picMk id="5" creationId="{B1FDFEA8-E66D-4D20-9CA4-DF145BF53F99}"/>
          </ac:picMkLst>
        </pc:picChg>
      </pc:sldChg>
      <pc:sldChg chg="addSp delSp modSp mod">
        <pc:chgData name="Faza Fauzan Habibi" userId="f07ce302-fd6c-42d1-b698-f0c587c7e391" providerId="ADAL" clId="{6376A2CB-D03A-4FC6-82DD-BDF867217337}" dt="2026-10-07T14:04:32.668" v="53" actId="14100"/>
        <pc:sldMkLst>
          <pc:docMk/>
          <pc:sldMk cId="190600182" sldId="440"/>
        </pc:sldMkLst>
        <pc:picChg chg="mod">
          <ac:chgData name="Faza Fauzan Habibi" userId="f07ce302-fd6c-42d1-b698-f0c587c7e391" providerId="ADAL" clId="{6376A2CB-D03A-4FC6-82DD-BDF867217337}" dt="2026-10-07T14:04:32.668" v="53" actId="14100"/>
          <ac:picMkLst>
            <pc:docMk/>
            <pc:sldMk cId="190600182" sldId="440"/>
            <ac:picMk id="4" creationId="{4CCE6B3A-8414-C923-D371-3FDC627ED44D}"/>
          </ac:picMkLst>
        </pc:picChg>
        <pc:picChg chg="add del mod">
          <ac:chgData name="Faza Fauzan Habibi" userId="f07ce302-fd6c-42d1-b698-f0c587c7e391" providerId="ADAL" clId="{6376A2CB-D03A-4FC6-82DD-BDF867217337}" dt="2026-10-07T14:04:28.397" v="52" actId="478"/>
          <ac:picMkLst>
            <pc:docMk/>
            <pc:sldMk cId="190600182" sldId="440"/>
            <ac:picMk id="5" creationId="{FF2228C2-E58F-49BC-8B5E-9E3D4D8B2739}"/>
          </ac:picMkLst>
        </pc:picChg>
      </pc:sldChg>
      <pc:sldChg chg="addSp modSp mod modAnim">
        <pc:chgData name="Faza Fauzan Habibi" userId="f07ce302-fd6c-42d1-b698-f0c587c7e391" providerId="ADAL" clId="{6376A2CB-D03A-4FC6-82DD-BDF867217337}" dt="2026-10-08T06:50:40.447" v="84"/>
        <pc:sldMkLst>
          <pc:docMk/>
          <pc:sldMk cId="4175611962" sldId="447"/>
        </pc:sldMkLst>
        <pc:picChg chg="add mod">
          <ac:chgData name="Faza Fauzan Habibi" userId="f07ce302-fd6c-42d1-b698-f0c587c7e391" providerId="ADAL" clId="{6376A2CB-D03A-4FC6-82DD-BDF867217337}" dt="2026-10-08T06:44:02.893" v="70" actId="1076"/>
          <ac:picMkLst>
            <pc:docMk/>
            <pc:sldMk cId="4175611962" sldId="447"/>
            <ac:picMk id="3" creationId="{79EF4659-E3E4-87FB-E2B8-1AC689A85389}"/>
          </ac:picMkLst>
        </pc:picChg>
      </pc:sldChg>
      <pc:sldChg chg="addSp modSp mod modAnim">
        <pc:chgData name="Faza Fauzan Habibi" userId="f07ce302-fd6c-42d1-b698-f0c587c7e391" providerId="ADAL" clId="{6376A2CB-D03A-4FC6-82DD-BDF867217337}" dt="2026-10-08T06:48:52.590" v="81"/>
        <pc:sldMkLst>
          <pc:docMk/>
          <pc:sldMk cId="3578071860" sldId="448"/>
        </pc:sldMkLst>
        <pc:picChg chg="add mod">
          <ac:chgData name="Faza Fauzan Habibi" userId="f07ce302-fd6c-42d1-b698-f0c587c7e391" providerId="ADAL" clId="{6376A2CB-D03A-4FC6-82DD-BDF867217337}" dt="2026-10-08T06:46:31.210" v="76"/>
          <ac:picMkLst>
            <pc:docMk/>
            <pc:sldMk cId="3578071860" sldId="448"/>
            <ac:picMk id="4" creationId="{06985D65-EB8D-B4C4-1134-21230746094D}"/>
          </ac:picMkLst>
        </pc:picChg>
        <pc:picChg chg="add mod">
          <ac:chgData name="Faza Fauzan Habibi" userId="f07ce302-fd6c-42d1-b698-f0c587c7e391" providerId="ADAL" clId="{6376A2CB-D03A-4FC6-82DD-BDF867217337}" dt="2026-10-07T08:02:16.559" v="0" actId="931"/>
          <ac:picMkLst>
            <pc:docMk/>
            <pc:sldMk cId="3578071860" sldId="448"/>
            <ac:picMk id="7" creationId="{14B1B0F0-0705-C7BB-3888-25DCE2020601}"/>
          </ac:picMkLst>
        </pc:picChg>
      </pc:sldChg>
      <pc:sldChg chg="addSp delSp modSp mod">
        <pc:chgData name="Faza Fauzan Habibi" userId="f07ce302-fd6c-42d1-b698-f0c587c7e391" providerId="ADAL" clId="{6376A2CB-D03A-4FC6-82DD-BDF867217337}" dt="2026-10-07T09:00:35.777" v="29" actId="478"/>
        <pc:sldMkLst>
          <pc:docMk/>
          <pc:sldMk cId="4294711262" sldId="449"/>
        </pc:sldMkLst>
        <pc:spChg chg="del">
          <ac:chgData name="Faza Fauzan Habibi" userId="f07ce302-fd6c-42d1-b698-f0c587c7e391" providerId="ADAL" clId="{6376A2CB-D03A-4FC6-82DD-BDF867217337}" dt="2026-10-07T09:00:35.777" v="29" actId="478"/>
          <ac:spMkLst>
            <pc:docMk/>
            <pc:sldMk cId="4294711262" sldId="449"/>
            <ac:spMk id="2" creationId="{EF429480-6B29-CBC2-EC1E-46801A5CBDBC}"/>
          </ac:spMkLst>
        </pc:spChg>
        <pc:picChg chg="add mod">
          <ac:chgData name="Faza Fauzan Habibi" userId="f07ce302-fd6c-42d1-b698-f0c587c7e391" providerId="ADAL" clId="{6376A2CB-D03A-4FC6-82DD-BDF867217337}" dt="2026-10-07T08:06:32.122" v="3" actId="14100"/>
          <ac:picMkLst>
            <pc:docMk/>
            <pc:sldMk cId="4294711262" sldId="449"/>
            <ac:picMk id="5" creationId="{1432CEC3-0E1A-B4AB-15BD-56991524B6A5}"/>
          </ac:picMkLst>
        </pc:picChg>
        <pc:picChg chg="add del mod">
          <ac:chgData name="Faza Fauzan Habibi" userId="f07ce302-fd6c-42d1-b698-f0c587c7e391" providerId="ADAL" clId="{6376A2CB-D03A-4FC6-82DD-BDF867217337}" dt="2026-10-07T08:46:02.158" v="14" actId="478"/>
          <ac:picMkLst>
            <pc:docMk/>
            <pc:sldMk cId="4294711262" sldId="449"/>
            <ac:picMk id="13" creationId="{B1EA7354-53CB-4B0D-42BE-204F70BDD98F}"/>
          </ac:picMkLst>
        </pc:picChg>
        <pc:picChg chg="add del mod">
          <ac:chgData name="Faza Fauzan Habibi" userId="f07ce302-fd6c-42d1-b698-f0c587c7e391" providerId="ADAL" clId="{6376A2CB-D03A-4FC6-82DD-BDF867217337}" dt="2026-10-07T08:51:54.178" v="20" actId="478"/>
          <ac:picMkLst>
            <pc:docMk/>
            <pc:sldMk cId="4294711262" sldId="449"/>
            <ac:picMk id="17" creationId="{631F39E3-A58F-8B71-7A3E-551C5DBA33FF}"/>
          </ac:picMkLst>
        </pc:picChg>
        <pc:picChg chg="add mod">
          <ac:chgData name="Faza Fauzan Habibi" userId="f07ce302-fd6c-42d1-b698-f0c587c7e391" providerId="ADAL" clId="{6376A2CB-D03A-4FC6-82DD-BDF867217337}" dt="2026-10-07T08:52:06.894" v="23" actId="14100"/>
          <ac:picMkLst>
            <pc:docMk/>
            <pc:sldMk cId="4294711262" sldId="449"/>
            <ac:picMk id="24" creationId="{6D4D9B8F-A5A0-3067-DFDB-0AF8FDB69477}"/>
          </ac:picMkLst>
        </pc:picChg>
      </pc:sldChg>
      <pc:sldChg chg="addSp delSp modSp mod modAnim">
        <pc:chgData name="Faza Fauzan Habibi" userId="f07ce302-fd6c-42d1-b698-f0c587c7e391" providerId="ADAL" clId="{6376A2CB-D03A-4FC6-82DD-BDF867217337}" dt="2026-10-08T06:46:43.012" v="77"/>
        <pc:sldMkLst>
          <pc:docMk/>
          <pc:sldMk cId="4261530524" sldId="466"/>
        </pc:sldMkLst>
        <pc:spChg chg="del mod">
          <ac:chgData name="Faza Fauzan Habibi" userId="f07ce302-fd6c-42d1-b698-f0c587c7e391" providerId="ADAL" clId="{6376A2CB-D03A-4FC6-82DD-BDF867217337}" dt="2026-10-07T08:52:33.814" v="26" actId="478"/>
          <ac:spMkLst>
            <pc:docMk/>
            <pc:sldMk cId="4261530524" sldId="466"/>
            <ac:spMk id="25" creationId="{253DEB57-9D40-4661-EF98-43C5628FC062}"/>
          </ac:spMkLst>
        </pc:spChg>
        <pc:picChg chg="add mod">
          <ac:chgData name="Faza Fauzan Habibi" userId="f07ce302-fd6c-42d1-b698-f0c587c7e391" providerId="ADAL" clId="{6376A2CB-D03A-4FC6-82DD-BDF867217337}" dt="2026-10-08T06:46:43.012" v="77"/>
          <ac:picMkLst>
            <pc:docMk/>
            <pc:sldMk cId="4261530524" sldId="466"/>
            <ac:picMk id="2" creationId="{5652CF66-987E-4427-4D37-4A03BFCA092C}"/>
          </ac:picMkLst>
        </pc:picChg>
        <pc:picChg chg="add mod">
          <ac:chgData name="Faza Fauzan Habibi" userId="f07ce302-fd6c-42d1-b698-f0c587c7e391" providerId="ADAL" clId="{6376A2CB-D03A-4FC6-82DD-BDF867217337}" dt="2026-10-07T09:23:19.564" v="32" actId="14100"/>
          <ac:picMkLst>
            <pc:docMk/>
            <pc:sldMk cId="4261530524" sldId="466"/>
            <ac:picMk id="33" creationId="{9713D774-EF8E-B977-B097-C8BEB486BA3F}"/>
          </ac:picMkLst>
        </pc:picChg>
        <pc:picChg chg="add del mod">
          <ac:chgData name="Faza Fauzan Habibi" userId="f07ce302-fd6c-42d1-b698-f0c587c7e391" providerId="ADAL" clId="{6376A2CB-D03A-4FC6-82DD-BDF867217337}" dt="2026-10-07T09:30:05.100" v="35" actId="478"/>
          <ac:picMkLst>
            <pc:docMk/>
            <pc:sldMk cId="4261530524" sldId="466"/>
            <ac:picMk id="37" creationId="{18CE7091-520B-61F2-72B5-CB2A110C4E6E}"/>
          </ac:picMkLst>
        </pc:picChg>
        <pc:picChg chg="add mod">
          <ac:chgData name="Faza Fauzan Habibi" userId="f07ce302-fd6c-42d1-b698-f0c587c7e391" providerId="ADAL" clId="{6376A2CB-D03A-4FC6-82DD-BDF867217337}" dt="2026-10-07T09:45:52.038" v="39" actId="14100"/>
          <ac:picMkLst>
            <pc:docMk/>
            <pc:sldMk cId="4261530524" sldId="466"/>
            <ac:picMk id="42" creationId="{EA196AA5-2BFB-523D-F733-193A5F9A954D}"/>
          </ac:picMkLst>
        </pc:picChg>
      </pc:sldChg>
      <pc:sldChg chg="addSp modSp mod modAnim">
        <pc:chgData name="Faza Fauzan Habibi" userId="f07ce302-fd6c-42d1-b698-f0c587c7e391" providerId="ADAL" clId="{6376A2CB-D03A-4FC6-82DD-BDF867217337}" dt="2026-10-08T06:47:16.208" v="80"/>
        <pc:sldMkLst>
          <pc:docMk/>
          <pc:sldMk cId="272887580" sldId="484"/>
        </pc:sldMkLst>
        <pc:picChg chg="add mod">
          <ac:chgData name="Faza Fauzan Habibi" userId="f07ce302-fd6c-42d1-b698-f0c587c7e391" providerId="ADAL" clId="{6376A2CB-D03A-4FC6-82DD-BDF867217337}" dt="2026-10-08T06:47:13.110" v="79" actId="1076"/>
          <ac:picMkLst>
            <pc:docMk/>
            <pc:sldMk cId="272887580" sldId="484"/>
            <ac:picMk id="2" creationId="{FBC5CE20-01B4-62AB-EF71-88EFE009AF51}"/>
          </ac:picMkLst>
        </pc:picChg>
      </pc:sldChg>
      <pc:sldChg chg="addSp modSp mod modAnim">
        <pc:chgData name="Faza Fauzan Habibi" userId="f07ce302-fd6c-42d1-b698-f0c587c7e391" providerId="ADAL" clId="{6376A2CB-D03A-4FC6-82DD-BDF867217337}" dt="2026-10-08T06:41:48.899" v="63"/>
        <pc:sldMkLst>
          <pc:docMk/>
          <pc:sldMk cId="1678210364" sldId="492"/>
        </pc:sldMkLst>
        <pc:picChg chg="add mod">
          <ac:chgData name="Faza Fauzan Habibi" userId="f07ce302-fd6c-42d1-b698-f0c587c7e391" providerId="ADAL" clId="{6376A2CB-D03A-4FC6-82DD-BDF867217337}" dt="2026-10-08T06:41:45.285" v="62" actId="1076"/>
          <ac:picMkLst>
            <pc:docMk/>
            <pc:sldMk cId="1678210364" sldId="492"/>
            <ac:picMk id="5" creationId="{102B7BD7-D64B-33F2-07A8-C2CC5E0B0C17}"/>
          </ac:picMkLst>
        </pc:picChg>
      </pc:sldChg>
      <pc:sldChg chg="addSp modSp mod modAnim">
        <pc:chgData name="Faza Fauzan Habibi" userId="f07ce302-fd6c-42d1-b698-f0c587c7e391" providerId="ADAL" clId="{6376A2CB-D03A-4FC6-82DD-BDF867217337}" dt="2026-10-08T06:50:59.834" v="87"/>
        <pc:sldMkLst>
          <pc:docMk/>
          <pc:sldMk cId="3683358609" sldId="495"/>
        </pc:sldMkLst>
        <pc:picChg chg="add mod">
          <ac:chgData name="Faza Fauzan Habibi" userId="f07ce302-fd6c-42d1-b698-f0c587c7e391" providerId="ADAL" clId="{6376A2CB-D03A-4FC6-82DD-BDF867217337}" dt="2026-10-08T06:50:56.648" v="86" actId="1076"/>
          <ac:picMkLst>
            <pc:docMk/>
            <pc:sldMk cId="3683358609" sldId="495"/>
            <ac:picMk id="2" creationId="{527865F8-BCCA-6337-857A-7A2280770B70}"/>
          </ac:picMkLst>
        </pc:picChg>
      </pc:sldChg>
      <pc:sldChg chg="addSp modSp modAnim">
        <pc:chgData name="Faza Fauzan Habibi" userId="f07ce302-fd6c-42d1-b698-f0c587c7e391" providerId="ADAL" clId="{6376A2CB-D03A-4FC6-82DD-BDF867217337}" dt="2026-10-08T06:49:04.258" v="82"/>
        <pc:sldMkLst>
          <pc:docMk/>
          <pc:sldMk cId="3804865899" sldId="498"/>
        </pc:sldMkLst>
        <pc:picChg chg="add mod">
          <ac:chgData name="Faza Fauzan Habibi" userId="f07ce302-fd6c-42d1-b698-f0c587c7e391" providerId="ADAL" clId="{6376A2CB-D03A-4FC6-82DD-BDF867217337}" dt="2026-10-08T06:49:04.258" v="82"/>
          <ac:picMkLst>
            <pc:docMk/>
            <pc:sldMk cId="3804865899" sldId="498"/>
            <ac:picMk id="2" creationId="{DC6084DB-E8C1-71B6-B67D-37AC30FF1D51}"/>
          </ac:picMkLst>
        </pc:picChg>
      </pc:sldChg>
      <pc:sldChg chg="del ord">
        <pc:chgData name="Faza Fauzan Habibi" userId="f07ce302-fd6c-42d1-b698-f0c587c7e391" providerId="ADAL" clId="{6376A2CB-D03A-4FC6-82DD-BDF867217337}" dt="2026-10-07T10:11:41.991" v="47" actId="47"/>
        <pc:sldMkLst>
          <pc:docMk/>
          <pc:sldMk cId="2686689701" sldId="501"/>
        </pc:sldMkLst>
      </pc:sldChg>
      <pc:sldChg chg="addSp delSp modSp mod">
        <pc:chgData name="Faza Fauzan Habibi" userId="f07ce302-fd6c-42d1-b698-f0c587c7e391" providerId="ADAL" clId="{6376A2CB-D03A-4FC6-82DD-BDF867217337}" dt="2026-10-07T08:22:02.938" v="7" actId="931"/>
        <pc:sldMkLst>
          <pc:docMk/>
          <pc:sldMk cId="169166562" sldId="502"/>
        </pc:sldMkLst>
        <pc:spChg chg="del">
          <ac:chgData name="Faza Fauzan Habibi" userId="f07ce302-fd6c-42d1-b698-f0c587c7e391" providerId="ADAL" clId="{6376A2CB-D03A-4FC6-82DD-BDF867217337}" dt="2026-10-07T08:07:14.161" v="4" actId="478"/>
          <ac:spMkLst>
            <pc:docMk/>
            <pc:sldMk cId="169166562" sldId="502"/>
            <ac:spMk id="2" creationId="{91A18766-8B87-AC1C-F847-CF2751A8AF65}"/>
          </ac:spMkLst>
        </pc:spChg>
        <pc:picChg chg="add del">
          <ac:chgData name="Faza Fauzan Habibi" userId="f07ce302-fd6c-42d1-b698-f0c587c7e391" providerId="ADAL" clId="{6376A2CB-D03A-4FC6-82DD-BDF867217337}" dt="2026-10-07T08:21:53.245" v="6" actId="478"/>
          <ac:picMkLst>
            <pc:docMk/>
            <pc:sldMk cId="169166562" sldId="502"/>
            <ac:picMk id="3" creationId="{B5861858-CC2C-3782-CE34-3968D12C96BD}"/>
          </ac:picMkLst>
        </pc:picChg>
        <pc:picChg chg="add mod">
          <ac:chgData name="Faza Fauzan Habibi" userId="f07ce302-fd6c-42d1-b698-f0c587c7e391" providerId="ADAL" clId="{6376A2CB-D03A-4FC6-82DD-BDF867217337}" dt="2026-10-07T08:22:02.938" v="7" actId="931"/>
          <ac:picMkLst>
            <pc:docMk/>
            <pc:sldMk cId="169166562" sldId="502"/>
            <ac:picMk id="5" creationId="{B36B23BF-A0E0-0E0B-1D26-D3E07E2ACD66}"/>
          </ac:picMkLst>
        </pc:picChg>
      </pc:sldChg>
      <pc:sldChg chg="addSp modSp modAnim">
        <pc:chgData name="Faza Fauzan Habibi" userId="f07ce302-fd6c-42d1-b698-f0c587c7e391" providerId="ADAL" clId="{6376A2CB-D03A-4FC6-82DD-BDF867217337}" dt="2026-10-08T06:51:42.741" v="88"/>
        <pc:sldMkLst>
          <pc:docMk/>
          <pc:sldMk cId="20829753" sldId="504"/>
        </pc:sldMkLst>
        <pc:picChg chg="add mod">
          <ac:chgData name="Faza Fauzan Habibi" userId="f07ce302-fd6c-42d1-b698-f0c587c7e391" providerId="ADAL" clId="{6376A2CB-D03A-4FC6-82DD-BDF867217337}" dt="2026-10-08T06:51:42.741" v="88"/>
          <ac:picMkLst>
            <pc:docMk/>
            <pc:sldMk cId="20829753" sldId="504"/>
            <ac:picMk id="2" creationId="{1096BAF1-D2E5-4A5C-E587-A685004537C5}"/>
          </ac:picMkLst>
        </pc:picChg>
      </pc:sldChg>
      <pc:sldChg chg="addSp modSp modAnim">
        <pc:chgData name="Faza Fauzan Habibi" userId="f07ce302-fd6c-42d1-b698-f0c587c7e391" providerId="ADAL" clId="{6376A2CB-D03A-4FC6-82DD-BDF867217337}" dt="2026-10-08T06:49:09.654" v="83"/>
        <pc:sldMkLst>
          <pc:docMk/>
          <pc:sldMk cId="785607734" sldId="507"/>
        </pc:sldMkLst>
        <pc:picChg chg="add mod">
          <ac:chgData name="Faza Fauzan Habibi" userId="f07ce302-fd6c-42d1-b698-f0c587c7e391" providerId="ADAL" clId="{6376A2CB-D03A-4FC6-82DD-BDF867217337}" dt="2026-10-08T06:49:09.654" v="83"/>
          <ac:picMkLst>
            <pc:docMk/>
            <pc:sldMk cId="785607734" sldId="507"/>
            <ac:picMk id="2" creationId="{C0AE0DFF-8A00-65AB-FA29-FF873F41823D}"/>
          </ac:picMkLst>
        </pc:picChg>
      </pc:sldChg>
      <pc:sldChg chg="addSp modSp mod ord modShow">
        <pc:chgData name="Faza Fauzan Habibi" userId="f07ce302-fd6c-42d1-b698-f0c587c7e391" providerId="ADAL" clId="{6376A2CB-D03A-4FC6-82DD-BDF867217337}" dt="2026-10-07T10:11:48.627" v="48" actId="729"/>
        <pc:sldMkLst>
          <pc:docMk/>
          <pc:sldMk cId="154378766" sldId="510"/>
        </pc:sldMkLst>
        <pc:spChg chg="add">
          <ac:chgData name="Faza Fauzan Habibi" userId="f07ce302-fd6c-42d1-b698-f0c587c7e391" providerId="ADAL" clId="{6376A2CB-D03A-4FC6-82DD-BDF867217337}" dt="2026-10-07T10:11:39.634" v="46" actId="22"/>
          <ac:spMkLst>
            <pc:docMk/>
            <pc:sldMk cId="154378766" sldId="510"/>
            <ac:spMk id="7" creationId="{A0A9D523-2A94-3953-BC88-65C7B7312C0E}"/>
          </ac:spMkLst>
        </pc:spChg>
        <pc:picChg chg="add mod">
          <ac:chgData name="Faza Fauzan Habibi" userId="f07ce302-fd6c-42d1-b698-f0c587c7e391" providerId="ADAL" clId="{6376A2CB-D03A-4FC6-82DD-BDF867217337}" dt="2026-10-07T10:01:00.122" v="40" actId="931"/>
          <ac:picMkLst>
            <pc:docMk/>
            <pc:sldMk cId="154378766" sldId="510"/>
            <ac:picMk id="5" creationId="{D7182D7A-738F-9855-F8B0-2EF76B42EA0D}"/>
          </ac:picMkLst>
        </pc:picChg>
      </pc:sldChg>
      <pc:sldChg chg="addSp mod">
        <pc:chgData name="Faza Fauzan Habibi" userId="f07ce302-fd6c-42d1-b698-f0c587c7e391" providerId="ADAL" clId="{6376A2CB-D03A-4FC6-82DD-BDF867217337}" dt="2026-10-07T08:59:59.944" v="28" actId="22"/>
        <pc:sldMkLst>
          <pc:docMk/>
          <pc:sldMk cId="4031407441" sldId="513"/>
        </pc:sldMkLst>
        <pc:picChg chg="add">
          <ac:chgData name="Faza Fauzan Habibi" userId="f07ce302-fd6c-42d1-b698-f0c587c7e391" providerId="ADAL" clId="{6376A2CB-D03A-4FC6-82DD-BDF867217337}" dt="2026-10-07T08:59:59.944" v="28" actId="22"/>
          <ac:picMkLst>
            <pc:docMk/>
            <pc:sldMk cId="4031407441" sldId="513"/>
            <ac:picMk id="5" creationId="{6FBB9EDD-3687-77B0-1DFE-A3BAB1E197B6}"/>
          </ac:picMkLst>
        </pc:picChg>
      </pc:sldChg>
      <pc:sldChg chg="addSp modSp modAnim">
        <pc:chgData name="Faza Fauzan Habibi" userId="f07ce302-fd6c-42d1-b698-f0c587c7e391" providerId="ADAL" clId="{6376A2CB-D03A-4FC6-82DD-BDF867217337}" dt="2026-10-08T06:51:48.586" v="89"/>
        <pc:sldMkLst>
          <pc:docMk/>
          <pc:sldMk cId="3973237264" sldId="515"/>
        </pc:sldMkLst>
        <pc:picChg chg="add mod">
          <ac:chgData name="Faza Fauzan Habibi" userId="f07ce302-fd6c-42d1-b698-f0c587c7e391" providerId="ADAL" clId="{6376A2CB-D03A-4FC6-82DD-BDF867217337}" dt="2026-10-08T06:51:48.586" v="89"/>
          <ac:picMkLst>
            <pc:docMk/>
            <pc:sldMk cId="3973237264" sldId="515"/>
            <ac:picMk id="2" creationId="{C4B5D21D-76FB-966E-58E5-ECDFA10EF7ED}"/>
          </ac:picMkLst>
        </pc:picChg>
      </pc:sldChg>
      <pc:sldChg chg="add">
        <pc:chgData name="Faza Fauzan Habibi" userId="f07ce302-fd6c-42d1-b698-f0c587c7e391" providerId="ADAL" clId="{6376A2CB-D03A-4FC6-82DD-BDF867217337}" dt="2026-10-07T09:26:51.285" v="33"/>
        <pc:sldMkLst>
          <pc:docMk/>
          <pc:sldMk cId="1823077732" sldId="524"/>
        </pc:sldMkLst>
      </pc:sldChg>
      <pc:sldChg chg="addSp modSp mod">
        <pc:chgData name="Faza Fauzan Habibi" userId="f07ce302-fd6c-42d1-b698-f0c587c7e391" providerId="ADAL" clId="{6376A2CB-D03A-4FC6-82DD-BDF867217337}" dt="2026-10-07T10:29:08.807" v="50" actId="931"/>
        <pc:sldMkLst>
          <pc:docMk/>
          <pc:sldMk cId="3744637457" sldId="527"/>
        </pc:sldMkLst>
        <pc:picChg chg="add mod">
          <ac:chgData name="Faza Fauzan Habibi" userId="f07ce302-fd6c-42d1-b698-f0c587c7e391" providerId="ADAL" clId="{6376A2CB-D03A-4FC6-82DD-BDF867217337}" dt="2026-10-07T10:29:08.807" v="50" actId="931"/>
          <ac:picMkLst>
            <pc:docMk/>
            <pc:sldMk cId="3744637457" sldId="527"/>
            <ac:picMk id="5" creationId="{FAEA2238-AD51-493E-4A67-D0A5C4399A60}"/>
          </ac:picMkLst>
        </pc:picChg>
      </pc:sldChg>
      <pc:sldChg chg="addSp modSp mod">
        <pc:chgData name="Faza Fauzan Habibi" userId="f07ce302-fd6c-42d1-b698-f0c587c7e391" providerId="ADAL" clId="{6376A2CB-D03A-4FC6-82DD-BDF867217337}" dt="2026-10-07T14:04:59.876" v="57" actId="1076"/>
        <pc:sldMkLst>
          <pc:docMk/>
          <pc:sldMk cId="2795453106" sldId="529"/>
        </pc:sldMkLst>
        <pc:picChg chg="add mod">
          <ac:chgData name="Faza Fauzan Habibi" userId="f07ce302-fd6c-42d1-b698-f0c587c7e391" providerId="ADAL" clId="{6376A2CB-D03A-4FC6-82DD-BDF867217337}" dt="2026-10-07T14:04:59.876" v="57" actId="1076"/>
          <ac:picMkLst>
            <pc:docMk/>
            <pc:sldMk cId="2795453106" sldId="529"/>
            <ac:picMk id="5" creationId="{895CE071-1959-1190-CFED-E5C85C415ADC}"/>
          </ac:picMkLst>
        </pc:picChg>
      </pc:sldChg>
    </pc:docChg>
  </pc:docChgLst>
  <pc:docChgLst>
    <pc:chgData name="Adinda Zahrah" userId="a5826866-d845-42a7-9a3b-4c36b0798fbb" providerId="ADAL" clId="{73BB7103-2D2C-59C6-B67F-91E0B0FE4278}"/>
    <pc:docChg chg="undo custSel addSld delSld modSld sldOrd delSection modSection">
      <pc:chgData name="Adinda Zahrah" userId="a5826866-d845-42a7-9a3b-4c36b0798fbb" providerId="ADAL" clId="{73BB7103-2D2C-59C6-B67F-91E0B0FE4278}" dt="2026-10-07T02:59:02.257" v="765" actId="115"/>
      <pc:docMkLst>
        <pc:docMk/>
      </pc:docMkLst>
      <pc:sldChg chg="del">
        <pc:chgData name="Adinda Zahrah" userId="a5826866-d845-42a7-9a3b-4c36b0798fbb" providerId="ADAL" clId="{73BB7103-2D2C-59C6-B67F-91E0B0FE4278}" dt="2026-10-06T20:04:02.807" v="74" actId="2696"/>
        <pc:sldMkLst>
          <pc:docMk/>
          <pc:sldMk cId="0" sldId="270"/>
        </pc:sldMkLst>
      </pc:sldChg>
      <pc:sldChg chg="del">
        <pc:chgData name="Adinda Zahrah" userId="a5826866-d845-42a7-9a3b-4c36b0798fbb" providerId="ADAL" clId="{73BB7103-2D2C-59C6-B67F-91E0B0FE4278}" dt="2026-10-06T20:07:59.619" v="165" actId="2696"/>
        <pc:sldMkLst>
          <pc:docMk/>
          <pc:sldMk cId="0" sldId="278"/>
        </pc:sldMkLst>
      </pc:sldChg>
      <pc:sldChg chg="del">
        <pc:chgData name="Adinda Zahrah" userId="a5826866-d845-42a7-9a3b-4c36b0798fbb" providerId="ADAL" clId="{73BB7103-2D2C-59C6-B67F-91E0B0FE4278}" dt="2026-10-06T20:07:59.690" v="178" actId="2696"/>
        <pc:sldMkLst>
          <pc:docMk/>
          <pc:sldMk cId="0" sldId="279"/>
        </pc:sldMkLst>
      </pc:sldChg>
      <pc:sldChg chg="del">
        <pc:chgData name="Adinda Zahrah" userId="a5826866-d845-42a7-9a3b-4c36b0798fbb" providerId="ADAL" clId="{73BB7103-2D2C-59C6-B67F-91E0B0FE4278}" dt="2026-10-06T20:07:59.650" v="172" actId="2696"/>
        <pc:sldMkLst>
          <pc:docMk/>
          <pc:sldMk cId="0" sldId="280"/>
        </pc:sldMkLst>
      </pc:sldChg>
      <pc:sldChg chg="del">
        <pc:chgData name="Adinda Zahrah" userId="a5826866-d845-42a7-9a3b-4c36b0798fbb" providerId="ADAL" clId="{73BB7103-2D2C-59C6-B67F-91E0B0FE4278}" dt="2026-10-06T20:07:59.698" v="180" actId="2696"/>
        <pc:sldMkLst>
          <pc:docMk/>
          <pc:sldMk cId="0" sldId="281"/>
        </pc:sldMkLst>
      </pc:sldChg>
      <pc:sldChg chg="del">
        <pc:chgData name="Adinda Zahrah" userId="a5826866-d845-42a7-9a3b-4c36b0798fbb" providerId="ADAL" clId="{73BB7103-2D2C-59C6-B67F-91E0B0FE4278}" dt="2026-10-06T20:07:59.638" v="170" actId="2696"/>
        <pc:sldMkLst>
          <pc:docMk/>
          <pc:sldMk cId="0" sldId="282"/>
        </pc:sldMkLst>
      </pc:sldChg>
      <pc:sldChg chg="del">
        <pc:chgData name="Adinda Zahrah" userId="a5826866-d845-42a7-9a3b-4c36b0798fbb" providerId="ADAL" clId="{73BB7103-2D2C-59C6-B67F-91E0B0FE4278}" dt="2026-10-06T20:07:59.622" v="166" actId="2696"/>
        <pc:sldMkLst>
          <pc:docMk/>
          <pc:sldMk cId="0" sldId="283"/>
        </pc:sldMkLst>
      </pc:sldChg>
      <pc:sldChg chg="del">
        <pc:chgData name="Adinda Zahrah" userId="a5826866-d845-42a7-9a3b-4c36b0798fbb" providerId="ADAL" clId="{73BB7103-2D2C-59C6-B67F-91E0B0FE4278}" dt="2026-10-06T20:07:59.656" v="175" actId="2696"/>
        <pc:sldMkLst>
          <pc:docMk/>
          <pc:sldMk cId="0" sldId="284"/>
        </pc:sldMkLst>
      </pc:sldChg>
      <pc:sldChg chg="del">
        <pc:chgData name="Adinda Zahrah" userId="a5826866-d845-42a7-9a3b-4c36b0798fbb" providerId="ADAL" clId="{73BB7103-2D2C-59C6-B67F-91E0B0FE4278}" dt="2026-10-06T20:07:59.651" v="173" actId="2696"/>
        <pc:sldMkLst>
          <pc:docMk/>
          <pc:sldMk cId="0" sldId="285"/>
        </pc:sldMkLst>
      </pc:sldChg>
      <pc:sldChg chg="del">
        <pc:chgData name="Adinda Zahrah" userId="a5826866-d845-42a7-9a3b-4c36b0798fbb" providerId="ADAL" clId="{73BB7103-2D2C-59C6-B67F-91E0B0FE4278}" dt="2026-10-06T20:07:59.658" v="176" actId="2696"/>
        <pc:sldMkLst>
          <pc:docMk/>
          <pc:sldMk cId="0" sldId="286"/>
        </pc:sldMkLst>
      </pc:sldChg>
      <pc:sldChg chg="del">
        <pc:chgData name="Adinda Zahrah" userId="a5826866-d845-42a7-9a3b-4c36b0798fbb" providerId="ADAL" clId="{73BB7103-2D2C-59C6-B67F-91E0B0FE4278}" dt="2026-10-06T20:07:59.646" v="171" actId="2696"/>
        <pc:sldMkLst>
          <pc:docMk/>
          <pc:sldMk cId="0" sldId="287"/>
        </pc:sldMkLst>
      </pc:sldChg>
      <pc:sldChg chg="del">
        <pc:chgData name="Adinda Zahrah" userId="a5826866-d845-42a7-9a3b-4c36b0798fbb" providerId="ADAL" clId="{73BB7103-2D2C-59C6-B67F-91E0B0FE4278}" dt="2026-10-06T20:07:59.692" v="179" actId="2696"/>
        <pc:sldMkLst>
          <pc:docMk/>
          <pc:sldMk cId="0" sldId="288"/>
        </pc:sldMkLst>
      </pc:sldChg>
      <pc:sldChg chg="del">
        <pc:chgData name="Adinda Zahrah" userId="a5826866-d845-42a7-9a3b-4c36b0798fbb" providerId="ADAL" clId="{73BB7103-2D2C-59C6-B67F-91E0B0FE4278}" dt="2026-10-06T20:07:59.666" v="177" actId="2696"/>
        <pc:sldMkLst>
          <pc:docMk/>
          <pc:sldMk cId="0" sldId="289"/>
        </pc:sldMkLst>
      </pc:sldChg>
      <pc:sldChg chg="del">
        <pc:chgData name="Adinda Zahrah" userId="a5826866-d845-42a7-9a3b-4c36b0798fbb" providerId="ADAL" clId="{73BB7103-2D2C-59C6-B67F-91E0B0FE4278}" dt="2026-10-06T20:07:59.654" v="174" actId="2696"/>
        <pc:sldMkLst>
          <pc:docMk/>
          <pc:sldMk cId="0" sldId="290"/>
        </pc:sldMkLst>
      </pc:sldChg>
      <pc:sldChg chg="del">
        <pc:chgData name="Adinda Zahrah" userId="a5826866-d845-42a7-9a3b-4c36b0798fbb" providerId="ADAL" clId="{73BB7103-2D2C-59C6-B67F-91E0B0FE4278}" dt="2026-10-06T20:07:59.624" v="167" actId="2696"/>
        <pc:sldMkLst>
          <pc:docMk/>
          <pc:sldMk cId="0" sldId="291"/>
        </pc:sldMkLst>
      </pc:sldChg>
      <pc:sldChg chg="del">
        <pc:chgData name="Adinda Zahrah" userId="a5826866-d845-42a7-9a3b-4c36b0798fbb" providerId="ADAL" clId="{73BB7103-2D2C-59C6-B67F-91E0B0FE4278}" dt="2026-10-06T20:07:59.637" v="169" actId="2696"/>
        <pc:sldMkLst>
          <pc:docMk/>
          <pc:sldMk cId="0" sldId="292"/>
        </pc:sldMkLst>
      </pc:sldChg>
      <pc:sldChg chg="del">
        <pc:chgData name="Adinda Zahrah" userId="a5826866-d845-42a7-9a3b-4c36b0798fbb" providerId="ADAL" clId="{73BB7103-2D2C-59C6-B67F-91E0B0FE4278}" dt="2026-10-06T20:07:59.634" v="168" actId="2696"/>
        <pc:sldMkLst>
          <pc:docMk/>
          <pc:sldMk cId="895817301" sldId="297"/>
        </pc:sldMkLst>
      </pc:sldChg>
      <pc:sldChg chg="modSp mod">
        <pc:chgData name="Adinda Zahrah" userId="a5826866-d845-42a7-9a3b-4c36b0798fbb" providerId="ADAL" clId="{73BB7103-2D2C-59C6-B67F-91E0B0FE4278}" dt="2026-10-07T02:49:29.164" v="210" actId="1076"/>
        <pc:sldMkLst>
          <pc:docMk/>
          <pc:sldMk cId="1269934885" sldId="386"/>
        </pc:sldMkLst>
        <pc:spChg chg="mod">
          <ac:chgData name="Adinda Zahrah" userId="a5826866-d845-42a7-9a3b-4c36b0798fbb" providerId="ADAL" clId="{73BB7103-2D2C-59C6-B67F-91E0B0FE4278}" dt="2026-10-07T02:49:29.164" v="210" actId="1076"/>
          <ac:spMkLst>
            <pc:docMk/>
            <pc:sldMk cId="1269934885" sldId="386"/>
            <ac:spMk id="2" creationId="{AC120F3E-54E7-BB85-FFD5-A116A7C2F74B}"/>
          </ac:spMkLst>
        </pc:spChg>
      </pc:sldChg>
      <pc:sldChg chg="del">
        <pc:chgData name="Adinda Zahrah" userId="a5826866-d845-42a7-9a3b-4c36b0798fbb" providerId="ADAL" clId="{73BB7103-2D2C-59C6-B67F-91E0B0FE4278}" dt="2026-10-06T20:04:02.805" v="73" actId="2696"/>
        <pc:sldMkLst>
          <pc:docMk/>
          <pc:sldMk cId="4047784749" sldId="387"/>
        </pc:sldMkLst>
      </pc:sldChg>
      <pc:sldChg chg="del">
        <pc:chgData name="Adinda Zahrah" userId="a5826866-d845-42a7-9a3b-4c36b0798fbb" providerId="ADAL" clId="{73BB7103-2D2C-59C6-B67F-91E0B0FE4278}" dt="2026-10-06T20:04:02.810" v="76" actId="2696"/>
        <pc:sldMkLst>
          <pc:docMk/>
          <pc:sldMk cId="1906249170" sldId="388"/>
        </pc:sldMkLst>
      </pc:sldChg>
      <pc:sldChg chg="del">
        <pc:chgData name="Adinda Zahrah" userId="a5826866-d845-42a7-9a3b-4c36b0798fbb" providerId="ADAL" clId="{73BB7103-2D2C-59C6-B67F-91E0B0FE4278}" dt="2026-10-06T20:00:56.126" v="40" actId="2696"/>
        <pc:sldMkLst>
          <pc:docMk/>
          <pc:sldMk cId="4109346363" sldId="389"/>
        </pc:sldMkLst>
      </pc:sldChg>
      <pc:sldChg chg="del">
        <pc:chgData name="Adinda Zahrah" userId="a5826866-d845-42a7-9a3b-4c36b0798fbb" providerId="ADAL" clId="{73BB7103-2D2C-59C6-B67F-91E0B0FE4278}" dt="2026-10-06T20:01:06.709" v="41" actId="2696"/>
        <pc:sldMkLst>
          <pc:docMk/>
          <pc:sldMk cId="1619507039" sldId="390"/>
        </pc:sldMkLst>
      </pc:sldChg>
      <pc:sldChg chg="del">
        <pc:chgData name="Adinda Zahrah" userId="a5826866-d845-42a7-9a3b-4c36b0798fbb" providerId="ADAL" clId="{73BB7103-2D2C-59C6-B67F-91E0B0FE4278}" dt="2026-10-06T20:01:06.729" v="42" actId="2696"/>
        <pc:sldMkLst>
          <pc:docMk/>
          <pc:sldMk cId="2593007475" sldId="391"/>
        </pc:sldMkLst>
      </pc:sldChg>
      <pc:sldChg chg="del">
        <pc:chgData name="Adinda Zahrah" userId="a5826866-d845-42a7-9a3b-4c36b0798fbb" providerId="ADAL" clId="{73BB7103-2D2C-59C6-B67F-91E0B0FE4278}" dt="2026-10-06T20:01:06.735" v="43" actId="2696"/>
        <pc:sldMkLst>
          <pc:docMk/>
          <pc:sldMk cId="2850286171" sldId="392"/>
        </pc:sldMkLst>
      </pc:sldChg>
      <pc:sldChg chg="del">
        <pc:chgData name="Adinda Zahrah" userId="a5826866-d845-42a7-9a3b-4c36b0798fbb" providerId="ADAL" clId="{73BB7103-2D2C-59C6-B67F-91E0B0FE4278}" dt="2026-10-06T20:04:02.821" v="81" actId="2696"/>
        <pc:sldMkLst>
          <pc:docMk/>
          <pc:sldMk cId="3117146357" sldId="393"/>
        </pc:sldMkLst>
      </pc:sldChg>
      <pc:sldChg chg="addSp delSp modSp mod">
        <pc:chgData name="Adinda Zahrah" userId="a5826866-d845-42a7-9a3b-4c36b0798fbb" providerId="ADAL" clId="{73BB7103-2D2C-59C6-B67F-91E0B0FE4278}" dt="2026-10-06T18:17:30.180" v="13" actId="14100"/>
        <pc:sldMkLst>
          <pc:docMk/>
          <pc:sldMk cId="902265753" sldId="423"/>
        </pc:sldMkLst>
        <pc:picChg chg="add mod">
          <ac:chgData name="Adinda Zahrah" userId="a5826866-d845-42a7-9a3b-4c36b0798fbb" providerId="ADAL" clId="{73BB7103-2D2C-59C6-B67F-91E0B0FE4278}" dt="2026-10-06T18:17:30.180" v="13" actId="14100"/>
          <ac:picMkLst>
            <pc:docMk/>
            <pc:sldMk cId="902265753" sldId="423"/>
            <ac:picMk id="3" creationId="{90C8BA10-3E86-2575-6542-93CD8BB30DB0}"/>
          </ac:picMkLst>
        </pc:picChg>
        <pc:picChg chg="del">
          <ac:chgData name="Adinda Zahrah" userId="a5826866-d845-42a7-9a3b-4c36b0798fbb" providerId="ADAL" clId="{73BB7103-2D2C-59C6-B67F-91E0B0FE4278}" dt="2026-10-06T18:17:22.141" v="8" actId="478"/>
          <ac:picMkLst>
            <pc:docMk/>
            <pc:sldMk cId="902265753" sldId="423"/>
            <ac:picMk id="7" creationId="{6A1CA498-F3D8-4D3D-8705-629F0DC9F7A4}"/>
          </ac:picMkLst>
        </pc:picChg>
      </pc:sldChg>
      <pc:sldChg chg="addSp modSp mod">
        <pc:chgData name="Adinda Zahrah" userId="a5826866-d845-42a7-9a3b-4c36b0798fbb" providerId="ADAL" clId="{73BB7103-2D2C-59C6-B67F-91E0B0FE4278}" dt="2026-10-07T02:58:40.407" v="759" actId="113"/>
        <pc:sldMkLst>
          <pc:docMk/>
          <pc:sldMk cId="2073848018" sldId="434"/>
        </pc:sldMkLst>
        <pc:spChg chg="add mod">
          <ac:chgData name="Adinda Zahrah" userId="a5826866-d845-42a7-9a3b-4c36b0798fbb" providerId="ADAL" clId="{73BB7103-2D2C-59C6-B67F-91E0B0FE4278}" dt="2026-10-07T02:58:40.407" v="759" actId="113"/>
          <ac:spMkLst>
            <pc:docMk/>
            <pc:sldMk cId="2073848018" sldId="434"/>
            <ac:spMk id="4" creationId="{4E9F9158-7A86-5CCA-D648-C8E8B34A4828}"/>
          </ac:spMkLst>
        </pc:spChg>
      </pc:sldChg>
      <pc:sldChg chg="del">
        <pc:chgData name="Adinda Zahrah" userId="a5826866-d845-42a7-9a3b-4c36b0798fbb" providerId="ADAL" clId="{73BB7103-2D2C-59C6-B67F-91E0B0FE4278}" dt="2026-10-06T19:19:36.801" v="16" actId="2696"/>
        <pc:sldMkLst>
          <pc:docMk/>
          <pc:sldMk cId="3106146042" sldId="438"/>
        </pc:sldMkLst>
      </pc:sldChg>
      <pc:sldChg chg="del">
        <pc:chgData name="Adinda Zahrah" userId="a5826866-d845-42a7-9a3b-4c36b0798fbb" providerId="ADAL" clId="{73BB7103-2D2C-59C6-B67F-91E0B0FE4278}" dt="2026-10-06T19:19:32.468" v="15" actId="2696"/>
        <pc:sldMkLst>
          <pc:docMk/>
          <pc:sldMk cId="2859562806" sldId="439"/>
        </pc:sldMkLst>
      </pc:sldChg>
      <pc:sldChg chg="addSp modSp mod">
        <pc:chgData name="Adinda Zahrah" userId="a5826866-d845-42a7-9a3b-4c36b0798fbb" providerId="ADAL" clId="{73BB7103-2D2C-59C6-B67F-91E0B0FE4278}" dt="2026-10-06T19:38:40.124" v="21" actId="14100"/>
        <pc:sldMkLst>
          <pc:docMk/>
          <pc:sldMk cId="190600182" sldId="440"/>
        </pc:sldMkLst>
        <pc:picChg chg="add mod">
          <ac:chgData name="Adinda Zahrah" userId="a5826866-d845-42a7-9a3b-4c36b0798fbb" providerId="ADAL" clId="{73BB7103-2D2C-59C6-B67F-91E0B0FE4278}" dt="2026-10-06T19:38:40.124" v="21" actId="14100"/>
          <ac:picMkLst>
            <pc:docMk/>
            <pc:sldMk cId="190600182" sldId="440"/>
            <ac:picMk id="4" creationId="{4CCE6B3A-8414-C923-D371-3FDC627ED44D}"/>
          </ac:picMkLst>
        </pc:picChg>
      </pc:sldChg>
      <pc:sldChg chg="del mod modShow">
        <pc:chgData name="Adinda Zahrah" userId="a5826866-d845-42a7-9a3b-4c36b0798fbb" providerId="ADAL" clId="{73BB7103-2D2C-59C6-B67F-91E0B0FE4278}" dt="2026-10-06T20:04:02.815" v="78" actId="2696"/>
        <pc:sldMkLst>
          <pc:docMk/>
          <pc:sldMk cId="3850122348" sldId="441"/>
        </pc:sldMkLst>
      </pc:sldChg>
      <pc:sldChg chg="del">
        <pc:chgData name="Adinda Zahrah" userId="a5826866-d845-42a7-9a3b-4c36b0798fbb" providerId="ADAL" clId="{73BB7103-2D2C-59C6-B67F-91E0B0FE4278}" dt="2026-10-06T20:04:02.811" v="77" actId="2696"/>
        <pc:sldMkLst>
          <pc:docMk/>
          <pc:sldMk cId="3263817337" sldId="442"/>
        </pc:sldMkLst>
      </pc:sldChg>
      <pc:sldChg chg="del">
        <pc:chgData name="Adinda Zahrah" userId="a5826866-d845-42a7-9a3b-4c36b0798fbb" providerId="ADAL" clId="{73BB7103-2D2C-59C6-B67F-91E0B0FE4278}" dt="2026-10-06T20:04:02.818" v="80" actId="2696"/>
        <pc:sldMkLst>
          <pc:docMk/>
          <pc:sldMk cId="4217824246" sldId="445"/>
        </pc:sldMkLst>
      </pc:sldChg>
      <pc:sldChg chg="del">
        <pc:chgData name="Adinda Zahrah" userId="a5826866-d845-42a7-9a3b-4c36b0798fbb" providerId="ADAL" clId="{73BB7103-2D2C-59C6-B67F-91E0B0FE4278}" dt="2026-10-06T20:04:02.809" v="75" actId="2696"/>
        <pc:sldMkLst>
          <pc:docMk/>
          <pc:sldMk cId="327045328" sldId="446"/>
        </pc:sldMkLst>
      </pc:sldChg>
      <pc:sldChg chg="addSp delSp modSp mod">
        <pc:chgData name="Adinda Zahrah" userId="a5826866-d845-42a7-9a3b-4c36b0798fbb" providerId="ADAL" clId="{73BB7103-2D2C-59C6-B67F-91E0B0FE4278}" dt="2026-10-06T17:46:26.359" v="6" actId="14100"/>
        <pc:sldMkLst>
          <pc:docMk/>
          <pc:sldMk cId="4175611962" sldId="447"/>
        </pc:sldMkLst>
        <pc:picChg chg="add del mod">
          <ac:chgData name="Adinda Zahrah" userId="a5826866-d845-42a7-9a3b-4c36b0798fbb" providerId="ADAL" clId="{73BB7103-2D2C-59C6-B67F-91E0B0FE4278}" dt="2026-10-06T17:44:45.281" v="3" actId="478"/>
          <ac:picMkLst>
            <pc:docMk/>
            <pc:sldMk cId="4175611962" sldId="447"/>
            <ac:picMk id="4" creationId="{B1FA1083-D500-7108-75D5-D4E80330D248}"/>
          </ac:picMkLst>
        </pc:picChg>
        <pc:picChg chg="add mod">
          <ac:chgData name="Adinda Zahrah" userId="a5826866-d845-42a7-9a3b-4c36b0798fbb" providerId="ADAL" clId="{73BB7103-2D2C-59C6-B67F-91E0B0FE4278}" dt="2026-10-06T17:46:26.359" v="6" actId="14100"/>
          <ac:picMkLst>
            <pc:docMk/>
            <pc:sldMk cId="4175611962" sldId="447"/>
            <ac:picMk id="6" creationId="{14087D4E-54ED-9170-EF9F-B9007309990B}"/>
          </ac:picMkLst>
        </pc:picChg>
      </pc:sldChg>
      <pc:sldChg chg="addSp modSp mod">
        <pc:chgData name="Adinda Zahrah" userId="a5826866-d845-42a7-9a3b-4c36b0798fbb" providerId="ADAL" clId="{73BB7103-2D2C-59C6-B67F-91E0B0FE4278}" dt="2026-10-07T02:52:24.475" v="379" actId="14100"/>
        <pc:sldMkLst>
          <pc:docMk/>
          <pc:sldMk cId="3578071860" sldId="448"/>
        </pc:sldMkLst>
        <pc:spChg chg="add mod">
          <ac:chgData name="Adinda Zahrah" userId="a5826866-d845-42a7-9a3b-4c36b0798fbb" providerId="ADAL" clId="{73BB7103-2D2C-59C6-B67F-91E0B0FE4278}" dt="2026-10-07T02:52:24.475" v="379" actId="14100"/>
          <ac:spMkLst>
            <pc:docMk/>
            <pc:sldMk cId="3578071860" sldId="448"/>
            <ac:spMk id="3" creationId="{83934C0D-D1EF-CEA7-E3BF-E43AC315A0CE}"/>
          </ac:spMkLst>
        </pc:spChg>
      </pc:sldChg>
      <pc:sldChg chg="addSp modSp mod">
        <pc:chgData name="Adinda Zahrah" userId="a5826866-d845-42a7-9a3b-4c36b0798fbb" providerId="ADAL" clId="{73BB7103-2D2C-59C6-B67F-91E0B0FE4278}" dt="2026-10-07T02:59:02.257" v="765" actId="115"/>
        <pc:sldMkLst>
          <pc:docMk/>
          <pc:sldMk cId="4294711262" sldId="449"/>
        </pc:sldMkLst>
        <pc:spChg chg="add mod">
          <ac:chgData name="Adinda Zahrah" userId="a5826866-d845-42a7-9a3b-4c36b0798fbb" providerId="ADAL" clId="{73BB7103-2D2C-59C6-B67F-91E0B0FE4278}" dt="2026-10-07T02:59:02.257" v="765" actId="115"/>
          <ac:spMkLst>
            <pc:docMk/>
            <pc:sldMk cId="4294711262" sldId="449"/>
            <ac:spMk id="2" creationId="{EF429480-6B29-CBC2-EC1E-46801A5CBDBC}"/>
          </ac:spMkLst>
        </pc:spChg>
        <pc:picChg chg="mod">
          <ac:chgData name="Adinda Zahrah" userId="a5826866-d845-42a7-9a3b-4c36b0798fbb" providerId="ADAL" clId="{73BB7103-2D2C-59C6-B67F-91E0B0FE4278}" dt="2026-10-07T02:51:21.718" v="324" actId="1076"/>
          <ac:picMkLst>
            <pc:docMk/>
            <pc:sldMk cId="4294711262" sldId="449"/>
            <ac:picMk id="7" creationId="{537CF59A-6418-5B96-3C1D-54D47130188C}"/>
          </ac:picMkLst>
        </pc:picChg>
      </pc:sldChg>
      <pc:sldChg chg="del">
        <pc:chgData name="Adinda Zahrah" userId="a5826866-d845-42a7-9a3b-4c36b0798fbb" providerId="ADAL" clId="{73BB7103-2D2C-59C6-B67F-91E0B0FE4278}" dt="2026-10-06T20:17:17.907" v="193" actId="2696"/>
        <pc:sldMkLst>
          <pc:docMk/>
          <pc:sldMk cId="2303482153" sldId="450"/>
        </pc:sldMkLst>
      </pc:sldChg>
      <pc:sldChg chg="del">
        <pc:chgData name="Adinda Zahrah" userId="a5826866-d845-42a7-9a3b-4c36b0798fbb" providerId="ADAL" clId="{73BB7103-2D2C-59C6-B67F-91E0B0FE4278}" dt="2026-10-06T20:17:17.904" v="192" actId="2696"/>
        <pc:sldMkLst>
          <pc:docMk/>
          <pc:sldMk cId="273024979" sldId="451"/>
        </pc:sldMkLst>
      </pc:sldChg>
      <pc:sldChg chg="addSp modSp del mod">
        <pc:chgData name="Adinda Zahrah" userId="a5826866-d845-42a7-9a3b-4c36b0798fbb" providerId="ADAL" clId="{73BB7103-2D2C-59C6-B67F-91E0B0FE4278}" dt="2026-10-06T20:06:20.246" v="98" actId="2696"/>
        <pc:sldMkLst>
          <pc:docMk/>
          <pc:sldMk cId="981830307" sldId="452"/>
        </pc:sldMkLst>
        <pc:picChg chg="add mod">
          <ac:chgData name="Adinda Zahrah" userId="a5826866-d845-42a7-9a3b-4c36b0798fbb" providerId="ADAL" clId="{73BB7103-2D2C-59C6-B67F-91E0B0FE4278}" dt="2026-10-06T20:03:38.973" v="72" actId="14100"/>
          <ac:picMkLst>
            <pc:docMk/>
            <pc:sldMk cId="981830307" sldId="452"/>
            <ac:picMk id="4" creationId="{3A096872-D1B5-6C25-86B5-56A5015C4760}"/>
          </ac:picMkLst>
        </pc:picChg>
      </pc:sldChg>
      <pc:sldChg chg="del">
        <pc:chgData name="Adinda Zahrah" userId="a5826866-d845-42a7-9a3b-4c36b0798fbb" providerId="ADAL" clId="{73BB7103-2D2C-59C6-B67F-91E0B0FE4278}" dt="2026-10-06T20:06:20.253" v="101" actId="2696"/>
        <pc:sldMkLst>
          <pc:docMk/>
          <pc:sldMk cId="4022658841" sldId="453"/>
        </pc:sldMkLst>
      </pc:sldChg>
      <pc:sldChg chg="addSp delSp modSp del mod">
        <pc:chgData name="Adinda Zahrah" userId="a5826866-d845-42a7-9a3b-4c36b0798fbb" providerId="ADAL" clId="{73BB7103-2D2C-59C6-B67F-91E0B0FE4278}" dt="2026-10-06T20:06:20.250" v="100" actId="2696"/>
        <pc:sldMkLst>
          <pc:docMk/>
          <pc:sldMk cId="622734842" sldId="454"/>
        </pc:sldMkLst>
        <pc:spChg chg="del">
          <ac:chgData name="Adinda Zahrah" userId="a5826866-d845-42a7-9a3b-4c36b0798fbb" providerId="ADAL" clId="{73BB7103-2D2C-59C6-B67F-91E0B0FE4278}" dt="2026-10-06T20:01:24.445" v="44" actId="478"/>
          <ac:spMkLst>
            <pc:docMk/>
            <pc:sldMk cId="622734842" sldId="454"/>
            <ac:spMk id="2" creationId="{17D7962B-B826-6CC8-5A28-F15D765BC72D}"/>
          </ac:spMkLst>
        </pc:spChg>
        <pc:spChg chg="del">
          <ac:chgData name="Adinda Zahrah" userId="a5826866-d845-42a7-9a3b-4c36b0798fbb" providerId="ADAL" clId="{73BB7103-2D2C-59C6-B67F-91E0B0FE4278}" dt="2026-10-06T20:01:24.445" v="44" actId="478"/>
          <ac:spMkLst>
            <pc:docMk/>
            <pc:sldMk cId="622734842" sldId="454"/>
            <ac:spMk id="3" creationId="{975FED23-0C50-4FB9-454F-4BEA01C17FC3}"/>
          </ac:spMkLst>
        </pc:spChg>
        <pc:spChg chg="del">
          <ac:chgData name="Adinda Zahrah" userId="a5826866-d845-42a7-9a3b-4c36b0798fbb" providerId="ADAL" clId="{73BB7103-2D2C-59C6-B67F-91E0B0FE4278}" dt="2026-10-06T20:01:24.445" v="44" actId="478"/>
          <ac:spMkLst>
            <pc:docMk/>
            <pc:sldMk cId="622734842" sldId="454"/>
            <ac:spMk id="5" creationId="{DBD0A82A-BBB5-8D43-9376-D4EB55152287}"/>
          </ac:spMkLst>
        </pc:spChg>
        <pc:spChg chg="del">
          <ac:chgData name="Adinda Zahrah" userId="a5826866-d845-42a7-9a3b-4c36b0798fbb" providerId="ADAL" clId="{73BB7103-2D2C-59C6-B67F-91E0B0FE4278}" dt="2026-10-06T20:01:24.445" v="44" actId="478"/>
          <ac:spMkLst>
            <pc:docMk/>
            <pc:sldMk cId="622734842" sldId="454"/>
            <ac:spMk id="6" creationId="{77007D8B-C516-A7AE-7905-75A7911DB62E}"/>
          </ac:spMkLst>
        </pc:spChg>
        <pc:spChg chg="del">
          <ac:chgData name="Adinda Zahrah" userId="a5826866-d845-42a7-9a3b-4c36b0798fbb" providerId="ADAL" clId="{73BB7103-2D2C-59C6-B67F-91E0B0FE4278}" dt="2026-10-06T20:01:24.445" v="44" actId="478"/>
          <ac:spMkLst>
            <pc:docMk/>
            <pc:sldMk cId="622734842" sldId="454"/>
            <ac:spMk id="7" creationId="{6E12C1CE-21B3-394F-88E4-B0140E15165C}"/>
          </ac:spMkLst>
        </pc:spChg>
        <pc:spChg chg="del">
          <ac:chgData name="Adinda Zahrah" userId="a5826866-d845-42a7-9a3b-4c36b0798fbb" providerId="ADAL" clId="{73BB7103-2D2C-59C6-B67F-91E0B0FE4278}" dt="2026-10-06T20:01:24.445" v="44" actId="478"/>
          <ac:spMkLst>
            <pc:docMk/>
            <pc:sldMk cId="622734842" sldId="454"/>
            <ac:spMk id="8" creationId="{821ED2EE-8D3E-1032-2544-E29327F2A223}"/>
          </ac:spMkLst>
        </pc:spChg>
        <pc:spChg chg="del">
          <ac:chgData name="Adinda Zahrah" userId="a5826866-d845-42a7-9a3b-4c36b0798fbb" providerId="ADAL" clId="{73BB7103-2D2C-59C6-B67F-91E0B0FE4278}" dt="2026-10-06T20:01:24.445" v="44" actId="478"/>
          <ac:spMkLst>
            <pc:docMk/>
            <pc:sldMk cId="622734842" sldId="454"/>
            <ac:spMk id="9" creationId="{8B17CC50-E9A6-7415-4990-E363B1FC067C}"/>
          </ac:spMkLst>
        </pc:spChg>
        <pc:spChg chg="del">
          <ac:chgData name="Adinda Zahrah" userId="a5826866-d845-42a7-9a3b-4c36b0798fbb" providerId="ADAL" clId="{73BB7103-2D2C-59C6-B67F-91E0B0FE4278}" dt="2026-10-06T20:01:24.445" v="44" actId="478"/>
          <ac:spMkLst>
            <pc:docMk/>
            <pc:sldMk cId="622734842" sldId="454"/>
            <ac:spMk id="11" creationId="{C24FCF41-9ABE-77A8-47BB-B9BC5611523D}"/>
          </ac:spMkLst>
        </pc:spChg>
        <pc:spChg chg="del">
          <ac:chgData name="Adinda Zahrah" userId="a5826866-d845-42a7-9a3b-4c36b0798fbb" providerId="ADAL" clId="{73BB7103-2D2C-59C6-B67F-91E0B0FE4278}" dt="2026-10-06T20:01:24.445" v="44" actId="478"/>
          <ac:spMkLst>
            <pc:docMk/>
            <pc:sldMk cId="622734842" sldId="454"/>
            <ac:spMk id="13" creationId="{6760DBEF-42E2-E0B8-BFDF-AEE9B0AD2F9C}"/>
          </ac:spMkLst>
        </pc:spChg>
        <pc:spChg chg="add mod">
          <ac:chgData name="Adinda Zahrah" userId="a5826866-d845-42a7-9a3b-4c36b0798fbb" providerId="ADAL" clId="{73BB7103-2D2C-59C6-B67F-91E0B0FE4278}" dt="2026-10-06T20:01:30.606" v="61" actId="20577"/>
          <ac:spMkLst>
            <pc:docMk/>
            <pc:sldMk cId="622734842" sldId="454"/>
            <ac:spMk id="14" creationId="{556BB208-B639-FF0B-6EE1-6746967A7327}"/>
          </ac:spMkLst>
        </pc:spChg>
        <pc:picChg chg="add mod">
          <ac:chgData name="Adinda Zahrah" userId="a5826866-d845-42a7-9a3b-4c36b0798fbb" providerId="ADAL" clId="{73BB7103-2D2C-59C6-B67F-91E0B0FE4278}" dt="2026-10-06T20:01:50.111" v="64" actId="14100"/>
          <ac:picMkLst>
            <pc:docMk/>
            <pc:sldMk cId="622734842" sldId="454"/>
            <ac:picMk id="16" creationId="{19061E51-0C47-4EA8-9589-8FA953321523}"/>
          </ac:picMkLst>
        </pc:picChg>
      </pc:sldChg>
      <pc:sldChg chg="del">
        <pc:chgData name="Adinda Zahrah" userId="a5826866-d845-42a7-9a3b-4c36b0798fbb" providerId="ADAL" clId="{73BB7103-2D2C-59C6-B67F-91E0B0FE4278}" dt="2026-10-06T20:06:20.259" v="102" actId="2696"/>
        <pc:sldMkLst>
          <pc:docMk/>
          <pc:sldMk cId="3251252753" sldId="455"/>
        </pc:sldMkLst>
      </pc:sldChg>
      <pc:sldChg chg="del">
        <pc:chgData name="Adinda Zahrah" userId="a5826866-d845-42a7-9a3b-4c36b0798fbb" providerId="ADAL" clId="{73BB7103-2D2C-59C6-B67F-91E0B0FE4278}" dt="2026-10-06T20:06:20.267" v="104" actId="2696"/>
        <pc:sldMkLst>
          <pc:docMk/>
          <pc:sldMk cId="3272447156" sldId="456"/>
        </pc:sldMkLst>
      </pc:sldChg>
      <pc:sldChg chg="del">
        <pc:chgData name="Adinda Zahrah" userId="a5826866-d845-42a7-9a3b-4c36b0798fbb" providerId="ADAL" clId="{73BB7103-2D2C-59C6-B67F-91E0B0FE4278}" dt="2026-10-06T20:06:20.272" v="106" actId="2696"/>
        <pc:sldMkLst>
          <pc:docMk/>
          <pc:sldMk cId="1059712514" sldId="457"/>
        </pc:sldMkLst>
      </pc:sldChg>
      <pc:sldChg chg="addSp modSp del mod">
        <pc:chgData name="Adinda Zahrah" userId="a5826866-d845-42a7-9a3b-4c36b0798fbb" providerId="ADAL" clId="{73BB7103-2D2C-59C6-B67F-91E0B0FE4278}" dt="2026-10-06T20:06:20.248" v="99" actId="2696"/>
        <pc:sldMkLst>
          <pc:docMk/>
          <pc:sldMk cId="1452661188" sldId="458"/>
        </pc:sldMkLst>
        <pc:picChg chg="add mod">
          <ac:chgData name="Adinda Zahrah" userId="a5826866-d845-42a7-9a3b-4c36b0798fbb" providerId="ADAL" clId="{73BB7103-2D2C-59C6-B67F-91E0B0FE4278}" dt="2026-10-06T20:00:19.436" v="30" actId="14100"/>
          <ac:picMkLst>
            <pc:docMk/>
            <pc:sldMk cId="1452661188" sldId="458"/>
            <ac:picMk id="4" creationId="{354D5E01-F585-76B1-57B8-4E7EB49B83FD}"/>
          </ac:picMkLst>
        </pc:picChg>
      </pc:sldChg>
      <pc:sldChg chg="addSp delSp modSp del mod">
        <pc:chgData name="Adinda Zahrah" userId="a5826866-d845-42a7-9a3b-4c36b0798fbb" providerId="ADAL" clId="{73BB7103-2D2C-59C6-B67F-91E0B0FE4278}" dt="2026-10-06T20:06:20.269" v="105" actId="2696"/>
        <pc:sldMkLst>
          <pc:docMk/>
          <pc:sldMk cId="863462016" sldId="460"/>
        </pc:sldMkLst>
        <pc:picChg chg="add del mod">
          <ac:chgData name="Adinda Zahrah" userId="a5826866-d845-42a7-9a3b-4c36b0798fbb" providerId="ADAL" clId="{73BB7103-2D2C-59C6-B67F-91E0B0FE4278}" dt="2026-10-06T20:00:39.904" v="35" actId="478"/>
          <ac:picMkLst>
            <pc:docMk/>
            <pc:sldMk cId="863462016" sldId="460"/>
            <ac:picMk id="5" creationId="{5C4C1A93-DCE4-3AFF-3A40-2ED880638649}"/>
          </ac:picMkLst>
        </pc:picChg>
        <pc:picChg chg="add del mod">
          <ac:chgData name="Adinda Zahrah" userId="a5826866-d845-42a7-9a3b-4c36b0798fbb" providerId="ADAL" clId="{73BB7103-2D2C-59C6-B67F-91E0B0FE4278}" dt="2026-10-06T20:02:09.090" v="65" actId="478"/>
          <ac:picMkLst>
            <pc:docMk/>
            <pc:sldMk cId="863462016" sldId="460"/>
            <ac:picMk id="7" creationId="{B57A016D-7B7B-3791-A1E9-DBF4C9C0FF94}"/>
          </ac:picMkLst>
        </pc:picChg>
        <pc:picChg chg="add mod">
          <ac:chgData name="Adinda Zahrah" userId="a5826866-d845-42a7-9a3b-4c36b0798fbb" providerId="ADAL" clId="{73BB7103-2D2C-59C6-B67F-91E0B0FE4278}" dt="2026-10-06T20:02:20.086" v="69" actId="1076"/>
          <ac:picMkLst>
            <pc:docMk/>
            <pc:sldMk cId="863462016" sldId="460"/>
            <ac:picMk id="9" creationId="{76878DDA-0B84-A879-FCB4-596C44700961}"/>
          </ac:picMkLst>
        </pc:picChg>
      </pc:sldChg>
      <pc:sldChg chg="del">
        <pc:chgData name="Adinda Zahrah" userId="a5826866-d845-42a7-9a3b-4c36b0798fbb" providerId="ADAL" clId="{73BB7103-2D2C-59C6-B67F-91E0B0FE4278}" dt="2026-10-06T20:05:21.308" v="94" actId="2696"/>
        <pc:sldMkLst>
          <pc:docMk/>
          <pc:sldMk cId="703809757" sldId="461"/>
        </pc:sldMkLst>
      </pc:sldChg>
      <pc:sldChg chg="del">
        <pc:chgData name="Adinda Zahrah" userId="a5826866-d845-42a7-9a3b-4c36b0798fbb" providerId="ADAL" clId="{73BB7103-2D2C-59C6-B67F-91E0B0FE4278}" dt="2026-10-06T19:59:44.042" v="27" actId="2696"/>
        <pc:sldMkLst>
          <pc:docMk/>
          <pc:sldMk cId="2894477295" sldId="462"/>
        </pc:sldMkLst>
      </pc:sldChg>
      <pc:sldChg chg="del">
        <pc:chgData name="Adinda Zahrah" userId="a5826866-d845-42a7-9a3b-4c36b0798fbb" providerId="ADAL" clId="{73BB7103-2D2C-59C6-B67F-91E0B0FE4278}" dt="2026-10-06T19:59:30.324" v="26" actId="2696"/>
        <pc:sldMkLst>
          <pc:docMk/>
          <pc:sldMk cId="649512389" sldId="463"/>
        </pc:sldMkLst>
      </pc:sldChg>
      <pc:sldChg chg="add del">
        <pc:chgData name="Adinda Zahrah" userId="a5826866-d845-42a7-9a3b-4c36b0798fbb" providerId="ADAL" clId="{73BB7103-2D2C-59C6-B67F-91E0B0FE4278}" dt="2026-10-06T19:50:44.570" v="24" actId="2696"/>
        <pc:sldMkLst>
          <pc:docMk/>
          <pc:sldMk cId="2523183863" sldId="464"/>
        </pc:sldMkLst>
      </pc:sldChg>
      <pc:sldChg chg="del">
        <pc:chgData name="Adinda Zahrah" userId="a5826866-d845-42a7-9a3b-4c36b0798fbb" providerId="ADAL" clId="{73BB7103-2D2C-59C6-B67F-91E0B0FE4278}" dt="2026-10-06T20:04:02.816" v="79" actId="2696"/>
        <pc:sldMkLst>
          <pc:docMk/>
          <pc:sldMk cId="3335532321" sldId="465"/>
        </pc:sldMkLst>
      </pc:sldChg>
      <pc:sldChg chg="addSp modSp">
        <pc:chgData name="Adinda Zahrah" userId="a5826866-d845-42a7-9a3b-4c36b0798fbb" providerId="ADAL" clId="{73BB7103-2D2C-59C6-B67F-91E0B0FE4278}" dt="2026-10-07T02:53:30.917" v="430"/>
        <pc:sldMkLst>
          <pc:docMk/>
          <pc:sldMk cId="4261530524" sldId="466"/>
        </pc:sldMkLst>
        <pc:spChg chg="add mod">
          <ac:chgData name="Adinda Zahrah" userId="a5826866-d845-42a7-9a3b-4c36b0798fbb" providerId="ADAL" clId="{73BB7103-2D2C-59C6-B67F-91E0B0FE4278}" dt="2026-10-07T02:53:30.917" v="430"/>
          <ac:spMkLst>
            <pc:docMk/>
            <pc:sldMk cId="4261530524" sldId="466"/>
            <ac:spMk id="3" creationId="{156DF52D-B7D0-4217-9D8F-32173C72A1C8}"/>
          </ac:spMkLst>
        </pc:spChg>
      </pc:sldChg>
      <pc:sldChg chg="del">
        <pc:chgData name="Adinda Zahrah" userId="a5826866-d845-42a7-9a3b-4c36b0798fbb" providerId="ADAL" clId="{73BB7103-2D2C-59C6-B67F-91E0B0FE4278}" dt="2026-10-06T20:16:53.047" v="191" actId="2696"/>
        <pc:sldMkLst>
          <pc:docMk/>
          <pc:sldMk cId="3075358700" sldId="470"/>
        </pc:sldMkLst>
      </pc:sldChg>
      <pc:sldChg chg="del">
        <pc:chgData name="Adinda Zahrah" userId="a5826866-d845-42a7-9a3b-4c36b0798fbb" providerId="ADAL" clId="{73BB7103-2D2C-59C6-B67F-91E0B0FE4278}" dt="2026-10-06T20:07:40.776" v="154" actId="2696"/>
        <pc:sldMkLst>
          <pc:docMk/>
          <pc:sldMk cId="3630553803" sldId="471"/>
        </pc:sldMkLst>
      </pc:sldChg>
      <pc:sldChg chg="del">
        <pc:chgData name="Adinda Zahrah" userId="a5826866-d845-42a7-9a3b-4c36b0798fbb" providerId="ADAL" clId="{73BB7103-2D2C-59C6-B67F-91E0B0FE4278}" dt="2026-10-06T20:07:40.788" v="160" actId="2696"/>
        <pc:sldMkLst>
          <pc:docMk/>
          <pc:sldMk cId="1748348649" sldId="472"/>
        </pc:sldMkLst>
      </pc:sldChg>
      <pc:sldChg chg="del">
        <pc:chgData name="Adinda Zahrah" userId="a5826866-d845-42a7-9a3b-4c36b0798fbb" providerId="ADAL" clId="{73BB7103-2D2C-59C6-B67F-91E0B0FE4278}" dt="2026-10-06T20:07:40.778" v="155" actId="2696"/>
        <pc:sldMkLst>
          <pc:docMk/>
          <pc:sldMk cId="488610180" sldId="473"/>
        </pc:sldMkLst>
      </pc:sldChg>
      <pc:sldChg chg="del">
        <pc:chgData name="Adinda Zahrah" userId="a5826866-d845-42a7-9a3b-4c36b0798fbb" providerId="ADAL" clId="{73BB7103-2D2C-59C6-B67F-91E0B0FE4278}" dt="2026-10-06T20:07:40.780" v="156" actId="2696"/>
        <pc:sldMkLst>
          <pc:docMk/>
          <pc:sldMk cId="2299628297" sldId="474"/>
        </pc:sldMkLst>
      </pc:sldChg>
      <pc:sldChg chg="del">
        <pc:chgData name="Adinda Zahrah" userId="a5826866-d845-42a7-9a3b-4c36b0798fbb" providerId="ADAL" clId="{73BB7103-2D2C-59C6-B67F-91E0B0FE4278}" dt="2026-10-06T20:07:40.782" v="158" actId="2696"/>
        <pc:sldMkLst>
          <pc:docMk/>
          <pc:sldMk cId="4234652767" sldId="475"/>
        </pc:sldMkLst>
      </pc:sldChg>
      <pc:sldChg chg="del">
        <pc:chgData name="Adinda Zahrah" userId="a5826866-d845-42a7-9a3b-4c36b0798fbb" providerId="ADAL" clId="{73BB7103-2D2C-59C6-B67F-91E0B0FE4278}" dt="2026-10-06T20:07:40.783" v="159" actId="2696"/>
        <pc:sldMkLst>
          <pc:docMk/>
          <pc:sldMk cId="2807812585" sldId="476"/>
        </pc:sldMkLst>
      </pc:sldChg>
      <pc:sldChg chg="del">
        <pc:chgData name="Adinda Zahrah" userId="a5826866-d845-42a7-9a3b-4c36b0798fbb" providerId="ADAL" clId="{73BB7103-2D2C-59C6-B67F-91E0B0FE4278}" dt="2026-10-06T20:07:40.797" v="163" actId="2696"/>
        <pc:sldMkLst>
          <pc:docMk/>
          <pc:sldMk cId="2046655202" sldId="477"/>
        </pc:sldMkLst>
      </pc:sldChg>
      <pc:sldChg chg="del">
        <pc:chgData name="Adinda Zahrah" userId="a5826866-d845-42a7-9a3b-4c36b0798fbb" providerId="ADAL" clId="{73BB7103-2D2C-59C6-B67F-91E0B0FE4278}" dt="2026-10-06T20:07:40.790" v="161" actId="2696"/>
        <pc:sldMkLst>
          <pc:docMk/>
          <pc:sldMk cId="3489390556" sldId="478"/>
        </pc:sldMkLst>
      </pc:sldChg>
      <pc:sldChg chg="del">
        <pc:chgData name="Adinda Zahrah" userId="a5826866-d845-42a7-9a3b-4c36b0798fbb" providerId="ADAL" clId="{73BB7103-2D2C-59C6-B67F-91E0B0FE4278}" dt="2026-10-06T20:07:40.792" v="162" actId="2696"/>
        <pc:sldMkLst>
          <pc:docMk/>
          <pc:sldMk cId="2089955255" sldId="479"/>
        </pc:sldMkLst>
      </pc:sldChg>
      <pc:sldChg chg="addSp modSp mod modShow">
        <pc:chgData name="Adinda Zahrah" userId="a5826866-d845-42a7-9a3b-4c36b0798fbb" providerId="ADAL" clId="{73BB7103-2D2C-59C6-B67F-91E0B0FE4278}" dt="2026-10-07T02:55:42.096" v="522" actId="20577"/>
        <pc:sldMkLst>
          <pc:docMk/>
          <pc:sldMk cId="837696432" sldId="480"/>
        </pc:sldMkLst>
        <pc:spChg chg="add mod">
          <ac:chgData name="Adinda Zahrah" userId="a5826866-d845-42a7-9a3b-4c36b0798fbb" providerId="ADAL" clId="{73BB7103-2D2C-59C6-B67F-91E0B0FE4278}" dt="2026-10-07T02:55:42.096" v="522" actId="20577"/>
          <ac:spMkLst>
            <pc:docMk/>
            <pc:sldMk cId="837696432" sldId="480"/>
            <ac:spMk id="4" creationId="{C3F51DB1-67E1-CE5E-0F00-EBC99E426C75}"/>
          </ac:spMkLst>
        </pc:spChg>
        <pc:picChg chg="add mod">
          <ac:chgData name="Adinda Zahrah" userId="a5826866-d845-42a7-9a3b-4c36b0798fbb" providerId="ADAL" clId="{73BB7103-2D2C-59C6-B67F-91E0B0FE4278}" dt="2026-10-06T20:08:33.525" v="187" actId="14100"/>
          <ac:picMkLst>
            <pc:docMk/>
            <pc:sldMk cId="837696432" sldId="480"/>
            <ac:picMk id="5" creationId="{066C4F30-E65F-399A-EF45-0AEF22AD85B6}"/>
          </ac:picMkLst>
        </pc:picChg>
      </pc:sldChg>
      <pc:sldChg chg="del">
        <pc:chgData name="Adinda Zahrah" userId="a5826866-d845-42a7-9a3b-4c36b0798fbb" providerId="ADAL" clId="{73BB7103-2D2C-59C6-B67F-91E0B0FE4278}" dt="2026-10-06T20:07:40.781" v="157" actId="2696"/>
        <pc:sldMkLst>
          <pc:docMk/>
          <pc:sldMk cId="2658171636" sldId="481"/>
        </pc:sldMkLst>
      </pc:sldChg>
      <pc:sldChg chg="modSp mod">
        <pc:chgData name="Adinda Zahrah" userId="a5826866-d845-42a7-9a3b-4c36b0798fbb" providerId="ADAL" clId="{73BB7103-2D2C-59C6-B67F-91E0B0FE4278}" dt="2026-10-07T02:55:28.150" v="512" actId="20577"/>
        <pc:sldMkLst>
          <pc:docMk/>
          <pc:sldMk cId="3734036406" sldId="482"/>
        </pc:sldMkLst>
        <pc:spChg chg="mod">
          <ac:chgData name="Adinda Zahrah" userId="a5826866-d845-42a7-9a3b-4c36b0798fbb" providerId="ADAL" clId="{73BB7103-2D2C-59C6-B67F-91E0B0FE4278}" dt="2026-10-07T02:55:28.150" v="512" actId="20577"/>
          <ac:spMkLst>
            <pc:docMk/>
            <pc:sldMk cId="3734036406" sldId="482"/>
            <ac:spMk id="6" creationId="{209882E3-9F25-8949-980F-F55F7FE1B417}"/>
          </ac:spMkLst>
        </pc:spChg>
      </pc:sldChg>
      <pc:sldChg chg="modSp mod">
        <pc:chgData name="Adinda Zahrah" userId="a5826866-d845-42a7-9a3b-4c36b0798fbb" providerId="ADAL" clId="{73BB7103-2D2C-59C6-B67F-91E0B0FE4278}" dt="2026-10-07T02:55:53.231" v="528" actId="20577"/>
        <pc:sldMkLst>
          <pc:docMk/>
          <pc:sldMk cId="272887580" sldId="484"/>
        </pc:sldMkLst>
        <pc:spChg chg="mod">
          <ac:chgData name="Adinda Zahrah" userId="a5826866-d845-42a7-9a3b-4c36b0798fbb" providerId="ADAL" clId="{73BB7103-2D2C-59C6-B67F-91E0B0FE4278}" dt="2026-10-07T02:55:53.231" v="528" actId="20577"/>
          <ac:spMkLst>
            <pc:docMk/>
            <pc:sldMk cId="272887580" sldId="484"/>
            <ac:spMk id="6" creationId="{B804A0C3-7D99-1BAD-07A1-93D15DDB1D61}"/>
          </ac:spMkLst>
        </pc:spChg>
      </pc:sldChg>
      <pc:sldChg chg="del">
        <pc:chgData name="Adinda Zahrah" userId="a5826866-d845-42a7-9a3b-4c36b0798fbb" providerId="ADAL" clId="{73BB7103-2D2C-59C6-B67F-91E0B0FE4278}" dt="2026-10-06T20:18:33.509" v="198" actId="2696"/>
        <pc:sldMkLst>
          <pc:docMk/>
          <pc:sldMk cId="988139123" sldId="485"/>
        </pc:sldMkLst>
      </pc:sldChg>
      <pc:sldChg chg="modSp mod ord modShow">
        <pc:chgData name="Adinda Zahrah" userId="a5826866-d845-42a7-9a3b-4c36b0798fbb" providerId="ADAL" clId="{73BB7103-2D2C-59C6-B67F-91E0B0FE4278}" dt="2026-10-07T02:58:02.585" v="711" actId="1076"/>
        <pc:sldMkLst>
          <pc:docMk/>
          <pc:sldMk cId="3886871090" sldId="486"/>
        </pc:sldMkLst>
        <pc:spChg chg="mod">
          <ac:chgData name="Adinda Zahrah" userId="a5826866-d845-42a7-9a3b-4c36b0798fbb" providerId="ADAL" clId="{73BB7103-2D2C-59C6-B67F-91E0B0FE4278}" dt="2026-10-07T02:57:07.088" v="575" actId="14100"/>
          <ac:spMkLst>
            <pc:docMk/>
            <pc:sldMk cId="3886871090" sldId="486"/>
            <ac:spMk id="2" creationId="{1D6B56C8-838C-88DE-E5DB-3FF44F5A1758}"/>
          </ac:spMkLst>
        </pc:spChg>
        <pc:spChg chg="mod">
          <ac:chgData name="Adinda Zahrah" userId="a5826866-d845-42a7-9a3b-4c36b0798fbb" providerId="ADAL" clId="{73BB7103-2D2C-59C6-B67F-91E0B0FE4278}" dt="2026-10-07T02:58:02.585" v="711" actId="1076"/>
          <ac:spMkLst>
            <pc:docMk/>
            <pc:sldMk cId="3886871090" sldId="486"/>
            <ac:spMk id="3" creationId="{9DEE72D4-8DBF-A632-8056-6BEB953FB332}"/>
          </ac:spMkLst>
        </pc:spChg>
      </pc:sldChg>
      <pc:sldChg chg="modSp add del mod ord modShow">
        <pc:chgData name="Adinda Zahrah" userId="a5826866-d845-42a7-9a3b-4c36b0798fbb" providerId="ADAL" clId="{73BB7103-2D2C-59C6-B67F-91E0B0FE4278}" dt="2026-10-07T02:56:55.689" v="556" actId="14100"/>
        <pc:sldMkLst>
          <pc:docMk/>
          <pc:sldMk cId="687991784" sldId="488"/>
        </pc:sldMkLst>
        <pc:spChg chg="mod">
          <ac:chgData name="Adinda Zahrah" userId="a5826866-d845-42a7-9a3b-4c36b0798fbb" providerId="ADAL" clId="{73BB7103-2D2C-59C6-B67F-91E0B0FE4278}" dt="2026-10-07T02:56:55.689" v="556" actId="14100"/>
          <ac:spMkLst>
            <pc:docMk/>
            <pc:sldMk cId="687991784" sldId="488"/>
            <ac:spMk id="2" creationId="{AA3F48F1-4C9E-D596-D623-1C6AD5BA4050}"/>
          </ac:spMkLst>
        </pc:spChg>
        <pc:spChg chg="mod">
          <ac:chgData name="Adinda Zahrah" userId="a5826866-d845-42a7-9a3b-4c36b0798fbb" providerId="ADAL" clId="{73BB7103-2D2C-59C6-B67F-91E0B0FE4278}" dt="2026-10-07T02:56:45.554" v="537" actId="20577"/>
          <ac:spMkLst>
            <pc:docMk/>
            <pc:sldMk cId="687991784" sldId="488"/>
            <ac:spMk id="3" creationId="{F413DE00-7EBF-22AC-2FBF-106289AE8487}"/>
          </ac:spMkLst>
        </pc:spChg>
      </pc:sldChg>
      <pc:sldChg chg="del">
        <pc:chgData name="Adinda Zahrah" userId="a5826866-d845-42a7-9a3b-4c36b0798fbb" providerId="ADAL" clId="{73BB7103-2D2C-59C6-B67F-91E0B0FE4278}" dt="2026-10-06T19:19:29.916" v="14" actId="2696"/>
        <pc:sldMkLst>
          <pc:docMk/>
          <pc:sldMk cId="962858310" sldId="489"/>
        </pc:sldMkLst>
      </pc:sldChg>
      <pc:sldChg chg="addSp modSp mod modShow">
        <pc:chgData name="Adinda Zahrah" userId="a5826866-d845-42a7-9a3b-4c36b0798fbb" providerId="ADAL" clId="{73BB7103-2D2C-59C6-B67F-91E0B0FE4278}" dt="2026-10-07T02:55:38.431" v="517" actId="20577"/>
        <pc:sldMkLst>
          <pc:docMk/>
          <pc:sldMk cId="1014799279" sldId="490"/>
        </pc:sldMkLst>
        <pc:spChg chg="add mod">
          <ac:chgData name="Adinda Zahrah" userId="a5826866-d845-42a7-9a3b-4c36b0798fbb" providerId="ADAL" clId="{73BB7103-2D2C-59C6-B67F-91E0B0FE4278}" dt="2026-10-07T02:55:38.431" v="517" actId="20577"/>
          <ac:spMkLst>
            <pc:docMk/>
            <pc:sldMk cId="1014799279" sldId="490"/>
            <ac:spMk id="4" creationId="{67736317-224F-3DBE-E78E-E74841ACDD0C}"/>
          </ac:spMkLst>
        </pc:spChg>
      </pc:sldChg>
      <pc:sldChg chg="addSp modSp mod modShow">
        <pc:chgData name="Adinda Zahrah" userId="a5826866-d845-42a7-9a3b-4c36b0798fbb" providerId="ADAL" clId="{73BB7103-2D2C-59C6-B67F-91E0B0FE4278}" dt="2026-10-07T02:55:48.941" v="527" actId="20577"/>
        <pc:sldMkLst>
          <pc:docMk/>
          <pc:sldMk cId="310262012" sldId="491"/>
        </pc:sldMkLst>
        <pc:spChg chg="add mod">
          <ac:chgData name="Adinda Zahrah" userId="a5826866-d845-42a7-9a3b-4c36b0798fbb" providerId="ADAL" clId="{73BB7103-2D2C-59C6-B67F-91E0B0FE4278}" dt="2026-10-07T02:55:48.941" v="527" actId="20577"/>
          <ac:spMkLst>
            <pc:docMk/>
            <pc:sldMk cId="310262012" sldId="491"/>
            <ac:spMk id="4" creationId="{A6889365-D405-2B54-9B42-5F79E0CCF680}"/>
          </ac:spMkLst>
        </pc:spChg>
      </pc:sldChg>
      <pc:sldChg chg="addSp modSp add mod modShow">
        <pc:chgData name="Adinda Zahrah" userId="a5826866-d845-42a7-9a3b-4c36b0798fbb" providerId="ADAL" clId="{73BB7103-2D2C-59C6-B67F-91E0B0FE4278}" dt="2026-10-07T02:49:55.161" v="220" actId="1076"/>
        <pc:sldMkLst>
          <pc:docMk/>
          <pc:sldMk cId="1678210364" sldId="492"/>
        </pc:sldMkLst>
        <pc:spChg chg="add mod">
          <ac:chgData name="Adinda Zahrah" userId="a5826866-d845-42a7-9a3b-4c36b0798fbb" providerId="ADAL" clId="{73BB7103-2D2C-59C6-B67F-91E0B0FE4278}" dt="2026-10-07T02:49:55.161" v="220" actId="1076"/>
          <ac:spMkLst>
            <pc:docMk/>
            <pc:sldMk cId="1678210364" sldId="492"/>
            <ac:spMk id="3" creationId="{D7C401DE-BB7C-C393-9010-AD0ED98EF94A}"/>
          </ac:spMkLst>
        </pc:spChg>
        <pc:picChg chg="mod">
          <ac:chgData name="Adinda Zahrah" userId="a5826866-d845-42a7-9a3b-4c36b0798fbb" providerId="ADAL" clId="{73BB7103-2D2C-59C6-B67F-91E0B0FE4278}" dt="2026-10-07T02:49:52.769" v="219" actId="1076"/>
          <ac:picMkLst>
            <pc:docMk/>
            <pc:sldMk cId="1678210364" sldId="492"/>
            <ac:picMk id="4" creationId="{0CAD0B8D-1867-A958-D6D8-55EB06C5FB1B}"/>
          </ac:picMkLst>
        </pc:picChg>
      </pc:sldChg>
      <pc:sldChg chg="addSp modSp add mod">
        <pc:chgData name="Adinda Zahrah" userId="a5826866-d845-42a7-9a3b-4c36b0798fbb" providerId="ADAL" clId="{73BB7103-2D2C-59C6-B67F-91E0B0FE4278}" dt="2026-10-07T02:50:08.548" v="233" actId="1076"/>
        <pc:sldMkLst>
          <pc:docMk/>
          <pc:sldMk cId="2731907656" sldId="493"/>
        </pc:sldMkLst>
        <pc:spChg chg="add mod">
          <ac:chgData name="Adinda Zahrah" userId="a5826866-d845-42a7-9a3b-4c36b0798fbb" providerId="ADAL" clId="{73BB7103-2D2C-59C6-B67F-91E0B0FE4278}" dt="2026-10-07T02:50:08.548" v="233" actId="1076"/>
          <ac:spMkLst>
            <pc:docMk/>
            <pc:sldMk cId="2731907656" sldId="493"/>
            <ac:spMk id="2" creationId="{874EB493-ACD0-BB3F-73B2-406096A170A7}"/>
          </ac:spMkLst>
        </pc:spChg>
      </pc:sldChg>
      <pc:sldChg chg="addSp modSp add mod modShow">
        <pc:chgData name="Adinda Zahrah" userId="a5826866-d845-42a7-9a3b-4c36b0798fbb" providerId="ADAL" clId="{73BB7103-2D2C-59C6-B67F-91E0B0FE4278}" dt="2026-10-07T02:50:13.456" v="238" actId="20577"/>
        <pc:sldMkLst>
          <pc:docMk/>
          <pc:sldMk cId="1836145936" sldId="494"/>
        </pc:sldMkLst>
        <pc:spChg chg="add mod">
          <ac:chgData name="Adinda Zahrah" userId="a5826866-d845-42a7-9a3b-4c36b0798fbb" providerId="ADAL" clId="{73BB7103-2D2C-59C6-B67F-91E0B0FE4278}" dt="2026-10-07T02:50:13.456" v="238" actId="20577"/>
          <ac:spMkLst>
            <pc:docMk/>
            <pc:sldMk cId="1836145936" sldId="494"/>
            <ac:spMk id="2" creationId="{1430DD9B-D67B-F2E2-9112-8A3EE291C6C9}"/>
          </ac:spMkLst>
        </pc:spChg>
      </pc:sldChg>
      <pc:sldChg chg="add">
        <pc:chgData name="Adinda Zahrah" userId="a5826866-d845-42a7-9a3b-4c36b0798fbb" providerId="ADAL" clId="{73BB7103-2D2C-59C6-B67F-91E0B0FE4278}" dt="2026-10-06T20:04:05.381" v="82"/>
        <pc:sldMkLst>
          <pc:docMk/>
          <pc:sldMk cId="3683358609" sldId="495"/>
        </pc:sldMkLst>
      </pc:sldChg>
      <pc:sldChg chg="addSp modSp add mod modShow">
        <pc:chgData name="Adinda Zahrah" userId="a5826866-d845-42a7-9a3b-4c36b0798fbb" providerId="ADAL" clId="{73BB7103-2D2C-59C6-B67F-91E0B0FE4278}" dt="2026-10-07T02:50:22.486" v="243" actId="20577"/>
        <pc:sldMkLst>
          <pc:docMk/>
          <pc:sldMk cId="4001126926" sldId="496"/>
        </pc:sldMkLst>
        <pc:spChg chg="add mod">
          <ac:chgData name="Adinda Zahrah" userId="a5826866-d845-42a7-9a3b-4c36b0798fbb" providerId="ADAL" clId="{73BB7103-2D2C-59C6-B67F-91E0B0FE4278}" dt="2026-10-07T02:50:22.486" v="243" actId="20577"/>
          <ac:spMkLst>
            <pc:docMk/>
            <pc:sldMk cId="4001126926" sldId="496"/>
            <ac:spMk id="2" creationId="{BC917B1B-61B4-2A00-CA74-D542BF9F4CC9}"/>
          </ac:spMkLst>
        </pc:spChg>
      </pc:sldChg>
      <pc:sldChg chg="addSp modSp add mod">
        <pc:chgData name="Adinda Zahrah" userId="a5826866-d845-42a7-9a3b-4c36b0798fbb" providerId="ADAL" clId="{73BB7103-2D2C-59C6-B67F-91E0B0FE4278}" dt="2026-10-07T02:50:28.764" v="248" actId="20577"/>
        <pc:sldMkLst>
          <pc:docMk/>
          <pc:sldMk cId="1652544983" sldId="497"/>
        </pc:sldMkLst>
        <pc:spChg chg="add mod">
          <ac:chgData name="Adinda Zahrah" userId="a5826866-d845-42a7-9a3b-4c36b0798fbb" providerId="ADAL" clId="{73BB7103-2D2C-59C6-B67F-91E0B0FE4278}" dt="2026-10-07T02:50:28.764" v="248" actId="20577"/>
          <ac:spMkLst>
            <pc:docMk/>
            <pc:sldMk cId="1652544983" sldId="497"/>
            <ac:spMk id="3" creationId="{CFE70BBD-07B9-8F81-6B4B-34A3EE05BFEA}"/>
          </ac:spMkLst>
        </pc:spChg>
      </pc:sldChg>
      <pc:sldChg chg="modSp add mod">
        <pc:chgData name="Adinda Zahrah" userId="a5826866-d845-42a7-9a3b-4c36b0798fbb" providerId="ADAL" clId="{73BB7103-2D2C-59C6-B67F-91E0B0FE4278}" dt="2026-10-06T20:05:09.088" v="92" actId="1076"/>
        <pc:sldMkLst>
          <pc:docMk/>
          <pc:sldMk cId="3804865899" sldId="498"/>
        </pc:sldMkLst>
        <pc:spChg chg="mod">
          <ac:chgData name="Adinda Zahrah" userId="a5826866-d845-42a7-9a3b-4c36b0798fbb" providerId="ADAL" clId="{73BB7103-2D2C-59C6-B67F-91E0B0FE4278}" dt="2026-10-06T20:05:09.088" v="92" actId="1076"/>
          <ac:spMkLst>
            <pc:docMk/>
            <pc:sldMk cId="3804865899" sldId="498"/>
            <ac:spMk id="6" creationId="{01ACE5C3-96C1-A6F0-F20C-7A0B155D760A}"/>
          </ac:spMkLst>
        </pc:spChg>
      </pc:sldChg>
      <pc:sldChg chg="addSp modSp add mod modShow">
        <pc:chgData name="Adinda Zahrah" userId="a5826866-d845-42a7-9a3b-4c36b0798fbb" providerId="ADAL" clId="{73BB7103-2D2C-59C6-B67F-91E0B0FE4278}" dt="2026-10-07T02:50:36.102" v="253" actId="20577"/>
        <pc:sldMkLst>
          <pc:docMk/>
          <pc:sldMk cId="3556324101" sldId="499"/>
        </pc:sldMkLst>
        <pc:spChg chg="add mod">
          <ac:chgData name="Adinda Zahrah" userId="a5826866-d845-42a7-9a3b-4c36b0798fbb" providerId="ADAL" clId="{73BB7103-2D2C-59C6-B67F-91E0B0FE4278}" dt="2026-10-07T02:50:36.102" v="253" actId="20577"/>
          <ac:spMkLst>
            <pc:docMk/>
            <pc:sldMk cId="3556324101" sldId="499"/>
            <ac:spMk id="3" creationId="{1B988EB1-FBFB-A8B1-585A-0AAE77CEB318}"/>
          </ac:spMkLst>
        </pc:spChg>
      </pc:sldChg>
      <pc:sldChg chg="addSp modSp add mod modShow">
        <pc:chgData name="Adinda Zahrah" userId="a5826866-d845-42a7-9a3b-4c36b0798fbb" providerId="ADAL" clId="{73BB7103-2D2C-59C6-B67F-91E0B0FE4278}" dt="2026-10-07T02:50:41.464" v="258" actId="20577"/>
        <pc:sldMkLst>
          <pc:docMk/>
          <pc:sldMk cId="511164961" sldId="500"/>
        </pc:sldMkLst>
        <pc:spChg chg="add mod">
          <ac:chgData name="Adinda Zahrah" userId="a5826866-d845-42a7-9a3b-4c36b0798fbb" providerId="ADAL" clId="{73BB7103-2D2C-59C6-B67F-91E0B0FE4278}" dt="2026-10-07T02:50:41.464" v="258" actId="20577"/>
          <ac:spMkLst>
            <pc:docMk/>
            <pc:sldMk cId="511164961" sldId="500"/>
            <ac:spMk id="4" creationId="{E380A99C-3ED8-91AA-603B-D55CB71D7246}"/>
          </ac:spMkLst>
        </pc:spChg>
      </pc:sldChg>
      <pc:sldChg chg="addSp modSp add mod">
        <pc:chgData name="Adinda Zahrah" userId="a5826866-d845-42a7-9a3b-4c36b0798fbb" providerId="ADAL" clId="{73BB7103-2D2C-59C6-B67F-91E0B0FE4278}" dt="2026-10-07T02:52:44.449" v="386" actId="20577"/>
        <pc:sldMkLst>
          <pc:docMk/>
          <pc:sldMk cId="2686689701" sldId="501"/>
        </pc:sldMkLst>
        <pc:spChg chg="add mod">
          <ac:chgData name="Adinda Zahrah" userId="a5826866-d845-42a7-9a3b-4c36b0798fbb" providerId="ADAL" clId="{73BB7103-2D2C-59C6-B67F-91E0B0FE4278}" dt="2026-10-07T02:52:44.449" v="386" actId="20577"/>
          <ac:spMkLst>
            <pc:docMk/>
            <pc:sldMk cId="2686689701" sldId="501"/>
            <ac:spMk id="3" creationId="{CDD32448-0A96-4234-D49E-8EFBBD922518}"/>
          </ac:spMkLst>
        </pc:spChg>
      </pc:sldChg>
      <pc:sldChg chg="add del">
        <pc:chgData name="Adinda Zahrah" userId="a5826866-d845-42a7-9a3b-4c36b0798fbb" providerId="ADAL" clId="{73BB7103-2D2C-59C6-B67F-91E0B0FE4278}" dt="2026-10-06T20:06:20.261" v="103" actId="2696"/>
        <pc:sldMkLst>
          <pc:docMk/>
          <pc:sldMk cId="2745763777" sldId="501"/>
        </pc:sldMkLst>
      </pc:sldChg>
      <pc:sldChg chg="addSp modSp add mod">
        <pc:chgData name="Adinda Zahrah" userId="a5826866-d845-42a7-9a3b-4c36b0798fbb" providerId="ADAL" clId="{73BB7103-2D2C-59C6-B67F-91E0B0FE4278}" dt="2026-10-07T02:53:05.056" v="409" actId="1076"/>
        <pc:sldMkLst>
          <pc:docMk/>
          <pc:sldMk cId="169166562" sldId="502"/>
        </pc:sldMkLst>
        <pc:spChg chg="add mod">
          <ac:chgData name="Adinda Zahrah" userId="a5826866-d845-42a7-9a3b-4c36b0798fbb" providerId="ADAL" clId="{73BB7103-2D2C-59C6-B67F-91E0B0FE4278}" dt="2026-10-07T02:53:05.056" v="409" actId="1076"/>
          <ac:spMkLst>
            <pc:docMk/>
            <pc:sldMk cId="169166562" sldId="502"/>
            <ac:spMk id="2" creationId="{91A18766-8B87-AC1C-F847-CF2751A8AF65}"/>
          </ac:spMkLst>
        </pc:spChg>
        <pc:picChg chg="mod">
          <ac:chgData name="Adinda Zahrah" userId="a5826866-d845-42a7-9a3b-4c36b0798fbb" providerId="ADAL" clId="{73BB7103-2D2C-59C6-B67F-91E0B0FE4278}" dt="2026-10-07T02:53:02.294" v="408" actId="1076"/>
          <ac:picMkLst>
            <pc:docMk/>
            <pc:sldMk cId="169166562" sldId="502"/>
            <ac:picMk id="3" creationId="{B5861858-CC2C-3782-CE34-3968D12C96BD}"/>
          </ac:picMkLst>
        </pc:picChg>
      </pc:sldChg>
      <pc:sldChg chg="add">
        <pc:chgData name="Adinda Zahrah" userId="a5826866-d845-42a7-9a3b-4c36b0798fbb" providerId="ADAL" clId="{73BB7103-2D2C-59C6-B67F-91E0B0FE4278}" dt="2026-10-06T20:06:22.791" v="107"/>
        <pc:sldMkLst>
          <pc:docMk/>
          <pc:sldMk cId="4250407188" sldId="503"/>
        </pc:sldMkLst>
      </pc:sldChg>
      <pc:sldChg chg="add">
        <pc:chgData name="Adinda Zahrah" userId="a5826866-d845-42a7-9a3b-4c36b0798fbb" providerId="ADAL" clId="{73BB7103-2D2C-59C6-B67F-91E0B0FE4278}" dt="2026-10-06T20:06:22.791" v="107"/>
        <pc:sldMkLst>
          <pc:docMk/>
          <pc:sldMk cId="20829753" sldId="504"/>
        </pc:sldMkLst>
      </pc:sldChg>
      <pc:sldChg chg="addSp modSp add mod">
        <pc:chgData name="Adinda Zahrah" userId="a5826866-d845-42a7-9a3b-4c36b0798fbb" providerId="ADAL" clId="{73BB7103-2D2C-59C6-B67F-91E0B0FE4278}" dt="2026-10-07T02:53:13.569" v="414" actId="20577"/>
        <pc:sldMkLst>
          <pc:docMk/>
          <pc:sldMk cId="3525675936" sldId="505"/>
        </pc:sldMkLst>
        <pc:spChg chg="add mod">
          <ac:chgData name="Adinda Zahrah" userId="a5826866-d845-42a7-9a3b-4c36b0798fbb" providerId="ADAL" clId="{73BB7103-2D2C-59C6-B67F-91E0B0FE4278}" dt="2026-10-07T02:53:13.569" v="414" actId="20577"/>
          <ac:spMkLst>
            <pc:docMk/>
            <pc:sldMk cId="3525675936" sldId="505"/>
            <ac:spMk id="2" creationId="{7B99E314-F715-38E6-A58D-9B5864F2B300}"/>
          </ac:spMkLst>
        </pc:spChg>
      </pc:sldChg>
      <pc:sldChg chg="addSp modSp add mod">
        <pc:chgData name="Adinda Zahrah" userId="a5826866-d845-42a7-9a3b-4c36b0798fbb" providerId="ADAL" clId="{73BB7103-2D2C-59C6-B67F-91E0B0FE4278}" dt="2026-10-07T02:53:17.657" v="419" actId="20577"/>
        <pc:sldMkLst>
          <pc:docMk/>
          <pc:sldMk cId="970596260" sldId="506"/>
        </pc:sldMkLst>
        <pc:spChg chg="add mod">
          <ac:chgData name="Adinda Zahrah" userId="a5826866-d845-42a7-9a3b-4c36b0798fbb" providerId="ADAL" clId="{73BB7103-2D2C-59C6-B67F-91E0B0FE4278}" dt="2026-10-07T02:53:17.657" v="419" actId="20577"/>
          <ac:spMkLst>
            <pc:docMk/>
            <pc:sldMk cId="970596260" sldId="506"/>
            <ac:spMk id="3" creationId="{EE8432CA-BF41-EB9C-B6DC-10ED41F28119}"/>
          </ac:spMkLst>
        </pc:spChg>
      </pc:sldChg>
      <pc:sldChg chg="add">
        <pc:chgData name="Adinda Zahrah" userId="a5826866-d845-42a7-9a3b-4c36b0798fbb" providerId="ADAL" clId="{73BB7103-2D2C-59C6-B67F-91E0B0FE4278}" dt="2026-10-06T20:06:22.791" v="107"/>
        <pc:sldMkLst>
          <pc:docMk/>
          <pc:sldMk cId="785607734" sldId="507"/>
        </pc:sldMkLst>
      </pc:sldChg>
      <pc:sldChg chg="addSp modSp add mod modShow">
        <pc:chgData name="Adinda Zahrah" userId="a5826866-d845-42a7-9a3b-4c36b0798fbb" providerId="ADAL" clId="{73BB7103-2D2C-59C6-B67F-91E0B0FE4278}" dt="2026-10-07T02:53:23.699" v="424" actId="20577"/>
        <pc:sldMkLst>
          <pc:docMk/>
          <pc:sldMk cId="3552840205" sldId="508"/>
        </pc:sldMkLst>
        <pc:spChg chg="add mod">
          <ac:chgData name="Adinda Zahrah" userId="a5826866-d845-42a7-9a3b-4c36b0798fbb" providerId="ADAL" clId="{73BB7103-2D2C-59C6-B67F-91E0B0FE4278}" dt="2026-10-07T02:53:23.699" v="424" actId="20577"/>
          <ac:spMkLst>
            <pc:docMk/>
            <pc:sldMk cId="3552840205" sldId="508"/>
            <ac:spMk id="3" creationId="{43C454F6-C3CE-AE4E-1687-DEAFCEA52C92}"/>
          </ac:spMkLst>
        </pc:spChg>
      </pc:sldChg>
      <pc:sldChg chg="addSp modSp add mod modShow">
        <pc:chgData name="Adinda Zahrah" userId="a5826866-d845-42a7-9a3b-4c36b0798fbb" providerId="ADAL" clId="{73BB7103-2D2C-59C6-B67F-91E0B0FE4278}" dt="2026-10-07T02:53:27.620" v="429" actId="20577"/>
        <pc:sldMkLst>
          <pc:docMk/>
          <pc:sldMk cId="3394995977" sldId="509"/>
        </pc:sldMkLst>
        <pc:spChg chg="add mod">
          <ac:chgData name="Adinda Zahrah" userId="a5826866-d845-42a7-9a3b-4c36b0798fbb" providerId="ADAL" clId="{73BB7103-2D2C-59C6-B67F-91E0B0FE4278}" dt="2026-10-07T02:53:27.620" v="429" actId="20577"/>
          <ac:spMkLst>
            <pc:docMk/>
            <pc:sldMk cId="3394995977" sldId="509"/>
            <ac:spMk id="4" creationId="{910C64E2-2A06-233E-F5F8-089742DD9F6A}"/>
          </ac:spMkLst>
        </pc:spChg>
      </pc:sldChg>
      <pc:sldChg chg="addSp modSp new mod">
        <pc:chgData name="Adinda Zahrah" userId="a5826866-d845-42a7-9a3b-4c36b0798fbb" providerId="ADAL" clId="{73BB7103-2D2C-59C6-B67F-91E0B0FE4278}" dt="2026-10-07T02:52:38.409" v="381" actId="1076"/>
        <pc:sldMkLst>
          <pc:docMk/>
          <pc:sldMk cId="154378766" sldId="510"/>
        </pc:sldMkLst>
        <pc:spChg chg="mod">
          <ac:chgData name="Adinda Zahrah" userId="a5826866-d845-42a7-9a3b-4c36b0798fbb" providerId="ADAL" clId="{73BB7103-2D2C-59C6-B67F-91E0B0FE4278}" dt="2026-10-06T20:06:37.676" v="151" actId="20577"/>
          <ac:spMkLst>
            <pc:docMk/>
            <pc:sldMk cId="154378766" sldId="510"/>
            <ac:spMk id="2" creationId="{C4F89F6C-F7B3-B227-7285-90B00FA802F7}"/>
          </ac:spMkLst>
        </pc:spChg>
        <pc:spChg chg="add mod">
          <ac:chgData name="Adinda Zahrah" userId="a5826866-d845-42a7-9a3b-4c36b0798fbb" providerId="ADAL" clId="{73BB7103-2D2C-59C6-B67F-91E0B0FE4278}" dt="2026-10-07T02:52:38.409" v="381" actId="1076"/>
          <ac:spMkLst>
            <pc:docMk/>
            <pc:sldMk cId="154378766" sldId="510"/>
            <ac:spMk id="3" creationId="{474BBFDC-3850-5693-222F-3E7F40961667}"/>
          </ac:spMkLst>
        </pc:spChg>
      </pc:sldChg>
      <pc:sldChg chg="addSp modSp add mod">
        <pc:chgData name="Adinda Zahrah" userId="a5826866-d845-42a7-9a3b-4c36b0798fbb" providerId="ADAL" clId="{73BB7103-2D2C-59C6-B67F-91E0B0FE4278}" dt="2026-10-07T02:53:57.201" v="459" actId="1076"/>
        <pc:sldMkLst>
          <pc:docMk/>
          <pc:sldMk cId="4066827370" sldId="511"/>
        </pc:sldMkLst>
        <pc:spChg chg="add mod">
          <ac:chgData name="Adinda Zahrah" userId="a5826866-d845-42a7-9a3b-4c36b0798fbb" providerId="ADAL" clId="{73BB7103-2D2C-59C6-B67F-91E0B0FE4278}" dt="2026-10-07T02:53:57.201" v="459" actId="1076"/>
          <ac:spMkLst>
            <pc:docMk/>
            <pc:sldMk cId="4066827370" sldId="511"/>
            <ac:spMk id="3" creationId="{DB62BA96-7C33-F4F1-FE67-3733BB036A65}"/>
          </ac:spMkLst>
        </pc:spChg>
      </pc:sldChg>
      <pc:sldChg chg="addSp modSp add mod">
        <pc:chgData name="Adinda Zahrah" userId="a5826866-d845-42a7-9a3b-4c36b0798fbb" providerId="ADAL" clId="{73BB7103-2D2C-59C6-B67F-91E0B0FE4278}" dt="2026-10-07T02:54:41.545" v="464" actId="20577"/>
        <pc:sldMkLst>
          <pc:docMk/>
          <pc:sldMk cId="1804016518" sldId="512"/>
        </pc:sldMkLst>
        <pc:spChg chg="add mod">
          <ac:chgData name="Adinda Zahrah" userId="a5826866-d845-42a7-9a3b-4c36b0798fbb" providerId="ADAL" clId="{73BB7103-2D2C-59C6-B67F-91E0B0FE4278}" dt="2026-10-07T02:54:41.545" v="464" actId="20577"/>
          <ac:spMkLst>
            <pc:docMk/>
            <pc:sldMk cId="1804016518" sldId="512"/>
            <ac:spMk id="3" creationId="{BD68AE4F-5DBB-9413-8396-C047D14191E6}"/>
          </ac:spMkLst>
        </pc:spChg>
      </pc:sldChg>
      <pc:sldChg chg="addSp modSp add mod">
        <pc:chgData name="Adinda Zahrah" userId="a5826866-d845-42a7-9a3b-4c36b0798fbb" providerId="ADAL" clId="{73BB7103-2D2C-59C6-B67F-91E0B0FE4278}" dt="2026-10-07T02:54:48.481" v="479" actId="20577"/>
        <pc:sldMkLst>
          <pc:docMk/>
          <pc:sldMk cId="4031407441" sldId="513"/>
        </pc:sldMkLst>
        <pc:spChg chg="add mod">
          <ac:chgData name="Adinda Zahrah" userId="a5826866-d845-42a7-9a3b-4c36b0798fbb" providerId="ADAL" clId="{73BB7103-2D2C-59C6-B67F-91E0B0FE4278}" dt="2026-10-07T02:54:48.481" v="479" actId="20577"/>
          <ac:spMkLst>
            <pc:docMk/>
            <pc:sldMk cId="4031407441" sldId="513"/>
            <ac:spMk id="2" creationId="{D579A880-7044-C83A-9DDA-491B8D9A5478}"/>
          </ac:spMkLst>
        </pc:spChg>
      </pc:sldChg>
      <pc:sldChg chg="addSp modSp add mod">
        <pc:chgData name="Adinda Zahrah" userId="a5826866-d845-42a7-9a3b-4c36b0798fbb" providerId="ADAL" clId="{73BB7103-2D2C-59C6-B67F-91E0B0FE4278}" dt="2026-10-07T02:54:53.523" v="484" actId="20577"/>
        <pc:sldMkLst>
          <pc:docMk/>
          <pc:sldMk cId="1743081743" sldId="514"/>
        </pc:sldMkLst>
        <pc:spChg chg="add mod">
          <ac:chgData name="Adinda Zahrah" userId="a5826866-d845-42a7-9a3b-4c36b0798fbb" providerId="ADAL" clId="{73BB7103-2D2C-59C6-B67F-91E0B0FE4278}" dt="2026-10-07T02:54:53.523" v="484" actId="20577"/>
          <ac:spMkLst>
            <pc:docMk/>
            <pc:sldMk cId="1743081743" sldId="514"/>
            <ac:spMk id="2" creationId="{9D8B3644-5189-B32A-3C75-8D9951575F50}"/>
          </ac:spMkLst>
        </pc:spChg>
      </pc:sldChg>
      <pc:sldChg chg="add">
        <pc:chgData name="Adinda Zahrah" userId="a5826866-d845-42a7-9a3b-4c36b0798fbb" providerId="ADAL" clId="{73BB7103-2D2C-59C6-B67F-91E0B0FE4278}" dt="2026-10-06T20:07:51.238" v="164"/>
        <pc:sldMkLst>
          <pc:docMk/>
          <pc:sldMk cId="3973237264" sldId="515"/>
        </pc:sldMkLst>
      </pc:sldChg>
      <pc:sldChg chg="addSp modSp add mod">
        <pc:chgData name="Adinda Zahrah" userId="a5826866-d845-42a7-9a3b-4c36b0798fbb" providerId="ADAL" clId="{73BB7103-2D2C-59C6-B67F-91E0B0FE4278}" dt="2026-10-07T02:55:00.386" v="489" actId="20577"/>
        <pc:sldMkLst>
          <pc:docMk/>
          <pc:sldMk cId="2009496596" sldId="516"/>
        </pc:sldMkLst>
        <pc:spChg chg="add mod">
          <ac:chgData name="Adinda Zahrah" userId="a5826866-d845-42a7-9a3b-4c36b0798fbb" providerId="ADAL" clId="{73BB7103-2D2C-59C6-B67F-91E0B0FE4278}" dt="2026-10-07T02:55:00.386" v="489" actId="20577"/>
          <ac:spMkLst>
            <pc:docMk/>
            <pc:sldMk cId="2009496596" sldId="516"/>
            <ac:spMk id="2" creationId="{8C0B4972-AFA1-EF9F-1746-45A16B0F148C}"/>
          </ac:spMkLst>
        </pc:spChg>
      </pc:sldChg>
      <pc:sldChg chg="addSp modSp add mod">
        <pc:chgData name="Adinda Zahrah" userId="a5826866-d845-42a7-9a3b-4c36b0798fbb" providerId="ADAL" clId="{73BB7103-2D2C-59C6-B67F-91E0B0FE4278}" dt="2026-10-07T02:55:05.195" v="494" actId="20577"/>
        <pc:sldMkLst>
          <pc:docMk/>
          <pc:sldMk cId="969819309" sldId="517"/>
        </pc:sldMkLst>
        <pc:spChg chg="add mod">
          <ac:chgData name="Adinda Zahrah" userId="a5826866-d845-42a7-9a3b-4c36b0798fbb" providerId="ADAL" clId="{73BB7103-2D2C-59C6-B67F-91E0B0FE4278}" dt="2026-10-07T02:55:05.195" v="494" actId="20577"/>
          <ac:spMkLst>
            <pc:docMk/>
            <pc:sldMk cId="969819309" sldId="517"/>
            <ac:spMk id="3" creationId="{DB0AF375-13CD-2DC5-618E-AFED51DF27A3}"/>
          </ac:spMkLst>
        </pc:spChg>
      </pc:sldChg>
      <pc:sldChg chg="addSp delSp modSp add mod">
        <pc:chgData name="Adinda Zahrah" userId="a5826866-d845-42a7-9a3b-4c36b0798fbb" providerId="ADAL" clId="{73BB7103-2D2C-59C6-B67F-91E0B0FE4278}" dt="2026-10-07T02:55:19.902" v="505" actId="478"/>
        <pc:sldMkLst>
          <pc:docMk/>
          <pc:sldMk cId="468335338" sldId="518"/>
        </pc:sldMkLst>
        <pc:spChg chg="add del mod">
          <ac:chgData name="Adinda Zahrah" userId="a5826866-d845-42a7-9a3b-4c36b0798fbb" providerId="ADAL" clId="{73BB7103-2D2C-59C6-B67F-91E0B0FE4278}" dt="2026-10-07T02:55:19.902" v="505" actId="478"/>
          <ac:spMkLst>
            <pc:docMk/>
            <pc:sldMk cId="468335338" sldId="518"/>
            <ac:spMk id="2" creationId="{4FB8ED00-E10D-577F-047D-9926851E78FC}"/>
          </ac:spMkLst>
        </pc:spChg>
      </pc:sldChg>
      <pc:sldChg chg="addSp modSp add mod">
        <pc:chgData name="Adinda Zahrah" userId="a5826866-d845-42a7-9a3b-4c36b0798fbb" providerId="ADAL" clId="{73BB7103-2D2C-59C6-B67F-91E0B0FE4278}" dt="2026-10-07T02:55:17.215" v="504" actId="20577"/>
        <pc:sldMkLst>
          <pc:docMk/>
          <pc:sldMk cId="3149991758" sldId="519"/>
        </pc:sldMkLst>
        <pc:spChg chg="add mod">
          <ac:chgData name="Adinda Zahrah" userId="a5826866-d845-42a7-9a3b-4c36b0798fbb" providerId="ADAL" clId="{73BB7103-2D2C-59C6-B67F-91E0B0FE4278}" dt="2026-10-07T02:55:17.215" v="504" actId="20577"/>
          <ac:spMkLst>
            <pc:docMk/>
            <pc:sldMk cId="3149991758" sldId="519"/>
            <ac:spMk id="3" creationId="{06AF9DEE-F8FE-51E6-6BDE-3D2971300891}"/>
          </ac:spMkLst>
        </pc:spChg>
      </pc:sldChg>
      <pc:sldChg chg="addSp modSp add mod">
        <pc:chgData name="Adinda Zahrah" userId="a5826866-d845-42a7-9a3b-4c36b0798fbb" providerId="ADAL" clId="{73BB7103-2D2C-59C6-B67F-91E0B0FE4278}" dt="2026-10-07T02:55:24.136" v="511" actId="20577"/>
        <pc:sldMkLst>
          <pc:docMk/>
          <pc:sldMk cId="2277765540" sldId="520"/>
        </pc:sldMkLst>
        <pc:spChg chg="add mod">
          <ac:chgData name="Adinda Zahrah" userId="a5826866-d845-42a7-9a3b-4c36b0798fbb" providerId="ADAL" clId="{73BB7103-2D2C-59C6-B67F-91E0B0FE4278}" dt="2026-10-07T02:55:24.136" v="511" actId="20577"/>
          <ac:spMkLst>
            <pc:docMk/>
            <pc:sldMk cId="2277765540" sldId="520"/>
            <ac:spMk id="4" creationId="{7FCA076E-6884-255F-C7E8-84FDF2FB8693}"/>
          </ac:spMkLst>
        </pc:spChg>
      </pc:sldChg>
    </pc:docChg>
  </pc:docChgLst>
  <pc:docChgLst>
    <pc:chgData name="Lidya Ayu Atikah" userId="52ca1d14-4594-4c68-88fa-086e6bee88c0" providerId="ADAL" clId="{D88EF5AA-0F76-410E-BB6D-89FF644FE625}"/>
    <pc:docChg chg="undo custSel addSld delSld modSld sldOrd modSection">
      <pc:chgData name="Lidya Ayu Atikah" userId="52ca1d14-4594-4c68-88fa-086e6bee88c0" providerId="ADAL" clId="{D88EF5AA-0F76-410E-BB6D-89FF644FE625}" dt="2026-10-07T10:45:16.788" v="189" actId="34476"/>
      <pc:docMkLst>
        <pc:docMk/>
      </pc:docMkLst>
      <pc:sldChg chg="delSp modSp mod">
        <pc:chgData name="Lidya Ayu Atikah" userId="52ca1d14-4594-4c68-88fa-086e6bee88c0" providerId="ADAL" clId="{D88EF5AA-0F76-410E-BB6D-89FF644FE625}" dt="2026-10-07T07:00:39.432" v="1" actId="14826"/>
        <pc:sldMkLst>
          <pc:docMk/>
          <pc:sldMk cId="1269934885" sldId="386"/>
        </pc:sldMkLst>
        <pc:spChg chg="del">
          <ac:chgData name="Lidya Ayu Atikah" userId="52ca1d14-4594-4c68-88fa-086e6bee88c0" providerId="ADAL" clId="{D88EF5AA-0F76-410E-BB6D-89FF644FE625}" dt="2026-10-07T07:00:30.514" v="0" actId="478"/>
          <ac:spMkLst>
            <pc:docMk/>
            <pc:sldMk cId="1269934885" sldId="386"/>
            <ac:spMk id="2" creationId="{AC120F3E-54E7-BB85-FFD5-A116A7C2F74B}"/>
          </ac:spMkLst>
        </pc:spChg>
        <pc:picChg chg="mod">
          <ac:chgData name="Lidya Ayu Atikah" userId="52ca1d14-4594-4c68-88fa-086e6bee88c0" providerId="ADAL" clId="{D88EF5AA-0F76-410E-BB6D-89FF644FE625}" dt="2026-10-07T07:00:39.432" v="1" actId="14826"/>
          <ac:picMkLst>
            <pc:docMk/>
            <pc:sldMk cId="1269934885" sldId="386"/>
            <ac:picMk id="3" creationId="{9B715941-2167-E200-A6EF-1ECD7B3B36BF}"/>
          </ac:picMkLst>
        </pc:picChg>
      </pc:sldChg>
      <pc:sldChg chg="modSp mod">
        <pc:chgData name="Lidya Ayu Atikah" userId="52ca1d14-4594-4c68-88fa-086e6bee88c0" providerId="ADAL" clId="{D88EF5AA-0F76-410E-BB6D-89FF644FE625}" dt="2026-10-07T08:22:03.299" v="9" actId="1076"/>
        <pc:sldMkLst>
          <pc:docMk/>
          <pc:sldMk cId="902265753" sldId="423"/>
        </pc:sldMkLst>
        <pc:spChg chg="mod">
          <ac:chgData name="Lidya Ayu Atikah" userId="52ca1d14-4594-4c68-88fa-086e6bee88c0" providerId="ADAL" clId="{D88EF5AA-0F76-410E-BB6D-89FF644FE625}" dt="2026-10-07T08:22:03.299" v="9" actId="1076"/>
          <ac:spMkLst>
            <pc:docMk/>
            <pc:sldMk cId="902265753" sldId="423"/>
            <ac:spMk id="4" creationId="{E5C4F662-20FF-B143-06FF-4A3D28ACB0E5}"/>
          </ac:spMkLst>
        </pc:spChg>
      </pc:sldChg>
      <pc:sldChg chg="addSp delSp modSp mod modShow">
        <pc:chgData name="Lidya Ayu Atikah" userId="52ca1d14-4594-4c68-88fa-086e6bee88c0" providerId="ADAL" clId="{D88EF5AA-0F76-410E-BB6D-89FF644FE625}" dt="2026-10-07T10:45:16.788" v="189" actId="34476"/>
        <pc:sldMkLst>
          <pc:docMk/>
          <pc:sldMk cId="1678210364" sldId="492"/>
        </pc:sldMkLst>
        <pc:spChg chg="mod">
          <ac:chgData name="Lidya Ayu Atikah" userId="52ca1d14-4594-4c68-88fa-086e6bee88c0" providerId="ADAL" clId="{D88EF5AA-0F76-410E-BB6D-89FF644FE625}" dt="2026-10-07T08:17:45.564" v="6" actId="1076"/>
          <ac:spMkLst>
            <pc:docMk/>
            <pc:sldMk cId="1678210364" sldId="492"/>
            <ac:spMk id="3" creationId="{D7C401DE-BB7C-C393-9010-AD0ED98EF94A}"/>
          </ac:spMkLst>
        </pc:spChg>
        <pc:spChg chg="add mod">
          <ac:chgData name="Lidya Ayu Atikah" userId="52ca1d14-4594-4c68-88fa-086e6bee88c0" providerId="ADAL" clId="{D88EF5AA-0F76-410E-BB6D-89FF644FE625}" dt="2026-10-07T10:14:45.232" v="163" actId="403"/>
          <ac:spMkLst>
            <pc:docMk/>
            <pc:sldMk cId="1678210364" sldId="492"/>
            <ac:spMk id="7" creationId="{5BA409FA-F18E-CAC3-1AF8-5E5380805EF6}"/>
          </ac:spMkLst>
        </pc:spChg>
        <pc:spChg chg="add del mod">
          <ac:chgData name="Lidya Ayu Atikah" userId="52ca1d14-4594-4c68-88fa-086e6bee88c0" providerId="ADAL" clId="{D88EF5AA-0F76-410E-BB6D-89FF644FE625}" dt="2026-10-07T10:14:28.396" v="142" actId="478"/>
          <ac:spMkLst>
            <pc:docMk/>
            <pc:sldMk cId="1678210364" sldId="492"/>
            <ac:spMk id="8" creationId="{4EB05932-5198-589B-E1F5-769F398F1169}"/>
          </ac:spMkLst>
        </pc:spChg>
        <pc:spChg chg="add mod">
          <ac:chgData name="Lidya Ayu Atikah" userId="52ca1d14-4594-4c68-88fa-086e6bee88c0" providerId="ADAL" clId="{D88EF5AA-0F76-410E-BB6D-89FF644FE625}" dt="2026-10-07T10:15:09.249" v="178" actId="404"/>
          <ac:spMkLst>
            <pc:docMk/>
            <pc:sldMk cId="1678210364" sldId="492"/>
            <ac:spMk id="9" creationId="{3A419761-B523-7761-B67A-CD5B4F75F5BA}"/>
          </ac:spMkLst>
        </pc:spChg>
        <pc:picChg chg="mod">
          <ac:chgData name="Lidya Ayu Atikah" userId="52ca1d14-4594-4c68-88fa-086e6bee88c0" providerId="ADAL" clId="{D88EF5AA-0F76-410E-BB6D-89FF644FE625}" dt="2026-10-07T10:14:26.131" v="141" actId="14826"/>
          <ac:picMkLst>
            <pc:docMk/>
            <pc:sldMk cId="1678210364" sldId="492"/>
            <ac:picMk id="4" creationId="{0CAD0B8D-1867-A958-D6D8-55EB06C5FB1B}"/>
          </ac:picMkLst>
        </pc:picChg>
        <pc:picChg chg="add del mod">
          <ac:chgData name="Lidya Ayu Atikah" userId="52ca1d14-4594-4c68-88fa-086e6bee88c0" providerId="ADAL" clId="{D88EF5AA-0F76-410E-BB6D-89FF644FE625}" dt="2026-10-07T08:42:54.328" v="13" actId="931"/>
          <ac:picMkLst>
            <pc:docMk/>
            <pc:sldMk cId="1678210364" sldId="492"/>
            <ac:picMk id="6" creationId="{1C67E63E-9966-270A-18CE-8DB0DD30E4C0}"/>
          </ac:picMkLst>
        </pc:picChg>
      </pc:sldChg>
      <pc:sldChg chg="delSp modSp mod ord">
        <pc:chgData name="Lidya Ayu Atikah" userId="52ca1d14-4594-4c68-88fa-086e6bee88c0" providerId="ADAL" clId="{D88EF5AA-0F76-410E-BB6D-89FF644FE625}" dt="2026-10-07T08:43:15.502" v="20"/>
        <pc:sldMkLst>
          <pc:docMk/>
          <pc:sldMk cId="2731907656" sldId="493"/>
        </pc:sldMkLst>
        <pc:spChg chg="del">
          <ac:chgData name="Lidya Ayu Atikah" userId="52ca1d14-4594-4c68-88fa-086e6bee88c0" providerId="ADAL" clId="{D88EF5AA-0F76-410E-BB6D-89FF644FE625}" dt="2026-10-07T07:18:10.203" v="3" actId="478"/>
          <ac:spMkLst>
            <pc:docMk/>
            <pc:sldMk cId="2731907656" sldId="493"/>
            <ac:spMk id="2" creationId="{874EB493-ACD0-BB3F-73B2-406096A170A7}"/>
          </ac:spMkLst>
        </pc:spChg>
        <pc:picChg chg="mod">
          <ac:chgData name="Lidya Ayu Atikah" userId="52ca1d14-4594-4c68-88fa-086e6bee88c0" providerId="ADAL" clId="{D88EF5AA-0F76-410E-BB6D-89FF644FE625}" dt="2026-10-07T07:18:07.368" v="2" actId="14826"/>
          <ac:picMkLst>
            <pc:docMk/>
            <pc:sldMk cId="2731907656" sldId="493"/>
            <ac:picMk id="3" creationId="{9A3D9686-F21C-8699-7084-098264B9B5DE}"/>
          </ac:picMkLst>
        </pc:picChg>
      </pc:sldChg>
      <pc:sldChg chg="del">
        <pc:chgData name="Lidya Ayu Atikah" userId="52ca1d14-4594-4c68-88fa-086e6bee88c0" providerId="ADAL" clId="{D88EF5AA-0F76-410E-BB6D-89FF644FE625}" dt="2026-10-07T08:53:40.703" v="33" actId="47"/>
        <pc:sldMkLst>
          <pc:docMk/>
          <pc:sldMk cId="1836145936" sldId="494"/>
        </pc:sldMkLst>
      </pc:sldChg>
      <pc:sldChg chg="ord">
        <pc:chgData name="Lidya Ayu Atikah" userId="52ca1d14-4594-4c68-88fa-086e6bee88c0" providerId="ADAL" clId="{D88EF5AA-0F76-410E-BB6D-89FF644FE625}" dt="2026-10-07T10:44:51.860" v="188"/>
        <pc:sldMkLst>
          <pc:docMk/>
          <pc:sldMk cId="4001126926" sldId="496"/>
        </pc:sldMkLst>
      </pc:sldChg>
      <pc:sldChg chg="ord">
        <pc:chgData name="Lidya Ayu Atikah" userId="52ca1d14-4594-4c68-88fa-086e6bee88c0" providerId="ADAL" clId="{D88EF5AA-0F76-410E-BB6D-89FF644FE625}" dt="2026-10-07T10:44:51.860" v="188"/>
        <pc:sldMkLst>
          <pc:docMk/>
          <pc:sldMk cId="1652544983" sldId="497"/>
        </pc:sldMkLst>
      </pc:sldChg>
      <pc:sldChg chg="ord">
        <pc:chgData name="Lidya Ayu Atikah" userId="52ca1d14-4594-4c68-88fa-086e6bee88c0" providerId="ADAL" clId="{D88EF5AA-0F76-410E-BB6D-89FF644FE625}" dt="2026-10-07T09:29:09.568" v="45"/>
        <pc:sldMkLst>
          <pc:docMk/>
          <pc:sldMk cId="3804865899" sldId="498"/>
        </pc:sldMkLst>
      </pc:sldChg>
      <pc:sldChg chg="ord">
        <pc:chgData name="Lidya Ayu Atikah" userId="52ca1d14-4594-4c68-88fa-086e6bee88c0" providerId="ADAL" clId="{D88EF5AA-0F76-410E-BB6D-89FF644FE625}" dt="2026-10-07T10:44:51.860" v="188"/>
        <pc:sldMkLst>
          <pc:docMk/>
          <pc:sldMk cId="3556324101" sldId="499"/>
        </pc:sldMkLst>
      </pc:sldChg>
      <pc:sldChg chg="ord">
        <pc:chgData name="Lidya Ayu Atikah" userId="52ca1d14-4594-4c68-88fa-086e6bee88c0" providerId="ADAL" clId="{D88EF5AA-0F76-410E-BB6D-89FF644FE625}" dt="2026-10-07T10:44:51.860" v="188"/>
        <pc:sldMkLst>
          <pc:docMk/>
          <pc:sldMk cId="511164961" sldId="500"/>
        </pc:sldMkLst>
      </pc:sldChg>
      <pc:sldChg chg="addSp delSp modSp add mod modShow">
        <pc:chgData name="Lidya Ayu Atikah" userId="52ca1d14-4594-4c68-88fa-086e6bee88c0" providerId="ADAL" clId="{D88EF5AA-0F76-410E-BB6D-89FF644FE625}" dt="2026-10-07T10:44:30.431" v="182" actId="34476"/>
        <pc:sldMkLst>
          <pc:docMk/>
          <pc:sldMk cId="3334397640" sldId="521"/>
        </pc:sldMkLst>
        <pc:spChg chg="del">
          <ac:chgData name="Lidya Ayu Atikah" userId="52ca1d14-4594-4c68-88fa-086e6bee88c0" providerId="ADAL" clId="{D88EF5AA-0F76-410E-BB6D-89FF644FE625}" dt="2026-10-07T08:43:11.607" v="18" actId="478"/>
          <ac:spMkLst>
            <pc:docMk/>
            <pc:sldMk cId="3334397640" sldId="521"/>
            <ac:spMk id="2" creationId="{DFA65797-92FA-6D97-A56A-6DF572096E34}"/>
          </ac:spMkLst>
        </pc:spChg>
        <pc:spChg chg="add del mod">
          <ac:chgData name="Lidya Ayu Atikah" userId="52ca1d14-4594-4c68-88fa-086e6bee88c0" providerId="ADAL" clId="{D88EF5AA-0F76-410E-BB6D-89FF644FE625}" dt="2026-10-07T08:43:22.903" v="21" actId="478"/>
          <ac:spMkLst>
            <pc:docMk/>
            <pc:sldMk cId="3334397640" sldId="521"/>
            <ac:spMk id="6" creationId="{97EC894B-378C-440B-1229-C864E995F441}"/>
          </ac:spMkLst>
        </pc:spChg>
        <pc:spChg chg="add del">
          <ac:chgData name="Lidya Ayu Atikah" userId="52ca1d14-4594-4c68-88fa-086e6bee88c0" providerId="ADAL" clId="{D88EF5AA-0F76-410E-BB6D-89FF644FE625}" dt="2026-10-07T08:43:30.876" v="23" actId="22"/>
          <ac:spMkLst>
            <pc:docMk/>
            <pc:sldMk cId="3334397640" sldId="521"/>
            <ac:spMk id="8" creationId="{6F104A05-CDD4-DEB2-9D2E-25109720F703}"/>
          </ac:spMkLst>
        </pc:spChg>
        <pc:picChg chg="del">
          <ac:chgData name="Lidya Ayu Atikah" userId="52ca1d14-4594-4c68-88fa-086e6bee88c0" providerId="ADAL" clId="{D88EF5AA-0F76-410E-BB6D-89FF644FE625}" dt="2026-10-07T08:42:59.334" v="15" actId="478"/>
          <ac:picMkLst>
            <pc:docMk/>
            <pc:sldMk cId="3334397640" sldId="521"/>
            <ac:picMk id="4" creationId="{E13357B2-B3F2-5A50-7A77-1F7F30528D21}"/>
          </ac:picMkLst>
        </pc:picChg>
        <pc:picChg chg="add del mod">
          <ac:chgData name="Lidya Ayu Atikah" userId="52ca1d14-4594-4c68-88fa-086e6bee88c0" providerId="ADAL" clId="{D88EF5AA-0F76-410E-BB6D-89FF644FE625}" dt="2026-10-07T08:44:05.382" v="26" actId="478"/>
          <ac:picMkLst>
            <pc:docMk/>
            <pc:sldMk cId="3334397640" sldId="521"/>
            <ac:picMk id="10" creationId="{C55FC0F7-B0C6-DCFD-C9A0-F8376F94F9D8}"/>
          </ac:picMkLst>
        </pc:picChg>
        <pc:picChg chg="add">
          <ac:chgData name="Lidya Ayu Atikah" userId="52ca1d14-4594-4c68-88fa-086e6bee88c0" providerId="ADAL" clId="{D88EF5AA-0F76-410E-BB6D-89FF644FE625}" dt="2026-10-07T08:45:28.226" v="27" actId="22"/>
          <ac:picMkLst>
            <pc:docMk/>
            <pc:sldMk cId="3334397640" sldId="521"/>
            <ac:picMk id="12" creationId="{999C74D3-D409-41DB-DAB5-7B2D1CB889DB}"/>
          </ac:picMkLst>
        </pc:picChg>
      </pc:sldChg>
      <pc:sldChg chg="add del">
        <pc:chgData name="Lidya Ayu Atikah" userId="52ca1d14-4594-4c68-88fa-086e6bee88c0" providerId="ADAL" clId="{D88EF5AA-0F76-410E-BB6D-89FF644FE625}" dt="2026-10-07T08:43:02.091" v="17"/>
        <pc:sldMkLst>
          <pc:docMk/>
          <pc:sldMk cId="703682902" sldId="522"/>
        </pc:sldMkLst>
      </pc:sldChg>
      <pc:sldChg chg="addSp modSp new mod modShow">
        <pc:chgData name="Lidya Ayu Atikah" userId="52ca1d14-4594-4c68-88fa-086e6bee88c0" providerId="ADAL" clId="{D88EF5AA-0F76-410E-BB6D-89FF644FE625}" dt="2026-10-07T10:44:33.046" v="183" actId="34476"/>
        <pc:sldMkLst>
          <pc:docMk/>
          <pc:sldMk cId="2995466416" sldId="522"/>
        </pc:sldMkLst>
        <pc:picChg chg="add mod">
          <ac:chgData name="Lidya Ayu Atikah" userId="52ca1d14-4594-4c68-88fa-086e6bee88c0" providerId="ADAL" clId="{D88EF5AA-0F76-410E-BB6D-89FF644FE625}" dt="2026-10-07T08:53:22.789" v="32" actId="14100"/>
          <ac:picMkLst>
            <pc:docMk/>
            <pc:sldMk cId="2995466416" sldId="522"/>
            <ac:picMk id="3" creationId="{587321C7-56F9-8522-ADA4-F5FE2EB4DD4E}"/>
          </ac:picMkLst>
        </pc:picChg>
      </pc:sldChg>
      <pc:sldChg chg="addSp modSp new mod modShow">
        <pc:chgData name="Lidya Ayu Atikah" userId="52ca1d14-4594-4c68-88fa-086e6bee88c0" providerId="ADAL" clId="{D88EF5AA-0F76-410E-BB6D-89FF644FE625}" dt="2026-10-07T10:44:37.553" v="184" actId="34476"/>
        <pc:sldMkLst>
          <pc:docMk/>
          <pc:sldMk cId="140039535" sldId="523"/>
        </pc:sldMkLst>
        <pc:spChg chg="add mod">
          <ac:chgData name="Lidya Ayu Atikah" userId="52ca1d14-4594-4c68-88fa-086e6bee88c0" providerId="ADAL" clId="{D88EF5AA-0F76-410E-BB6D-89FF644FE625}" dt="2026-10-07T09:51:28.292" v="72" actId="1076"/>
          <ac:spMkLst>
            <pc:docMk/>
            <pc:sldMk cId="140039535" sldId="523"/>
            <ac:spMk id="6" creationId="{8F0EB1A8-0A88-DAEE-45C2-C09752B4327E}"/>
          </ac:spMkLst>
        </pc:spChg>
        <pc:picChg chg="add">
          <ac:chgData name="Lidya Ayu Atikah" userId="52ca1d14-4594-4c68-88fa-086e6bee88c0" providerId="ADAL" clId="{D88EF5AA-0F76-410E-BB6D-89FF644FE625}" dt="2026-10-07T09:07:06.287" v="35" actId="22"/>
          <ac:picMkLst>
            <pc:docMk/>
            <pc:sldMk cId="140039535" sldId="523"/>
            <ac:picMk id="5" creationId="{5A968EE3-B674-C850-7057-DE7B729552CD}"/>
          </ac:picMkLst>
        </pc:picChg>
      </pc:sldChg>
      <pc:sldChg chg="addSp modSp new mod modShow">
        <pc:chgData name="Lidya Ayu Atikah" userId="52ca1d14-4594-4c68-88fa-086e6bee88c0" providerId="ADAL" clId="{D88EF5AA-0F76-410E-BB6D-89FF644FE625}" dt="2026-10-07T10:44:39.911" v="185" actId="34476"/>
        <pc:sldMkLst>
          <pc:docMk/>
          <pc:sldMk cId="2148437480" sldId="525"/>
        </pc:sldMkLst>
        <pc:picChg chg="add mod">
          <ac:chgData name="Lidya Ayu Atikah" userId="52ca1d14-4594-4c68-88fa-086e6bee88c0" providerId="ADAL" clId="{D88EF5AA-0F76-410E-BB6D-89FF644FE625}" dt="2026-10-07T09:36:16.537" v="46" actId="14826"/>
          <ac:picMkLst>
            <pc:docMk/>
            <pc:sldMk cId="2148437480" sldId="525"/>
            <ac:picMk id="5" creationId="{14E71ADC-6E5E-81F6-9596-22463F9702BD}"/>
          </ac:picMkLst>
        </pc:picChg>
      </pc:sldChg>
      <pc:sldChg chg="addSp delSp modSp new mod ord modShow">
        <pc:chgData name="Lidya Ayu Atikah" userId="52ca1d14-4594-4c68-88fa-086e6bee88c0" providerId="ADAL" clId="{D88EF5AA-0F76-410E-BB6D-89FF644FE625}" dt="2026-10-07T10:44:42.201" v="186" actId="34476"/>
        <pc:sldMkLst>
          <pc:docMk/>
          <pc:sldMk cId="1575540526" sldId="526"/>
        </pc:sldMkLst>
        <pc:spChg chg="add del mod">
          <ac:chgData name="Lidya Ayu Atikah" userId="52ca1d14-4594-4c68-88fa-086e6bee88c0" providerId="ADAL" clId="{D88EF5AA-0F76-410E-BB6D-89FF644FE625}" dt="2026-10-07T10:15:55.354" v="180" actId="478"/>
          <ac:spMkLst>
            <pc:docMk/>
            <pc:sldMk cId="1575540526" sldId="526"/>
            <ac:spMk id="8" creationId="{D95E159E-2614-B356-70AF-A1A432AA1BE5}"/>
          </ac:spMkLst>
        </pc:spChg>
        <pc:spChg chg="add del mod">
          <ac:chgData name="Lidya Ayu Atikah" userId="52ca1d14-4594-4c68-88fa-086e6bee88c0" providerId="ADAL" clId="{D88EF5AA-0F76-410E-BB6D-89FF644FE625}" dt="2026-10-07T10:15:50.058" v="179" actId="478"/>
          <ac:spMkLst>
            <pc:docMk/>
            <pc:sldMk cId="1575540526" sldId="526"/>
            <ac:spMk id="9" creationId="{42E9F181-372E-CA52-5CAA-7A963665CB9F}"/>
          </ac:spMkLst>
        </pc:spChg>
        <pc:picChg chg="add del">
          <ac:chgData name="Lidya Ayu Atikah" userId="52ca1d14-4594-4c68-88fa-086e6bee88c0" providerId="ADAL" clId="{D88EF5AA-0F76-410E-BB6D-89FF644FE625}" dt="2026-10-07T09:41:37.135" v="53" actId="478"/>
          <ac:picMkLst>
            <pc:docMk/>
            <pc:sldMk cId="1575540526" sldId="526"/>
            <ac:picMk id="5" creationId="{7737ADF2-8991-9E78-3BE0-D546D1A22437}"/>
          </ac:picMkLst>
        </pc:picChg>
        <pc:picChg chg="add mod">
          <ac:chgData name="Lidya Ayu Atikah" userId="52ca1d14-4594-4c68-88fa-086e6bee88c0" providerId="ADAL" clId="{D88EF5AA-0F76-410E-BB6D-89FF644FE625}" dt="2026-10-07T10:40:47.665" v="181" actId="14826"/>
          <ac:picMkLst>
            <pc:docMk/>
            <pc:sldMk cId="1575540526" sldId="526"/>
            <ac:picMk id="7" creationId="{25B933DA-D819-352C-DE89-38ED833FD457}"/>
          </ac:picMkLst>
        </pc:picChg>
      </pc:sldChg>
      <pc:sldChg chg="new del">
        <pc:chgData name="Lidya Ayu Atikah" userId="52ca1d14-4594-4c68-88fa-086e6bee88c0" providerId="ADAL" clId="{D88EF5AA-0F76-410E-BB6D-89FF644FE625}" dt="2026-10-07T09:38:28.407" v="48" actId="47"/>
        <pc:sldMkLst>
          <pc:docMk/>
          <pc:sldMk cId="1722347429" sldId="526"/>
        </pc:sldMkLst>
      </pc:sldChg>
    </pc:docChg>
  </pc:docChgLst>
  <pc:docChgLst>
    <pc:chgData name="Lidya Ayu Atikah" userId="S::lidya.atikah@vedapraxis.com::52ca1d14-4594-4c68-88fa-086e6bee88c0" providerId="AD" clId="Web-{0B67A612-5031-0638-596E-26DB6823BD5E}"/>
    <pc:docChg chg="addSld modSld sldOrd modSection">
      <pc:chgData name="Lidya Ayu Atikah" userId="S::lidya.atikah@vedapraxis.com::52ca1d14-4594-4c68-88fa-086e6bee88c0" providerId="AD" clId="Web-{0B67A612-5031-0638-596E-26DB6823BD5E}" dt="2026-10-07T17:31:57.126" v="38"/>
      <pc:docMkLst>
        <pc:docMk/>
      </pc:docMkLst>
      <pc:sldChg chg="modSp">
        <pc:chgData name="Lidya Ayu Atikah" userId="S::lidya.atikah@vedapraxis.com::52ca1d14-4594-4c68-88fa-086e6bee88c0" providerId="AD" clId="Web-{0B67A612-5031-0638-596E-26DB6823BD5E}" dt="2026-10-07T15:09:48.876" v="1" actId="1076"/>
        <pc:sldMkLst>
          <pc:docMk/>
          <pc:sldMk cId="3394995977" sldId="509"/>
        </pc:sldMkLst>
        <pc:spChg chg="mod">
          <ac:chgData name="Lidya Ayu Atikah" userId="S::lidya.atikah@vedapraxis.com::52ca1d14-4594-4c68-88fa-086e6bee88c0" providerId="AD" clId="Web-{0B67A612-5031-0638-596E-26DB6823BD5E}" dt="2026-10-07T15:09:48.876" v="1" actId="1076"/>
          <ac:spMkLst>
            <pc:docMk/>
            <pc:sldMk cId="3394995977" sldId="509"/>
            <ac:spMk id="4" creationId="{910C64E2-2A06-233E-F5F8-089742DD9F6A}"/>
          </ac:spMkLst>
        </pc:spChg>
      </pc:sldChg>
      <pc:sldChg chg="addSp modSp mod modShow">
        <pc:chgData name="Lidya Ayu Atikah" userId="S::lidya.atikah@vedapraxis.com::52ca1d14-4594-4c68-88fa-086e6bee88c0" providerId="AD" clId="Web-{0B67A612-5031-0638-596E-26DB6823BD5E}" dt="2026-10-07T17:24:14.562" v="23"/>
        <pc:sldMkLst>
          <pc:docMk/>
          <pc:sldMk cId="346930276" sldId="528"/>
        </pc:sldMkLst>
        <pc:picChg chg="add mod">
          <ac:chgData name="Lidya Ayu Atikah" userId="S::lidya.atikah@vedapraxis.com::52ca1d14-4594-4c68-88fa-086e6bee88c0" providerId="AD" clId="Web-{0B67A612-5031-0638-596E-26DB6823BD5E}" dt="2026-10-07T16:27:54.334" v="13"/>
          <ac:picMkLst>
            <pc:docMk/>
            <pc:sldMk cId="346930276" sldId="528"/>
            <ac:picMk id="3" creationId="{4AC7E5F9-6630-E9C8-0862-059A8A9C1490}"/>
          </ac:picMkLst>
        </pc:picChg>
      </pc:sldChg>
      <pc:sldChg chg="addSp delSp modSp new mod modShow">
        <pc:chgData name="Lidya Ayu Atikah" userId="S::lidya.atikah@vedapraxis.com::52ca1d14-4594-4c68-88fa-086e6bee88c0" providerId="AD" clId="Web-{0B67A612-5031-0638-596E-26DB6823BD5E}" dt="2026-10-07T15:39:26.183" v="7"/>
        <pc:sldMkLst>
          <pc:docMk/>
          <pc:sldMk cId="3131477017" sldId="530"/>
        </pc:sldMkLst>
        <pc:picChg chg="add del mod">
          <ac:chgData name="Lidya Ayu Atikah" userId="S::lidya.atikah@vedapraxis.com::52ca1d14-4594-4c68-88fa-086e6bee88c0" providerId="AD" clId="Web-{0B67A612-5031-0638-596E-26DB6823BD5E}" dt="2026-10-07T15:39:24.636" v="6"/>
          <ac:picMkLst>
            <pc:docMk/>
            <pc:sldMk cId="3131477017" sldId="530"/>
            <ac:picMk id="4" creationId="{6C8D1D98-268A-3877-74BC-688B4181B4CA}"/>
          </ac:picMkLst>
        </pc:picChg>
        <pc:picChg chg="add mod">
          <ac:chgData name="Lidya Ayu Atikah" userId="S::lidya.atikah@vedapraxis.com::52ca1d14-4594-4c68-88fa-086e6bee88c0" providerId="AD" clId="Web-{0B67A612-5031-0638-596E-26DB6823BD5E}" dt="2026-10-07T15:39:26.183" v="7"/>
          <ac:picMkLst>
            <pc:docMk/>
            <pc:sldMk cId="3131477017" sldId="530"/>
            <ac:picMk id="5" creationId="{480E8E19-78FA-FB94-5363-DFF7DF7932A8}"/>
          </ac:picMkLst>
        </pc:picChg>
      </pc:sldChg>
      <pc:sldChg chg="addSp delSp modSp new mod ord modClrScheme modShow chgLayout">
        <pc:chgData name="Lidya Ayu Atikah" userId="S::lidya.atikah@vedapraxis.com::52ca1d14-4594-4c68-88fa-086e6bee88c0" providerId="AD" clId="Web-{0B67A612-5031-0638-596E-26DB6823BD5E}" dt="2026-10-07T17:31:57.126" v="38"/>
        <pc:sldMkLst>
          <pc:docMk/>
          <pc:sldMk cId="3253636778" sldId="531"/>
        </pc:sldMkLst>
        <pc:spChg chg="del">
          <ac:chgData name="Lidya Ayu Atikah" userId="S::lidya.atikah@vedapraxis.com::52ca1d14-4594-4c68-88fa-086e6bee88c0" providerId="AD" clId="Web-{0B67A612-5031-0638-596E-26DB6823BD5E}" dt="2026-10-07T17:26:38.099" v="26"/>
          <ac:spMkLst>
            <pc:docMk/>
            <pc:sldMk cId="3253636778" sldId="531"/>
            <ac:spMk id="2" creationId="{88C9D6E9-924F-75C5-0EA5-69A5289FED50}"/>
          </ac:spMkLst>
        </pc:spChg>
        <pc:spChg chg="add del mod ord">
          <ac:chgData name="Lidya Ayu Atikah" userId="S::lidya.atikah@vedapraxis.com::52ca1d14-4594-4c68-88fa-086e6bee88c0" providerId="AD" clId="Web-{0B67A612-5031-0638-596E-26DB6823BD5E}" dt="2026-10-07T17:26:48.443" v="29"/>
          <ac:spMkLst>
            <pc:docMk/>
            <pc:sldMk cId="3253636778" sldId="531"/>
            <ac:spMk id="4" creationId="{82106F86-5BB4-4C1E-5EB0-EA2628353AC6}"/>
          </ac:spMkLst>
        </pc:spChg>
        <pc:spChg chg="add del mod ord">
          <ac:chgData name="Lidya Ayu Atikah" userId="S::lidya.atikah@vedapraxis.com::52ca1d14-4594-4c68-88fa-086e6bee88c0" providerId="AD" clId="Web-{0B67A612-5031-0638-596E-26DB6823BD5E}" dt="2026-10-07T17:26:47.115" v="28"/>
          <ac:spMkLst>
            <pc:docMk/>
            <pc:sldMk cId="3253636778" sldId="531"/>
            <ac:spMk id="5" creationId="{C3E65627-DA59-A2D4-B825-ABDB6A163F31}"/>
          </ac:spMkLst>
        </pc:spChg>
        <pc:picChg chg="add mod">
          <ac:chgData name="Lidya Ayu Atikah" userId="S::lidya.atikah@vedapraxis.com::52ca1d14-4594-4c68-88fa-086e6bee88c0" providerId="AD" clId="Web-{0B67A612-5031-0638-596E-26DB6823BD5E}" dt="2026-10-07T17:31:57.126" v="38"/>
          <ac:picMkLst>
            <pc:docMk/>
            <pc:sldMk cId="3253636778" sldId="531"/>
            <ac:picMk id="3" creationId="{4A7F988A-AAD9-579C-EECE-8E953211BF17}"/>
          </ac:picMkLst>
        </pc:picChg>
      </pc:sldChg>
    </pc:docChg>
  </pc:docChgLst>
  <pc:docChgLst>
    <pc:chgData name="Adinda Zahrah" userId="S::adinda.zahrah@vedapraxis.com::a5826866-d845-42a7-9a3b-4c36b0798fbb" providerId="AD" clId="Web-{7996AC06-606B-7AB4-C575-C407D972FC80}"/>
    <pc:docChg chg="addSld delSld modSld sldOrd modSection">
      <pc:chgData name="Adinda Zahrah" userId="S::adinda.zahrah@vedapraxis.com::a5826866-d845-42a7-9a3b-4c36b0798fbb" providerId="AD" clId="Web-{7996AC06-606B-7AB4-C575-C407D972FC80}" dt="2026-10-07T14:25:17.924" v="161" actId="20577"/>
      <pc:docMkLst>
        <pc:docMk/>
      </pc:docMkLst>
      <pc:sldChg chg="mod modShow">
        <pc:chgData name="Adinda Zahrah" userId="S::adinda.zahrah@vedapraxis.com::a5826866-d845-42a7-9a3b-4c36b0798fbb" providerId="AD" clId="Web-{7996AC06-606B-7AB4-C575-C407D972FC80}" dt="2026-10-07T13:12:42.098" v="0"/>
        <pc:sldMkLst>
          <pc:docMk/>
          <pc:sldMk cId="0" sldId="384"/>
        </pc:sldMkLst>
      </pc:sldChg>
      <pc:sldChg chg="mod modShow">
        <pc:chgData name="Adinda Zahrah" userId="S::adinda.zahrah@vedapraxis.com::a5826866-d845-42a7-9a3b-4c36b0798fbb" providerId="AD" clId="Web-{7996AC06-606B-7AB4-C575-C407D972FC80}" dt="2026-10-07T13:14:14.070" v="1"/>
        <pc:sldMkLst>
          <pc:docMk/>
          <pc:sldMk cId="1678210364" sldId="492"/>
        </pc:sldMkLst>
      </pc:sldChg>
      <pc:sldChg chg="modSp">
        <pc:chgData name="Adinda Zahrah" userId="S::adinda.zahrah@vedapraxis.com::a5826866-d845-42a7-9a3b-4c36b0798fbb" providerId="AD" clId="Web-{7996AC06-606B-7AB4-C575-C407D972FC80}" dt="2026-10-07T14:25:17.924" v="161" actId="20577"/>
        <pc:sldMkLst>
          <pc:docMk/>
          <pc:sldMk cId="3804865899" sldId="498"/>
        </pc:sldMkLst>
        <pc:spChg chg="mod">
          <ac:chgData name="Adinda Zahrah" userId="S::adinda.zahrah@vedapraxis.com::a5826866-d845-42a7-9a3b-4c36b0798fbb" providerId="AD" clId="Web-{7996AC06-606B-7AB4-C575-C407D972FC80}" dt="2026-10-07T14:25:17.924" v="161" actId="20577"/>
          <ac:spMkLst>
            <pc:docMk/>
            <pc:sldMk cId="3804865899" sldId="498"/>
            <ac:spMk id="6" creationId="{01ACE5C3-96C1-A6F0-F20C-7A0B155D760A}"/>
          </ac:spMkLst>
        </pc:spChg>
      </pc:sldChg>
      <pc:sldChg chg="modSp">
        <pc:chgData name="Adinda Zahrah" userId="S::adinda.zahrah@vedapraxis.com::a5826866-d845-42a7-9a3b-4c36b0798fbb" providerId="AD" clId="Web-{7996AC06-606B-7AB4-C575-C407D972FC80}" dt="2026-10-07T14:25:12.846" v="160" actId="20577"/>
        <pc:sldMkLst>
          <pc:docMk/>
          <pc:sldMk cId="785607734" sldId="507"/>
        </pc:sldMkLst>
        <pc:spChg chg="mod">
          <ac:chgData name="Adinda Zahrah" userId="S::adinda.zahrah@vedapraxis.com::a5826866-d845-42a7-9a3b-4c36b0798fbb" providerId="AD" clId="Web-{7996AC06-606B-7AB4-C575-C407D972FC80}" dt="2026-10-07T14:25:12.846" v="160" actId="20577"/>
          <ac:spMkLst>
            <pc:docMk/>
            <pc:sldMk cId="785607734" sldId="507"/>
            <ac:spMk id="6" creationId="{58665B8E-52B9-DF37-6302-77B59D8AE29D}"/>
          </ac:spMkLst>
        </pc:spChg>
      </pc:sldChg>
      <pc:sldChg chg="del">
        <pc:chgData name="Adinda Zahrah" userId="S::adinda.zahrah@vedapraxis.com::a5826866-d845-42a7-9a3b-4c36b0798fbb" providerId="AD" clId="Web-{7996AC06-606B-7AB4-C575-C407D972FC80}" dt="2026-10-07T14:05:22.017" v="155"/>
        <pc:sldMkLst>
          <pc:docMk/>
          <pc:sldMk cId="4066827370" sldId="511"/>
        </pc:sldMkLst>
      </pc:sldChg>
      <pc:sldChg chg="modSp">
        <pc:chgData name="Adinda Zahrah" userId="S::adinda.zahrah@vedapraxis.com::a5826866-d845-42a7-9a3b-4c36b0798fbb" providerId="AD" clId="Web-{7996AC06-606B-7AB4-C575-C407D972FC80}" dt="2026-10-07T14:24:56.127" v="159" actId="20577"/>
        <pc:sldMkLst>
          <pc:docMk/>
          <pc:sldMk cId="468335338" sldId="518"/>
        </pc:sldMkLst>
        <pc:spChg chg="mod">
          <ac:chgData name="Adinda Zahrah" userId="S::adinda.zahrah@vedapraxis.com::a5826866-d845-42a7-9a3b-4c36b0798fbb" providerId="AD" clId="Web-{7996AC06-606B-7AB4-C575-C407D972FC80}" dt="2026-10-07T14:24:56.127" v="159" actId="20577"/>
          <ac:spMkLst>
            <pc:docMk/>
            <pc:sldMk cId="468335338" sldId="518"/>
            <ac:spMk id="6" creationId="{CEC081F6-EAF4-2CC3-BEEB-1E1DA99A41AD}"/>
          </ac:spMkLst>
        </pc:spChg>
      </pc:sldChg>
      <pc:sldChg chg="mod modShow">
        <pc:chgData name="Adinda Zahrah" userId="S::adinda.zahrah@vedapraxis.com::a5826866-d845-42a7-9a3b-4c36b0798fbb" providerId="AD" clId="Web-{7996AC06-606B-7AB4-C575-C407D972FC80}" dt="2026-10-07T13:14:17.852" v="2"/>
        <pc:sldMkLst>
          <pc:docMk/>
          <pc:sldMk cId="3334397640" sldId="521"/>
        </pc:sldMkLst>
      </pc:sldChg>
      <pc:sldChg chg="mod modShow">
        <pc:chgData name="Adinda Zahrah" userId="S::adinda.zahrah@vedapraxis.com::a5826866-d845-42a7-9a3b-4c36b0798fbb" providerId="AD" clId="Web-{7996AC06-606B-7AB4-C575-C407D972FC80}" dt="2026-10-07T13:14:21.649" v="3"/>
        <pc:sldMkLst>
          <pc:docMk/>
          <pc:sldMk cId="2995466416" sldId="522"/>
        </pc:sldMkLst>
      </pc:sldChg>
      <pc:sldChg chg="mod modShow">
        <pc:chgData name="Adinda Zahrah" userId="S::adinda.zahrah@vedapraxis.com::a5826866-d845-42a7-9a3b-4c36b0798fbb" providerId="AD" clId="Web-{7996AC06-606B-7AB4-C575-C407D972FC80}" dt="2026-10-07T13:14:26.539" v="4"/>
        <pc:sldMkLst>
          <pc:docMk/>
          <pc:sldMk cId="140039535" sldId="523"/>
        </pc:sldMkLst>
      </pc:sldChg>
      <pc:sldChg chg="mod modShow">
        <pc:chgData name="Adinda Zahrah" userId="S::adinda.zahrah@vedapraxis.com::a5826866-d845-42a7-9a3b-4c36b0798fbb" providerId="AD" clId="Web-{7996AC06-606B-7AB4-C575-C407D972FC80}" dt="2026-10-07T13:14:32.008" v="5"/>
        <pc:sldMkLst>
          <pc:docMk/>
          <pc:sldMk cId="2148437480" sldId="525"/>
        </pc:sldMkLst>
      </pc:sldChg>
      <pc:sldChg chg="mod modShow">
        <pc:chgData name="Adinda Zahrah" userId="S::adinda.zahrah@vedapraxis.com::a5826866-d845-42a7-9a3b-4c36b0798fbb" providerId="AD" clId="Web-{7996AC06-606B-7AB4-C575-C407D972FC80}" dt="2026-10-07T13:14:37.509" v="6"/>
        <pc:sldMkLst>
          <pc:docMk/>
          <pc:sldMk cId="1575540526" sldId="526"/>
        </pc:sldMkLst>
      </pc:sldChg>
      <pc:sldChg chg="ord">
        <pc:chgData name="Adinda Zahrah" userId="S::adinda.zahrah@vedapraxis.com::a5826866-d845-42a7-9a3b-4c36b0798fbb" providerId="AD" clId="Web-{7996AC06-606B-7AB4-C575-C407D972FC80}" dt="2026-10-07T14:05:16.438" v="154"/>
        <pc:sldMkLst>
          <pc:docMk/>
          <pc:sldMk cId="3744637457" sldId="527"/>
        </pc:sldMkLst>
      </pc:sldChg>
      <pc:sldChg chg="modSp new">
        <pc:chgData name="Adinda Zahrah" userId="S::adinda.zahrah@vedapraxis.com::a5826866-d845-42a7-9a3b-4c36b0798fbb" providerId="AD" clId="Web-{7996AC06-606B-7AB4-C575-C407D972FC80}" dt="2026-10-07T13:20:13.677" v="145" actId="20577"/>
        <pc:sldMkLst>
          <pc:docMk/>
          <pc:sldMk cId="346930276" sldId="528"/>
        </pc:sldMkLst>
        <pc:spChg chg="mod">
          <ac:chgData name="Adinda Zahrah" userId="S::adinda.zahrah@vedapraxis.com::a5826866-d845-42a7-9a3b-4c36b0798fbb" providerId="AD" clId="Web-{7996AC06-606B-7AB4-C575-C407D972FC80}" dt="2026-10-07T13:20:13.677" v="145" actId="20577"/>
          <ac:spMkLst>
            <pc:docMk/>
            <pc:sldMk cId="346930276" sldId="528"/>
            <ac:spMk id="2" creationId="{30D38FC9-B8B6-DAEA-55B1-DD7B56143AC4}"/>
          </ac:spMkLst>
        </pc:spChg>
      </pc:sldChg>
      <pc:sldChg chg="add replId">
        <pc:chgData name="Adinda Zahrah" userId="S::adinda.zahrah@vedapraxis.com::a5826866-d845-42a7-9a3b-4c36b0798fbb" providerId="AD" clId="Web-{7996AC06-606B-7AB4-C575-C407D972FC80}" dt="2026-10-07T14:04:32.797" v="146"/>
        <pc:sldMkLst>
          <pc:docMk/>
          <pc:sldMk cId="2795453106" sldId="529"/>
        </pc:sldMkLst>
      </pc:sldChg>
    </pc:docChg>
  </pc:docChgLst>
  <pc:docChgLst>
    <pc:chgData name="Adinda Zahrah" userId="S::adinda.zahrah@vedapraxis.com::a5826866-d845-42a7-9a3b-4c36b0798fbb" providerId="AD" clId="Web-{7B295770-02BE-3C9D-7FF8-B7A27074A669}"/>
    <pc:docChg chg="modSld">
      <pc:chgData name="Adinda Zahrah" userId="S::adinda.zahrah@vedapraxis.com::a5826866-d845-42a7-9a3b-4c36b0798fbb" providerId="AD" clId="Web-{7B295770-02BE-3C9D-7FF8-B7A27074A669}" dt="2026-10-07T08:58:55.700" v="75" actId="20577"/>
      <pc:docMkLst>
        <pc:docMk/>
      </pc:docMkLst>
      <pc:sldChg chg="addSp modSp">
        <pc:chgData name="Adinda Zahrah" userId="S::adinda.zahrah@vedapraxis.com::a5826866-d845-42a7-9a3b-4c36b0798fbb" providerId="AD" clId="Web-{7B295770-02BE-3C9D-7FF8-B7A27074A669}" dt="2026-10-07T07:53:23.336" v="3" actId="20577"/>
        <pc:sldMkLst>
          <pc:docMk/>
          <pc:sldMk cId="3578071860" sldId="448"/>
        </pc:sldMkLst>
        <pc:spChg chg="add mod">
          <ac:chgData name="Adinda Zahrah" userId="S::adinda.zahrah@vedapraxis.com::a5826866-d845-42a7-9a3b-4c36b0798fbb" providerId="AD" clId="Web-{7B295770-02BE-3C9D-7FF8-B7A27074A669}" dt="2026-10-07T07:53:23.336" v="3" actId="20577"/>
          <ac:spMkLst>
            <pc:docMk/>
            <pc:sldMk cId="3578071860" sldId="448"/>
            <ac:spMk id="6" creationId="{4867F683-896F-0E31-A3F4-354652CACA2C}"/>
          </ac:spMkLst>
        </pc:spChg>
      </pc:sldChg>
      <pc:sldChg chg="modSp">
        <pc:chgData name="Adinda Zahrah" userId="S::adinda.zahrah@vedapraxis.com::a5826866-d845-42a7-9a3b-4c36b0798fbb" providerId="AD" clId="Web-{7B295770-02BE-3C9D-7FF8-B7A27074A669}" dt="2026-10-07T08:58:55.700" v="75" actId="20577"/>
        <pc:sldMkLst>
          <pc:docMk/>
          <pc:sldMk cId="3886871090" sldId="486"/>
        </pc:sldMkLst>
        <pc:spChg chg="mod">
          <ac:chgData name="Adinda Zahrah" userId="S::adinda.zahrah@vedapraxis.com::a5826866-d845-42a7-9a3b-4c36b0798fbb" providerId="AD" clId="Web-{7B295770-02BE-3C9D-7FF8-B7A27074A669}" dt="2026-10-07T08:58:55.700" v="75" actId="20577"/>
          <ac:spMkLst>
            <pc:docMk/>
            <pc:sldMk cId="3886871090" sldId="486"/>
            <ac:spMk id="3" creationId="{9DEE72D4-8DBF-A632-8056-6BEB953FB332}"/>
          </ac:spMkLst>
        </pc:spChg>
      </pc:sldChg>
    </pc:docChg>
  </pc:docChgLst>
  <pc:docChgLst>
    <pc:chgData name="Adinda Zahrah" userId="S::adinda.zahrah@vedapraxis.com::a5826866-d845-42a7-9a3b-4c36b0798fbb" providerId="AD" clId="Web-{E0C3FBEF-12FE-E18D-4771-BD2F31AA2969}"/>
    <pc:docChg chg="sldOrd modSection">
      <pc:chgData name="Adinda Zahrah" userId="S::adinda.zahrah@vedapraxis.com::a5826866-d845-42a7-9a3b-4c36b0798fbb" providerId="AD" clId="Web-{E0C3FBEF-12FE-E18D-4771-BD2F31AA2969}" dt="2026-10-08T07:55:00.964" v="1"/>
      <pc:docMkLst>
        <pc:docMk/>
      </pc:docMkLst>
      <pc:sldChg chg="ord">
        <pc:chgData name="Adinda Zahrah" userId="S::adinda.zahrah@vedapraxis.com::a5826866-d845-42a7-9a3b-4c36b0798fbb" providerId="AD" clId="Web-{E0C3FBEF-12FE-E18D-4771-BD2F31AA2969}" dt="2026-10-08T07:55:00.964" v="1"/>
        <pc:sldMkLst>
          <pc:docMk/>
          <pc:sldMk cId="3253636778" sldId="531"/>
        </pc:sldMkLst>
      </pc:sldChg>
    </pc:docChg>
  </pc:docChgLst>
  <pc:docChgLst>
    <pc:chgData name="Faza Fauzan Habibi" userId="S::faza.fauzan@vedapraxis.com::f07ce302-fd6c-42d1-b698-f0c587c7e391" providerId="AD" clId="Web-{A2C7EA79-783E-E4B8-7515-7AC08F61DE9B}"/>
    <pc:docChg chg="modSld">
      <pc:chgData name="Faza Fauzan Habibi" userId="S::faza.fauzan@vedapraxis.com::f07ce302-fd6c-42d1-b698-f0c587c7e391" providerId="AD" clId="Web-{A2C7EA79-783E-E4B8-7515-7AC08F61DE9B}" dt="2026-10-07T07:54:13.802" v="4"/>
      <pc:docMkLst>
        <pc:docMk/>
      </pc:docMkLst>
      <pc:sldChg chg="addSp">
        <pc:chgData name="Faza Fauzan Habibi" userId="S::faza.fauzan@vedapraxis.com::f07ce302-fd6c-42d1-b698-f0c587c7e391" providerId="AD" clId="Web-{A2C7EA79-783E-E4B8-7515-7AC08F61DE9B}" dt="2026-10-07T07:46:03.069" v="0"/>
        <pc:sldMkLst>
          <pc:docMk/>
          <pc:sldMk cId="3578071860" sldId="448"/>
        </pc:sldMkLst>
        <pc:picChg chg="add">
          <ac:chgData name="Faza Fauzan Habibi" userId="S::faza.fauzan@vedapraxis.com::f07ce302-fd6c-42d1-b698-f0c587c7e391" providerId="AD" clId="Web-{A2C7EA79-783E-E4B8-7515-7AC08F61DE9B}" dt="2026-10-07T07:46:03.069" v="0"/>
          <ac:picMkLst>
            <pc:docMk/>
            <pc:sldMk cId="3578071860" sldId="448"/>
            <ac:picMk id="5" creationId="{62FC3768-B99C-12F2-61C8-AC096312B2F5}"/>
          </ac:picMkLst>
        </pc:picChg>
      </pc:sldChg>
      <pc:sldChg chg="modSp">
        <pc:chgData name="Faza Fauzan Habibi" userId="S::faza.fauzan@vedapraxis.com::f07ce302-fd6c-42d1-b698-f0c587c7e391" providerId="AD" clId="Web-{A2C7EA79-783E-E4B8-7515-7AC08F61DE9B}" dt="2026-10-07T07:54:13.802" v="4"/>
        <pc:sldMkLst>
          <pc:docMk/>
          <pc:sldMk cId="4294711262" sldId="449"/>
        </pc:sldMkLst>
        <pc:spChg chg="ord">
          <ac:chgData name="Faza Fauzan Habibi" userId="S::faza.fauzan@vedapraxis.com::f07ce302-fd6c-42d1-b698-f0c587c7e391" providerId="AD" clId="Web-{A2C7EA79-783E-E4B8-7515-7AC08F61DE9B}" dt="2026-10-07T07:54:13.802" v="4"/>
          <ac:spMkLst>
            <pc:docMk/>
            <pc:sldMk cId="4294711262" sldId="449"/>
            <ac:spMk id="2" creationId="{EF429480-6B29-CBC2-EC1E-46801A5CBDBC}"/>
          </ac:spMkLst>
        </pc:spChg>
        <pc:spChg chg="ord">
          <ac:chgData name="Faza Fauzan Habibi" userId="S::faza.fauzan@vedapraxis.com::f07ce302-fd6c-42d1-b698-f0c587c7e391" providerId="AD" clId="Web-{A2C7EA79-783E-E4B8-7515-7AC08F61DE9B}" dt="2026-10-07T07:46:36.944" v="1"/>
          <ac:spMkLst>
            <pc:docMk/>
            <pc:sldMk cId="4294711262" sldId="449"/>
            <ac:spMk id="3" creationId="{4986307A-9107-3FDE-E7A8-BC3EC725F2EB}"/>
          </ac:spMkLst>
        </pc:spChg>
        <pc:picChg chg="ord">
          <ac:chgData name="Faza Fauzan Habibi" userId="S::faza.fauzan@vedapraxis.com::f07ce302-fd6c-42d1-b698-f0c587c7e391" providerId="AD" clId="Web-{A2C7EA79-783E-E4B8-7515-7AC08F61DE9B}" dt="2026-10-07T07:46:48.131" v="3"/>
          <ac:picMkLst>
            <pc:docMk/>
            <pc:sldMk cId="4294711262" sldId="449"/>
            <ac:picMk id="7" creationId="{537CF59A-6418-5B96-3C1D-54D47130188C}"/>
          </ac:picMkLst>
        </pc:picChg>
      </pc:sldChg>
    </pc:docChg>
  </pc:docChgLst>
  <pc:docChgLst>
    <pc:chgData name="Lidya Ayu Atikah" userId="S::lidya.atikah@vedapraxis.com::52ca1d14-4594-4c68-88fa-086e6bee88c0" providerId="AD" clId="Web-{6F3DCC56-10D6-7615-6215-DCEA16D60793}"/>
    <pc:docChg chg="modSld">
      <pc:chgData name="Lidya Ayu Atikah" userId="S::lidya.atikah@vedapraxis.com::52ca1d14-4594-4c68-88fa-086e6bee88c0" providerId="AD" clId="Web-{6F3DCC56-10D6-7615-6215-DCEA16D60793}" dt="2026-10-07T17:38:20.673" v="0" actId="1076"/>
      <pc:docMkLst>
        <pc:docMk/>
      </pc:docMkLst>
      <pc:sldChg chg="modSp">
        <pc:chgData name="Lidya Ayu Atikah" userId="S::lidya.atikah@vedapraxis.com::52ca1d14-4594-4c68-88fa-086e6bee88c0" providerId="AD" clId="Web-{6F3DCC56-10D6-7615-6215-DCEA16D60793}" dt="2026-10-07T17:38:20.673" v="0" actId="1076"/>
        <pc:sldMkLst>
          <pc:docMk/>
          <pc:sldMk cId="154378766" sldId="510"/>
        </pc:sldMkLst>
        <pc:spChg chg="mod">
          <ac:chgData name="Lidya Ayu Atikah" userId="S::lidya.atikah@vedapraxis.com::52ca1d14-4594-4c68-88fa-086e6bee88c0" providerId="AD" clId="Web-{6F3DCC56-10D6-7615-6215-DCEA16D60793}" dt="2026-10-07T17:38:20.673" v="0" actId="1076"/>
          <ac:spMkLst>
            <pc:docMk/>
            <pc:sldMk cId="154378766" sldId="510"/>
            <ac:spMk id="7" creationId="{A0A9D523-2A94-3953-BC88-65C7B7312C0E}"/>
          </ac:spMkLst>
        </pc:spChg>
      </pc:sldChg>
    </pc:docChg>
  </pc:docChgLst>
  <pc:docChgLst>
    <pc:chgData name="Lidya Ayu Atikah" userId="S::lidya.atikah@vedapraxis.com::52ca1d14-4594-4c68-88fa-086e6bee88c0" providerId="AD" clId="Web-{82F8F540-DAFB-F4E5-EBF5-E8D0CCECCA34}"/>
    <pc:docChg chg="modSld">
      <pc:chgData name="Lidya Ayu Atikah" userId="S::lidya.atikah@vedapraxis.com::52ca1d14-4594-4c68-88fa-086e6bee88c0" providerId="AD" clId="Web-{82F8F540-DAFB-F4E5-EBF5-E8D0CCECCA34}" dt="2026-10-08T08:53:24.467" v="0"/>
      <pc:docMkLst>
        <pc:docMk/>
      </pc:docMkLst>
      <pc:sldChg chg="modSp">
        <pc:chgData name="Lidya Ayu Atikah" userId="S::lidya.atikah@vedapraxis.com::52ca1d14-4594-4c68-88fa-086e6bee88c0" providerId="AD" clId="Web-{82F8F540-DAFB-F4E5-EBF5-E8D0CCECCA34}" dt="2026-10-08T08:53:24.467" v="0"/>
        <pc:sldMkLst>
          <pc:docMk/>
          <pc:sldMk cId="1678210364" sldId="492"/>
        </pc:sldMkLst>
        <pc:picChg chg="mod">
          <ac:chgData name="Lidya Ayu Atikah" userId="S::lidya.atikah@vedapraxis.com::52ca1d14-4594-4c68-88fa-086e6bee88c0" providerId="AD" clId="Web-{82F8F540-DAFB-F4E5-EBF5-E8D0CCECCA34}" dt="2026-10-08T08:53:24.467" v="0"/>
          <ac:picMkLst>
            <pc:docMk/>
            <pc:sldMk cId="1678210364" sldId="492"/>
            <ac:picMk id="4" creationId="{0CAD0B8D-1867-A958-D6D8-55EB06C5FB1B}"/>
          </ac:picMkLst>
        </pc:picChg>
      </pc:sldChg>
    </pc:docChg>
  </pc:docChgLst>
  <pc:docChgLst>
    <pc:chgData name="Adinda Zahrah" userId="S::adinda.zahrah@vedapraxis.com::a5826866-d845-42a7-9a3b-4c36b0798fbb" providerId="AD" clId="Web-{3D143899-CBDF-3B6F-5F16-7417E648C162}"/>
    <pc:docChg chg="delSld modSld modSection">
      <pc:chgData name="Adinda Zahrah" userId="S::adinda.zahrah@vedapraxis.com::a5826866-d845-42a7-9a3b-4c36b0798fbb" providerId="AD" clId="Web-{3D143899-CBDF-3B6F-5F16-7417E648C162}" dt="2026-10-06T17:34:26.504" v="9"/>
      <pc:docMkLst>
        <pc:docMk/>
      </pc:docMkLst>
      <pc:sldChg chg="del">
        <pc:chgData name="Adinda Zahrah" userId="S::adinda.zahrah@vedapraxis.com::a5826866-d845-42a7-9a3b-4c36b0798fbb" providerId="AD" clId="Web-{3D143899-CBDF-3B6F-5F16-7417E648C162}" dt="2026-10-06T17:34:26.504" v="9"/>
        <pc:sldMkLst>
          <pc:docMk/>
          <pc:sldMk cId="0" sldId="256"/>
        </pc:sldMkLst>
      </pc:sldChg>
      <pc:sldChg chg="del">
        <pc:chgData name="Adinda Zahrah" userId="S::adinda.zahrah@vedapraxis.com::a5826866-d845-42a7-9a3b-4c36b0798fbb" providerId="AD" clId="Web-{3D143899-CBDF-3B6F-5F16-7417E648C162}" dt="2026-10-06T17:28:34.977" v="2"/>
        <pc:sldMkLst>
          <pc:docMk/>
          <pc:sldMk cId="2799452618" sldId="299"/>
        </pc:sldMkLst>
      </pc:sldChg>
      <pc:sldChg chg="modSp">
        <pc:chgData name="Adinda Zahrah" userId="S::adinda.zahrah@vedapraxis.com::a5826866-d845-42a7-9a3b-4c36b0798fbb" providerId="AD" clId="Web-{3D143899-CBDF-3B6F-5F16-7417E648C162}" dt="2026-10-06T17:29:29.760" v="7" actId="1076"/>
        <pc:sldMkLst>
          <pc:docMk/>
          <pc:sldMk cId="290117916" sldId="385"/>
        </pc:sldMkLst>
        <pc:spChg chg="mod">
          <ac:chgData name="Adinda Zahrah" userId="S::adinda.zahrah@vedapraxis.com::a5826866-d845-42a7-9a3b-4c36b0798fbb" providerId="AD" clId="Web-{3D143899-CBDF-3B6F-5F16-7417E648C162}" dt="2026-10-06T17:29:29.760" v="7" actId="1076"/>
          <ac:spMkLst>
            <pc:docMk/>
            <pc:sldMk cId="290117916" sldId="385"/>
            <ac:spMk id="2" creationId="{D07949DD-AADA-6928-2322-BDD45A509DDC}"/>
          </ac:spMkLst>
        </pc:spChg>
      </pc:sldChg>
      <pc:sldChg chg="del">
        <pc:chgData name="Adinda Zahrah" userId="S::adinda.zahrah@vedapraxis.com::a5826866-d845-42a7-9a3b-4c36b0798fbb" providerId="AD" clId="Web-{3D143899-CBDF-3B6F-5F16-7417E648C162}" dt="2026-10-06T17:28:25.851" v="0"/>
        <pc:sldMkLst>
          <pc:docMk/>
          <pc:sldMk cId="3080026965" sldId="435"/>
        </pc:sldMkLst>
      </pc:sldChg>
      <pc:sldChg chg="del">
        <pc:chgData name="Adinda Zahrah" userId="S::adinda.zahrah@vedapraxis.com::a5826866-d845-42a7-9a3b-4c36b0798fbb" providerId="AD" clId="Web-{3D143899-CBDF-3B6F-5F16-7417E648C162}" dt="2026-10-06T17:28:29.008" v="1"/>
        <pc:sldMkLst>
          <pc:docMk/>
          <pc:sldMk cId="330797566" sldId="436"/>
        </pc:sldMkLst>
      </pc:sldChg>
      <pc:sldChg chg="del">
        <pc:chgData name="Adinda Zahrah" userId="S::adinda.zahrah@vedapraxis.com::a5826866-d845-42a7-9a3b-4c36b0798fbb" providerId="AD" clId="Web-{3D143899-CBDF-3B6F-5F16-7417E648C162}" dt="2026-10-06T17:34:21.894" v="8"/>
        <pc:sldMkLst>
          <pc:docMk/>
          <pc:sldMk cId="3430841821" sldId="437"/>
        </pc:sldMkLst>
      </pc:sldChg>
    </pc:docChg>
  </pc:docChgLst>
  <pc:docChgLst>
    <pc:chgData name="Retno Adhiati" userId="709d5389-8a77-4b80-9e28-ef092c6eec21" providerId="ADAL" clId="{C2F63237-D1BE-56D8-9C5C-9BCFEE238A67}"/>
    <pc:docChg chg="undo custSel addSld delSld modSld modSection">
      <pc:chgData name="Retno Adhiati" userId="709d5389-8a77-4b80-9e28-ef092c6eec21" providerId="ADAL" clId="{C2F63237-D1BE-56D8-9C5C-9BCFEE238A67}" dt="2026-10-07T09:13:20.777" v="1363" actId="1076"/>
      <pc:docMkLst>
        <pc:docMk/>
      </pc:docMkLst>
      <pc:sldChg chg="modSp add del mod">
        <pc:chgData name="Retno Adhiati" userId="709d5389-8a77-4b80-9e28-ef092c6eec21" providerId="ADAL" clId="{C2F63237-D1BE-56D8-9C5C-9BCFEE238A67}" dt="2026-10-07T08:21:49.685" v="533" actId="2696"/>
        <pc:sldMkLst>
          <pc:docMk/>
          <pc:sldMk cId="3828090788" sldId="259"/>
        </pc:sldMkLst>
        <pc:picChg chg="mod">
          <ac:chgData name="Retno Adhiati" userId="709d5389-8a77-4b80-9e28-ef092c6eec21" providerId="ADAL" clId="{C2F63237-D1BE-56D8-9C5C-9BCFEE238A67}" dt="2026-10-07T08:21:19.066" v="530" actId="1076"/>
          <ac:picMkLst>
            <pc:docMk/>
            <pc:sldMk cId="3828090788" sldId="259"/>
            <ac:picMk id="3" creationId="{752648C5-46F2-6965-2EBE-5C7B1F8DF149}"/>
          </ac:picMkLst>
        </pc:picChg>
      </pc:sldChg>
      <pc:sldChg chg="addSp modSp mod">
        <pc:chgData name="Retno Adhiati" userId="709d5389-8a77-4b80-9e28-ef092c6eec21" providerId="ADAL" clId="{C2F63237-D1BE-56D8-9C5C-9BCFEE238A67}" dt="2026-10-07T08:44:57.373" v="833" actId="1076"/>
        <pc:sldMkLst>
          <pc:docMk/>
          <pc:sldMk cId="902265753" sldId="423"/>
        </pc:sldMkLst>
        <pc:spChg chg="add mod">
          <ac:chgData name="Retno Adhiati" userId="709d5389-8a77-4b80-9e28-ef092c6eec21" providerId="ADAL" clId="{C2F63237-D1BE-56D8-9C5C-9BCFEE238A67}" dt="2026-10-07T08:09:21.532" v="201" actId="20577"/>
          <ac:spMkLst>
            <pc:docMk/>
            <pc:sldMk cId="902265753" sldId="423"/>
            <ac:spMk id="2" creationId="{E730CC4F-1495-5A38-ADBB-C2293E86AE4B}"/>
          </ac:spMkLst>
        </pc:spChg>
        <pc:spChg chg="add mod">
          <ac:chgData name="Retno Adhiati" userId="709d5389-8a77-4b80-9e28-ef092c6eec21" providerId="ADAL" clId="{C2F63237-D1BE-56D8-9C5C-9BCFEE238A67}" dt="2026-10-07T08:44:57.373" v="833" actId="1076"/>
          <ac:spMkLst>
            <pc:docMk/>
            <pc:sldMk cId="902265753" sldId="423"/>
            <ac:spMk id="4" creationId="{E5C4F662-20FF-B143-06FF-4A3D28ACB0E5}"/>
          </ac:spMkLst>
        </pc:spChg>
        <pc:picChg chg="mod">
          <ac:chgData name="Retno Adhiati" userId="709d5389-8a77-4b80-9e28-ef092c6eec21" providerId="ADAL" clId="{C2F63237-D1BE-56D8-9C5C-9BCFEE238A67}" dt="2026-10-07T08:09:29.097" v="203" actId="1076"/>
          <ac:picMkLst>
            <pc:docMk/>
            <pc:sldMk cId="902265753" sldId="423"/>
            <ac:picMk id="3" creationId="{90C8BA10-3E86-2575-6542-93CD8BB30DB0}"/>
          </ac:picMkLst>
        </pc:picChg>
        <pc:picChg chg="add mod">
          <ac:chgData name="Retno Adhiati" userId="709d5389-8a77-4b80-9e28-ef092c6eec21" providerId="ADAL" clId="{C2F63237-D1BE-56D8-9C5C-9BCFEE238A67}" dt="2026-10-07T08:44:57.004" v="832" actId="1076"/>
          <ac:picMkLst>
            <pc:docMk/>
            <pc:sldMk cId="902265753" sldId="423"/>
            <ac:picMk id="6" creationId="{667E53F1-A9DF-11F1-99D5-B1847A903E44}"/>
          </ac:picMkLst>
        </pc:picChg>
        <pc:picChg chg="add mod">
          <ac:chgData name="Retno Adhiati" userId="709d5389-8a77-4b80-9e28-ef092c6eec21" providerId="ADAL" clId="{C2F63237-D1BE-56D8-9C5C-9BCFEE238A67}" dt="2026-10-07T08:08:41.364" v="111" actId="1076"/>
          <ac:picMkLst>
            <pc:docMk/>
            <pc:sldMk cId="902265753" sldId="423"/>
            <ac:picMk id="8" creationId="{D977D155-8443-B09D-704F-740B0AF9D31D}"/>
          </ac:picMkLst>
        </pc:picChg>
      </pc:sldChg>
      <pc:sldChg chg="addSp modSp mod modShow">
        <pc:chgData name="Retno Adhiati" userId="709d5389-8a77-4b80-9e28-ef092c6eec21" providerId="ADAL" clId="{C2F63237-D1BE-56D8-9C5C-9BCFEE238A67}" dt="2026-10-07T09:03:43.570" v="1055" actId="1076"/>
        <pc:sldMkLst>
          <pc:docMk/>
          <pc:sldMk cId="2073848018" sldId="434"/>
        </pc:sldMkLst>
        <pc:spChg chg="mod">
          <ac:chgData name="Retno Adhiati" userId="709d5389-8a77-4b80-9e28-ef092c6eec21" providerId="ADAL" clId="{C2F63237-D1BE-56D8-9C5C-9BCFEE238A67}" dt="2026-10-07T08:34:46.089" v="735" actId="1076"/>
          <ac:spMkLst>
            <pc:docMk/>
            <pc:sldMk cId="2073848018" sldId="434"/>
            <ac:spMk id="4" creationId="{4E9F9158-7A86-5CCA-D648-C8E8B34A4828}"/>
          </ac:spMkLst>
        </pc:spChg>
        <pc:spChg chg="add mod">
          <ac:chgData name="Retno Adhiati" userId="709d5389-8a77-4b80-9e28-ef092c6eec21" providerId="ADAL" clId="{C2F63237-D1BE-56D8-9C5C-9BCFEE238A67}" dt="2026-10-07T09:03:33.809" v="1053" actId="1076"/>
          <ac:spMkLst>
            <pc:docMk/>
            <pc:sldMk cId="2073848018" sldId="434"/>
            <ac:spMk id="6" creationId="{83FE3576-6B7D-EEE6-0027-CAF6B9559E81}"/>
          </ac:spMkLst>
        </pc:spChg>
        <pc:picChg chg="mod">
          <ac:chgData name="Retno Adhiati" userId="709d5389-8a77-4b80-9e28-ef092c6eec21" providerId="ADAL" clId="{C2F63237-D1BE-56D8-9C5C-9BCFEE238A67}" dt="2026-10-07T09:03:43.570" v="1055" actId="1076"/>
          <ac:picMkLst>
            <pc:docMk/>
            <pc:sldMk cId="2073848018" sldId="434"/>
            <ac:picMk id="5" creationId="{B1FDFEA8-E66D-4D20-9CA4-DF145BF53F99}"/>
          </ac:picMkLst>
        </pc:picChg>
      </pc:sldChg>
      <pc:sldChg chg="addSp delSp modSp mod">
        <pc:chgData name="Retno Adhiati" userId="709d5389-8a77-4b80-9e28-ef092c6eec21" providerId="ADAL" clId="{C2F63237-D1BE-56D8-9C5C-9BCFEE238A67}" dt="2026-10-07T08:47:15.563" v="882" actId="20577"/>
        <pc:sldMkLst>
          <pc:docMk/>
          <pc:sldMk cId="4294711262" sldId="449"/>
        </pc:sldMkLst>
        <pc:spChg chg="add del mod">
          <ac:chgData name="Retno Adhiati" userId="709d5389-8a77-4b80-9e28-ef092c6eec21" providerId="ADAL" clId="{C2F63237-D1BE-56D8-9C5C-9BCFEE238A67}" dt="2026-10-07T08:18:09.613" v="464" actId="1076"/>
          <ac:spMkLst>
            <pc:docMk/>
            <pc:sldMk cId="4294711262" sldId="449"/>
            <ac:spMk id="4" creationId="{0AA3AE4F-EBF7-8DB4-9AD1-8E9AB5EF4AED}"/>
          </ac:spMkLst>
        </pc:spChg>
        <pc:spChg chg="add del mod">
          <ac:chgData name="Retno Adhiati" userId="709d5389-8a77-4b80-9e28-ef092c6eec21" providerId="ADAL" clId="{C2F63237-D1BE-56D8-9C5C-9BCFEE238A67}" dt="2026-10-07T08:14:04.340" v="410" actId="478"/>
          <ac:spMkLst>
            <pc:docMk/>
            <pc:sldMk cId="4294711262" sldId="449"/>
            <ac:spMk id="6" creationId="{4FF65775-F97B-4E47-192A-68DF72EDB555}"/>
          </ac:spMkLst>
        </pc:spChg>
        <pc:spChg chg="add del mod">
          <ac:chgData name="Retno Adhiati" userId="709d5389-8a77-4b80-9e28-ef092c6eec21" providerId="ADAL" clId="{C2F63237-D1BE-56D8-9C5C-9BCFEE238A67}" dt="2026-10-07T08:19:22.194" v="495" actId="20577"/>
          <ac:spMkLst>
            <pc:docMk/>
            <pc:sldMk cId="4294711262" sldId="449"/>
            <ac:spMk id="8" creationId="{A37BA0F1-DE4A-D9D6-C43C-7B391EE9C45C}"/>
          </ac:spMkLst>
        </pc:spChg>
        <pc:spChg chg="add mod">
          <ac:chgData name="Retno Adhiati" userId="709d5389-8a77-4b80-9e28-ef092c6eec21" providerId="ADAL" clId="{C2F63237-D1BE-56D8-9C5C-9BCFEE238A67}" dt="2026-10-07T08:18:20.474" v="483" actId="20577"/>
          <ac:spMkLst>
            <pc:docMk/>
            <pc:sldMk cId="4294711262" sldId="449"/>
            <ac:spMk id="10" creationId="{19EE07B6-3921-4F38-EAB9-F85C5D22F200}"/>
          </ac:spMkLst>
        </pc:spChg>
        <pc:spChg chg="add mod">
          <ac:chgData name="Retno Adhiati" userId="709d5389-8a77-4b80-9e28-ef092c6eec21" providerId="ADAL" clId="{C2F63237-D1BE-56D8-9C5C-9BCFEE238A67}" dt="2026-10-07T08:45:44.995" v="837" actId="1076"/>
          <ac:spMkLst>
            <pc:docMk/>
            <pc:sldMk cId="4294711262" sldId="449"/>
            <ac:spMk id="19" creationId="{CD9903DF-17C3-4BB5-2827-D6D5325C3A42}"/>
          </ac:spMkLst>
        </pc:spChg>
        <pc:spChg chg="add mod">
          <ac:chgData name="Retno Adhiati" userId="709d5389-8a77-4b80-9e28-ef092c6eec21" providerId="ADAL" clId="{C2F63237-D1BE-56D8-9C5C-9BCFEE238A67}" dt="2026-10-07T08:20:10.412" v="523" actId="1076"/>
          <ac:spMkLst>
            <pc:docMk/>
            <pc:sldMk cId="4294711262" sldId="449"/>
            <ac:spMk id="20" creationId="{CBD97675-6637-5BC2-F1AD-123C29EB07FF}"/>
          </ac:spMkLst>
        </pc:spChg>
        <pc:spChg chg="add mod">
          <ac:chgData name="Retno Adhiati" userId="709d5389-8a77-4b80-9e28-ef092c6eec21" providerId="ADAL" clId="{C2F63237-D1BE-56D8-9C5C-9BCFEE238A67}" dt="2026-10-07T08:20:17.080" v="525" actId="1076"/>
          <ac:spMkLst>
            <pc:docMk/>
            <pc:sldMk cId="4294711262" sldId="449"/>
            <ac:spMk id="21" creationId="{2405AF6A-103A-A3C5-4174-F1530E0710C7}"/>
          </ac:spMkLst>
        </pc:spChg>
        <pc:spChg chg="add mod">
          <ac:chgData name="Retno Adhiati" userId="709d5389-8a77-4b80-9e28-ef092c6eec21" providerId="ADAL" clId="{C2F63237-D1BE-56D8-9C5C-9BCFEE238A67}" dt="2026-10-07T08:47:15.563" v="882" actId="20577"/>
          <ac:spMkLst>
            <pc:docMk/>
            <pc:sldMk cId="4294711262" sldId="449"/>
            <ac:spMk id="22" creationId="{3C86D761-5E67-4135-44E3-E5266A73B92B}"/>
          </ac:spMkLst>
        </pc:spChg>
        <pc:picChg chg="mod">
          <ac:chgData name="Retno Adhiati" userId="709d5389-8a77-4b80-9e28-ef092c6eec21" providerId="ADAL" clId="{C2F63237-D1BE-56D8-9C5C-9BCFEE238A67}" dt="2026-10-07T08:46:08.613" v="840" actId="1076"/>
          <ac:picMkLst>
            <pc:docMk/>
            <pc:sldMk cId="4294711262" sldId="449"/>
            <ac:picMk id="5" creationId="{1432CEC3-0E1A-B4AB-15BD-56991524B6A5}"/>
          </ac:picMkLst>
        </pc:picChg>
        <pc:picChg chg="add mod">
          <ac:chgData name="Retno Adhiati" userId="709d5389-8a77-4b80-9e28-ef092c6eec21" providerId="ADAL" clId="{C2F63237-D1BE-56D8-9C5C-9BCFEE238A67}" dt="2026-10-07T08:12:38.033" v="316"/>
          <ac:picMkLst>
            <pc:docMk/>
            <pc:sldMk cId="4294711262" sldId="449"/>
            <ac:picMk id="9" creationId="{4F930987-4730-A6B8-D1C8-6C5561A81BD8}"/>
          </ac:picMkLst>
        </pc:picChg>
        <pc:picChg chg="add mod">
          <ac:chgData name="Retno Adhiati" userId="709d5389-8a77-4b80-9e28-ef092c6eec21" providerId="ADAL" clId="{C2F63237-D1BE-56D8-9C5C-9BCFEE238A67}" dt="2026-10-07T08:20:30.644" v="527" actId="1076"/>
          <ac:picMkLst>
            <pc:docMk/>
            <pc:sldMk cId="4294711262" sldId="449"/>
            <ac:picMk id="12" creationId="{A80F6C4D-273F-2A75-E444-BE0EBC655000}"/>
          </ac:picMkLst>
        </pc:picChg>
        <pc:picChg chg="mod">
          <ac:chgData name="Retno Adhiati" userId="709d5389-8a77-4b80-9e28-ef092c6eec21" providerId="ADAL" clId="{C2F63237-D1BE-56D8-9C5C-9BCFEE238A67}" dt="2026-10-07T08:46:00.882" v="838" actId="1076"/>
          <ac:picMkLst>
            <pc:docMk/>
            <pc:sldMk cId="4294711262" sldId="449"/>
            <ac:picMk id="13" creationId="{B1EA7354-53CB-4B0D-42BE-204F70BDD98F}"/>
          </ac:picMkLst>
        </pc:picChg>
        <pc:picChg chg="add mod">
          <ac:chgData name="Retno Adhiati" userId="709d5389-8a77-4b80-9e28-ef092c6eec21" providerId="ADAL" clId="{C2F63237-D1BE-56D8-9C5C-9BCFEE238A67}" dt="2026-10-07T08:20:32.461" v="528" actId="1076"/>
          <ac:picMkLst>
            <pc:docMk/>
            <pc:sldMk cId="4294711262" sldId="449"/>
            <ac:picMk id="14" creationId="{73D80FE3-6817-0E76-7847-A5E51F2DFE01}"/>
          </ac:picMkLst>
        </pc:picChg>
        <pc:picChg chg="add mod">
          <ac:chgData name="Retno Adhiati" userId="709d5389-8a77-4b80-9e28-ef092c6eec21" providerId="ADAL" clId="{C2F63237-D1BE-56D8-9C5C-9BCFEE238A67}" dt="2026-10-07T08:19:12.262" v="488" actId="1076"/>
          <ac:picMkLst>
            <pc:docMk/>
            <pc:sldMk cId="4294711262" sldId="449"/>
            <ac:picMk id="16" creationId="{BEC5B5D6-0616-F55A-4A95-E2B01A57219A}"/>
          </ac:picMkLst>
        </pc:picChg>
        <pc:picChg chg="mod">
          <ac:chgData name="Retno Adhiati" userId="709d5389-8a77-4b80-9e28-ef092c6eec21" providerId="ADAL" clId="{C2F63237-D1BE-56D8-9C5C-9BCFEE238A67}" dt="2026-10-07T08:46:33.278" v="842" actId="1076"/>
          <ac:picMkLst>
            <pc:docMk/>
            <pc:sldMk cId="4294711262" sldId="449"/>
            <ac:picMk id="17" creationId="{631F39E3-A58F-8B71-7A3E-551C5DBA33FF}"/>
          </ac:picMkLst>
        </pc:picChg>
        <pc:picChg chg="add mod">
          <ac:chgData name="Retno Adhiati" userId="709d5389-8a77-4b80-9e28-ef092c6eec21" providerId="ADAL" clId="{C2F63237-D1BE-56D8-9C5C-9BCFEE238A67}" dt="2026-10-07T08:19:44.546" v="501" actId="1076"/>
          <ac:picMkLst>
            <pc:docMk/>
            <pc:sldMk cId="4294711262" sldId="449"/>
            <ac:picMk id="18" creationId="{25D42E9F-2327-8ADF-36C8-F08E6DBF5C2C}"/>
          </ac:picMkLst>
        </pc:picChg>
      </pc:sldChg>
      <pc:sldChg chg="addSp delSp modSp mod">
        <pc:chgData name="Retno Adhiati" userId="709d5389-8a77-4b80-9e28-ef092c6eec21" providerId="ADAL" clId="{C2F63237-D1BE-56D8-9C5C-9BCFEE238A67}" dt="2026-10-07T09:13:20.777" v="1363" actId="1076"/>
        <pc:sldMkLst>
          <pc:docMk/>
          <pc:sldMk cId="4261530524" sldId="466"/>
        </pc:sldMkLst>
        <pc:spChg chg="del mod">
          <ac:chgData name="Retno Adhiati" userId="709d5389-8a77-4b80-9e28-ef092c6eec21" providerId="ADAL" clId="{C2F63237-D1BE-56D8-9C5C-9BCFEE238A67}" dt="2026-10-07T09:12:20.515" v="1347" actId="478"/>
          <ac:spMkLst>
            <pc:docMk/>
            <pc:sldMk cId="4261530524" sldId="466"/>
            <ac:spMk id="2" creationId="{23C72E5F-BBE1-8538-EE40-DBC6516A2B24}"/>
          </ac:spMkLst>
        </pc:spChg>
        <pc:spChg chg="del">
          <ac:chgData name="Retno Adhiati" userId="709d5389-8a77-4b80-9e28-ef092c6eec21" providerId="ADAL" clId="{C2F63237-D1BE-56D8-9C5C-9BCFEE238A67}" dt="2026-10-07T08:21:43.681" v="532" actId="478"/>
          <ac:spMkLst>
            <pc:docMk/>
            <pc:sldMk cId="4261530524" sldId="466"/>
            <ac:spMk id="3" creationId="{156DF52D-B7D0-4217-9D8F-32173C72A1C8}"/>
          </ac:spMkLst>
        </pc:spChg>
        <pc:spChg chg="add mod">
          <ac:chgData name="Retno Adhiati" userId="709d5389-8a77-4b80-9e28-ef092c6eec21" providerId="ADAL" clId="{C2F63237-D1BE-56D8-9C5C-9BCFEE238A67}" dt="2026-10-07T09:04:33.063" v="1068" actId="1076"/>
          <ac:spMkLst>
            <pc:docMk/>
            <pc:sldMk cId="4261530524" sldId="466"/>
            <ac:spMk id="4" creationId="{CE726B5A-2FB5-65F3-8BD4-76C773143690}"/>
          </ac:spMkLst>
        </pc:spChg>
        <pc:spChg chg="add del mod">
          <ac:chgData name="Retno Adhiati" userId="709d5389-8a77-4b80-9e28-ef092c6eec21" providerId="ADAL" clId="{C2F63237-D1BE-56D8-9C5C-9BCFEE238A67}" dt="2026-10-07T08:37:18.143" v="777" actId="478"/>
          <ac:spMkLst>
            <pc:docMk/>
            <pc:sldMk cId="4261530524" sldId="466"/>
            <ac:spMk id="5" creationId="{F56C07DC-4A49-CBF0-A3D2-193F61CC34CC}"/>
          </ac:spMkLst>
        </pc:spChg>
        <pc:spChg chg="del">
          <ac:chgData name="Retno Adhiati" userId="709d5389-8a77-4b80-9e28-ef092c6eec21" providerId="ADAL" clId="{C2F63237-D1BE-56D8-9C5C-9BCFEE238A67}" dt="2026-10-07T08:25:49.156" v="559" actId="478"/>
          <ac:spMkLst>
            <pc:docMk/>
            <pc:sldMk cId="4261530524" sldId="466"/>
            <ac:spMk id="6" creationId="{138CAD2F-3781-21B3-4A88-A77B9528A817}"/>
          </ac:spMkLst>
        </pc:spChg>
        <pc:spChg chg="del">
          <ac:chgData name="Retno Adhiati" userId="709d5389-8a77-4b80-9e28-ef092c6eec21" providerId="ADAL" clId="{C2F63237-D1BE-56D8-9C5C-9BCFEE238A67}" dt="2026-10-07T08:25:49.156" v="559" actId="478"/>
          <ac:spMkLst>
            <pc:docMk/>
            <pc:sldMk cId="4261530524" sldId="466"/>
            <ac:spMk id="7" creationId="{2E778E37-EAF9-FD5E-C15C-5711C69161D5}"/>
          </ac:spMkLst>
        </pc:spChg>
        <pc:spChg chg="del">
          <ac:chgData name="Retno Adhiati" userId="709d5389-8a77-4b80-9e28-ef092c6eec21" providerId="ADAL" clId="{C2F63237-D1BE-56D8-9C5C-9BCFEE238A67}" dt="2026-10-07T08:25:49.156" v="559" actId="478"/>
          <ac:spMkLst>
            <pc:docMk/>
            <pc:sldMk cId="4261530524" sldId="466"/>
            <ac:spMk id="8" creationId="{C9A2C643-8254-5123-FCAF-C03A82F6E4E5}"/>
          </ac:spMkLst>
        </pc:spChg>
        <pc:spChg chg="add del mod">
          <ac:chgData name="Retno Adhiati" userId="709d5389-8a77-4b80-9e28-ef092c6eec21" providerId="ADAL" clId="{C2F63237-D1BE-56D8-9C5C-9BCFEE238A67}" dt="2026-10-07T09:12:06.614" v="1341" actId="478"/>
          <ac:spMkLst>
            <pc:docMk/>
            <pc:sldMk cId="4261530524" sldId="466"/>
            <ac:spMk id="9" creationId="{9CDDAB7B-AFA7-EFA5-0F94-D074DB25758F}"/>
          </ac:spMkLst>
        </pc:spChg>
        <pc:spChg chg="add mod">
          <ac:chgData name="Retno Adhiati" userId="709d5389-8a77-4b80-9e28-ef092c6eec21" providerId="ADAL" clId="{C2F63237-D1BE-56D8-9C5C-9BCFEE238A67}" dt="2026-10-07T09:04:33.063" v="1068" actId="1076"/>
          <ac:spMkLst>
            <pc:docMk/>
            <pc:sldMk cId="4261530524" sldId="466"/>
            <ac:spMk id="10" creationId="{5E7AF533-3B73-520D-E46C-F840438FACA0}"/>
          </ac:spMkLst>
        </pc:spChg>
        <pc:spChg chg="mod">
          <ac:chgData name="Retno Adhiati" userId="709d5389-8a77-4b80-9e28-ef092c6eec21" providerId="ADAL" clId="{C2F63237-D1BE-56D8-9C5C-9BCFEE238A67}" dt="2026-10-07T09:04:33.063" v="1068" actId="1076"/>
          <ac:spMkLst>
            <pc:docMk/>
            <pc:sldMk cId="4261530524" sldId="466"/>
            <ac:spMk id="11" creationId="{14FC98D1-2642-BE9B-AA2E-7637D104741D}"/>
          </ac:spMkLst>
        </pc:spChg>
        <pc:spChg chg="del">
          <ac:chgData name="Retno Adhiati" userId="709d5389-8a77-4b80-9e28-ef092c6eec21" providerId="ADAL" clId="{C2F63237-D1BE-56D8-9C5C-9BCFEE238A67}" dt="2026-10-07T08:26:05.735" v="565" actId="478"/>
          <ac:spMkLst>
            <pc:docMk/>
            <pc:sldMk cId="4261530524" sldId="466"/>
            <ac:spMk id="12" creationId="{6F9A8231-5230-2757-1E0E-735AD14893B0}"/>
          </ac:spMkLst>
        </pc:spChg>
        <pc:spChg chg="add del mod">
          <ac:chgData name="Retno Adhiati" userId="709d5389-8a77-4b80-9e28-ef092c6eec21" providerId="ADAL" clId="{C2F63237-D1BE-56D8-9C5C-9BCFEE238A67}" dt="2026-10-07T08:25:50.559" v="560" actId="478"/>
          <ac:spMkLst>
            <pc:docMk/>
            <pc:sldMk cId="4261530524" sldId="466"/>
            <ac:spMk id="13" creationId="{E1F02D8B-FB0F-6644-8862-448DAC0FCF14}"/>
          </ac:spMkLst>
        </pc:spChg>
        <pc:spChg chg="add del mod">
          <ac:chgData name="Retno Adhiati" userId="709d5389-8a77-4b80-9e28-ef092c6eec21" providerId="ADAL" clId="{C2F63237-D1BE-56D8-9C5C-9BCFEE238A67}" dt="2026-10-07T08:25:54.140" v="563" actId="478"/>
          <ac:spMkLst>
            <pc:docMk/>
            <pc:sldMk cId="4261530524" sldId="466"/>
            <ac:spMk id="14" creationId="{42553FC7-432E-7A07-7D60-632DEE4535B0}"/>
          </ac:spMkLst>
        </pc:spChg>
        <pc:spChg chg="del">
          <ac:chgData name="Retno Adhiati" userId="709d5389-8a77-4b80-9e28-ef092c6eec21" providerId="ADAL" clId="{C2F63237-D1BE-56D8-9C5C-9BCFEE238A67}" dt="2026-10-07T08:25:42.848" v="556" actId="478"/>
          <ac:spMkLst>
            <pc:docMk/>
            <pc:sldMk cId="4261530524" sldId="466"/>
            <ac:spMk id="15" creationId="{D127965B-9F8F-4523-8763-E1772E0DFD1A}"/>
          </ac:spMkLst>
        </pc:spChg>
        <pc:spChg chg="add del mod">
          <ac:chgData name="Retno Adhiati" userId="709d5389-8a77-4b80-9e28-ef092c6eec21" providerId="ADAL" clId="{C2F63237-D1BE-56D8-9C5C-9BCFEE238A67}" dt="2026-10-07T08:25:44.260" v="557" actId="478"/>
          <ac:spMkLst>
            <pc:docMk/>
            <pc:sldMk cId="4261530524" sldId="466"/>
            <ac:spMk id="16" creationId="{D9A943A7-2EF2-4EF3-6916-89D9E1EE267A}"/>
          </ac:spMkLst>
        </pc:spChg>
        <pc:spChg chg="mod">
          <ac:chgData name="Retno Adhiati" userId="709d5389-8a77-4b80-9e28-ef092c6eec21" providerId="ADAL" clId="{C2F63237-D1BE-56D8-9C5C-9BCFEE238A67}" dt="2026-10-07T09:04:33.063" v="1068" actId="1076"/>
          <ac:spMkLst>
            <pc:docMk/>
            <pc:sldMk cId="4261530524" sldId="466"/>
            <ac:spMk id="17" creationId="{76BD68EE-8B02-F356-EECC-BC7927271B90}"/>
          </ac:spMkLst>
        </pc:spChg>
        <pc:spChg chg="add mod">
          <ac:chgData name="Retno Adhiati" userId="709d5389-8a77-4b80-9e28-ef092c6eec21" providerId="ADAL" clId="{C2F63237-D1BE-56D8-9C5C-9BCFEE238A67}" dt="2026-10-07T09:04:33.063" v="1068" actId="1076"/>
          <ac:spMkLst>
            <pc:docMk/>
            <pc:sldMk cId="4261530524" sldId="466"/>
            <ac:spMk id="18" creationId="{D7C2ACF4-84B0-9E76-8ADE-3F5FA28CC8EC}"/>
          </ac:spMkLst>
        </pc:spChg>
        <pc:spChg chg="add del mod">
          <ac:chgData name="Retno Adhiati" userId="709d5389-8a77-4b80-9e28-ef092c6eec21" providerId="ADAL" clId="{C2F63237-D1BE-56D8-9C5C-9BCFEE238A67}" dt="2026-10-07T08:25:55.381" v="564" actId="478"/>
          <ac:spMkLst>
            <pc:docMk/>
            <pc:sldMk cId="4261530524" sldId="466"/>
            <ac:spMk id="19" creationId="{3EC12FC1-240E-9213-69AE-FD1E66B9808E}"/>
          </ac:spMkLst>
        </pc:spChg>
        <pc:spChg chg="add del mod">
          <ac:chgData name="Retno Adhiati" userId="709d5389-8a77-4b80-9e28-ef092c6eec21" providerId="ADAL" clId="{C2F63237-D1BE-56D8-9C5C-9BCFEE238A67}" dt="2026-10-07T08:38:59.690" v="814" actId="478"/>
          <ac:spMkLst>
            <pc:docMk/>
            <pc:sldMk cId="4261530524" sldId="466"/>
            <ac:spMk id="20" creationId="{F4D207FB-0695-1C54-2376-893DBC3BCEA6}"/>
          </ac:spMkLst>
        </pc:spChg>
        <pc:spChg chg="add mod">
          <ac:chgData name="Retno Adhiati" userId="709d5389-8a77-4b80-9e28-ef092c6eec21" providerId="ADAL" clId="{C2F63237-D1BE-56D8-9C5C-9BCFEE238A67}" dt="2026-10-07T08:23:01.193" v="546" actId="1076"/>
          <ac:spMkLst>
            <pc:docMk/>
            <pc:sldMk cId="4261530524" sldId="466"/>
            <ac:spMk id="22" creationId="{4D9B7E30-543D-7D4F-4372-5765DC28268D}"/>
          </ac:spMkLst>
        </pc:spChg>
        <pc:spChg chg="add mod">
          <ac:chgData name="Retno Adhiati" userId="709d5389-8a77-4b80-9e28-ef092c6eec21" providerId="ADAL" clId="{C2F63237-D1BE-56D8-9C5C-9BCFEE238A67}" dt="2026-10-07T08:28:22.041" v="582" actId="1076"/>
          <ac:spMkLst>
            <pc:docMk/>
            <pc:sldMk cId="4261530524" sldId="466"/>
            <ac:spMk id="25" creationId="{253DEB57-9D40-4661-EF98-43C5628FC062}"/>
          </ac:spMkLst>
        </pc:spChg>
        <pc:spChg chg="add mod">
          <ac:chgData name="Retno Adhiati" userId="709d5389-8a77-4b80-9e28-ef092c6eec21" providerId="ADAL" clId="{C2F63237-D1BE-56D8-9C5C-9BCFEE238A67}" dt="2026-10-07T08:28:22.041" v="582" actId="1076"/>
          <ac:spMkLst>
            <pc:docMk/>
            <pc:sldMk cId="4261530524" sldId="466"/>
            <ac:spMk id="26" creationId="{F7DF60FE-CC07-781F-94CF-40DC638571E0}"/>
          </ac:spMkLst>
        </pc:spChg>
        <pc:spChg chg="add mod">
          <ac:chgData name="Retno Adhiati" userId="709d5389-8a77-4b80-9e28-ef092c6eec21" providerId="ADAL" clId="{C2F63237-D1BE-56D8-9C5C-9BCFEE238A67}" dt="2026-10-07T08:28:22.041" v="582" actId="1076"/>
          <ac:spMkLst>
            <pc:docMk/>
            <pc:sldMk cId="4261530524" sldId="466"/>
            <ac:spMk id="27" creationId="{CCC12FFC-8CF6-0A54-552E-54C09BFE1001}"/>
          </ac:spMkLst>
        </pc:spChg>
        <pc:spChg chg="add del mod">
          <ac:chgData name="Retno Adhiati" userId="709d5389-8a77-4b80-9e28-ef092c6eec21" providerId="ADAL" clId="{C2F63237-D1BE-56D8-9C5C-9BCFEE238A67}" dt="2026-10-07T08:37:15.306" v="776" actId="478"/>
          <ac:spMkLst>
            <pc:docMk/>
            <pc:sldMk cId="4261530524" sldId="466"/>
            <ac:spMk id="28" creationId="{FCDC3BCC-2036-FA1F-D610-2B0C4C73650C}"/>
          </ac:spMkLst>
        </pc:spChg>
        <pc:spChg chg="add mod">
          <ac:chgData name="Retno Adhiati" userId="709d5389-8a77-4b80-9e28-ef092c6eec21" providerId="ADAL" clId="{C2F63237-D1BE-56D8-9C5C-9BCFEE238A67}" dt="2026-10-07T09:04:33.063" v="1068" actId="1076"/>
          <ac:spMkLst>
            <pc:docMk/>
            <pc:sldMk cId="4261530524" sldId="466"/>
            <ac:spMk id="29" creationId="{E2B2A82F-66B1-6207-9AD5-4723DC75E12E}"/>
          </ac:spMkLst>
        </pc:spChg>
        <pc:spChg chg="add del mod">
          <ac:chgData name="Retno Adhiati" userId="709d5389-8a77-4b80-9e28-ef092c6eec21" providerId="ADAL" clId="{C2F63237-D1BE-56D8-9C5C-9BCFEE238A67}" dt="2026-10-07T08:48:17.763" v="890" actId="478"/>
          <ac:spMkLst>
            <pc:docMk/>
            <pc:sldMk cId="4261530524" sldId="466"/>
            <ac:spMk id="32" creationId="{0A4AD0FE-FF78-F917-3026-D9BB1607A0F3}"/>
          </ac:spMkLst>
        </pc:spChg>
        <pc:spChg chg="add del mod">
          <ac:chgData name="Retno Adhiati" userId="709d5389-8a77-4b80-9e28-ef092c6eec21" providerId="ADAL" clId="{C2F63237-D1BE-56D8-9C5C-9BCFEE238A67}" dt="2026-10-07T08:48:14.063" v="888" actId="478"/>
          <ac:spMkLst>
            <pc:docMk/>
            <pc:sldMk cId="4261530524" sldId="466"/>
            <ac:spMk id="38" creationId="{9BB8E00C-9182-0857-9E59-EC9B4F6A6807}"/>
          </ac:spMkLst>
        </pc:spChg>
        <pc:spChg chg="add del mod">
          <ac:chgData name="Retno Adhiati" userId="709d5389-8a77-4b80-9e28-ef092c6eec21" providerId="ADAL" clId="{C2F63237-D1BE-56D8-9C5C-9BCFEE238A67}" dt="2026-10-07T08:48:14.063" v="888" actId="478"/>
          <ac:spMkLst>
            <pc:docMk/>
            <pc:sldMk cId="4261530524" sldId="466"/>
            <ac:spMk id="39" creationId="{57119809-BE65-6E5F-363E-9138BD88B229}"/>
          </ac:spMkLst>
        </pc:spChg>
        <pc:spChg chg="add del mod">
          <ac:chgData name="Retno Adhiati" userId="709d5389-8a77-4b80-9e28-ef092c6eec21" providerId="ADAL" clId="{C2F63237-D1BE-56D8-9C5C-9BCFEE238A67}" dt="2026-10-07T08:40:12.793" v="819" actId="478"/>
          <ac:spMkLst>
            <pc:docMk/>
            <pc:sldMk cId="4261530524" sldId="466"/>
            <ac:spMk id="48" creationId="{F9681FE7-38BB-D262-E116-2A3E06F72A5C}"/>
          </ac:spMkLst>
        </pc:spChg>
        <pc:spChg chg="add del mod">
          <ac:chgData name="Retno Adhiati" userId="709d5389-8a77-4b80-9e28-ef092c6eec21" providerId="ADAL" clId="{C2F63237-D1BE-56D8-9C5C-9BCFEE238A67}" dt="2026-10-07T08:40:12.793" v="819" actId="478"/>
          <ac:spMkLst>
            <pc:docMk/>
            <pc:sldMk cId="4261530524" sldId="466"/>
            <ac:spMk id="49" creationId="{E78E072B-DC2F-CE11-762B-19D35A3A9E31}"/>
          </ac:spMkLst>
        </pc:spChg>
        <pc:spChg chg="add del mod">
          <ac:chgData name="Retno Adhiati" userId="709d5389-8a77-4b80-9e28-ef092c6eec21" providerId="ADAL" clId="{C2F63237-D1BE-56D8-9C5C-9BCFEE238A67}" dt="2026-10-07T08:40:12.793" v="819" actId="478"/>
          <ac:spMkLst>
            <pc:docMk/>
            <pc:sldMk cId="4261530524" sldId="466"/>
            <ac:spMk id="50" creationId="{EF2C2767-6298-5194-054A-DD22A7406BDD}"/>
          </ac:spMkLst>
        </pc:spChg>
        <pc:spChg chg="add mod">
          <ac:chgData name="Retno Adhiati" userId="709d5389-8a77-4b80-9e28-ef092c6eec21" providerId="ADAL" clId="{C2F63237-D1BE-56D8-9C5C-9BCFEE238A67}" dt="2026-10-07T09:13:20.777" v="1363" actId="1076"/>
          <ac:spMkLst>
            <pc:docMk/>
            <pc:sldMk cId="4261530524" sldId="466"/>
            <ac:spMk id="51" creationId="{82C302CF-1A58-8280-095A-65D08C946AFC}"/>
          </ac:spMkLst>
        </pc:spChg>
        <pc:spChg chg="add del mod">
          <ac:chgData name="Retno Adhiati" userId="709d5389-8a77-4b80-9e28-ef092c6eec21" providerId="ADAL" clId="{C2F63237-D1BE-56D8-9C5C-9BCFEE238A67}" dt="2026-10-07T09:05:30.406" v="1188" actId="478"/>
          <ac:spMkLst>
            <pc:docMk/>
            <pc:sldMk cId="4261530524" sldId="466"/>
            <ac:spMk id="52" creationId="{37FAF03D-DB86-86E0-BF70-54581A4FECA2}"/>
          </ac:spMkLst>
        </pc:spChg>
        <pc:spChg chg="add del mod">
          <ac:chgData name="Retno Adhiati" userId="709d5389-8a77-4b80-9e28-ef092c6eec21" providerId="ADAL" clId="{C2F63237-D1BE-56D8-9C5C-9BCFEE238A67}" dt="2026-10-07T08:40:25.189" v="823" actId="478"/>
          <ac:spMkLst>
            <pc:docMk/>
            <pc:sldMk cId="4261530524" sldId="466"/>
            <ac:spMk id="53" creationId="{752886FA-D237-6D24-426B-CF91EF2A8BEB}"/>
          </ac:spMkLst>
        </pc:spChg>
        <pc:spChg chg="add del mod">
          <ac:chgData name="Retno Adhiati" userId="709d5389-8a77-4b80-9e28-ef092c6eec21" providerId="ADAL" clId="{C2F63237-D1BE-56D8-9C5C-9BCFEE238A67}" dt="2026-10-07T08:49:11.615" v="904" actId="478"/>
          <ac:spMkLst>
            <pc:docMk/>
            <pc:sldMk cId="4261530524" sldId="466"/>
            <ac:spMk id="56" creationId="{F98D8FA9-FA5C-B6C0-0819-8F70DC5A1F4B}"/>
          </ac:spMkLst>
        </pc:spChg>
        <pc:spChg chg="add del mod">
          <ac:chgData name="Retno Adhiati" userId="709d5389-8a77-4b80-9e28-ef092c6eec21" providerId="ADAL" clId="{C2F63237-D1BE-56D8-9C5C-9BCFEE238A67}" dt="2026-10-07T08:54:41.795" v="967" actId="478"/>
          <ac:spMkLst>
            <pc:docMk/>
            <pc:sldMk cId="4261530524" sldId="466"/>
            <ac:spMk id="58" creationId="{27421310-8147-C802-4ADD-DC1733C294DB}"/>
          </ac:spMkLst>
        </pc:spChg>
        <pc:spChg chg="add del mod">
          <ac:chgData name="Retno Adhiati" userId="709d5389-8a77-4b80-9e28-ef092c6eec21" providerId="ADAL" clId="{C2F63237-D1BE-56D8-9C5C-9BCFEE238A67}" dt="2026-10-07T09:11:28.728" v="1340" actId="478"/>
          <ac:spMkLst>
            <pc:docMk/>
            <pc:sldMk cId="4261530524" sldId="466"/>
            <ac:spMk id="59" creationId="{0B319C75-F5BF-6ECB-0175-B62BB84FC85A}"/>
          </ac:spMkLst>
        </pc:spChg>
        <pc:spChg chg="add del mod">
          <ac:chgData name="Retno Adhiati" userId="709d5389-8a77-4b80-9e28-ef092c6eec21" providerId="ADAL" clId="{C2F63237-D1BE-56D8-9C5C-9BCFEE238A67}" dt="2026-10-07T09:03:30.505" v="1052" actId="478"/>
          <ac:spMkLst>
            <pc:docMk/>
            <pc:sldMk cId="4261530524" sldId="466"/>
            <ac:spMk id="60" creationId="{DEC4A5D2-887B-8A99-983B-226C38224794}"/>
          </ac:spMkLst>
        </pc:spChg>
        <pc:spChg chg="add del mod">
          <ac:chgData name="Retno Adhiati" userId="709d5389-8a77-4b80-9e28-ef092c6eec21" providerId="ADAL" clId="{C2F63237-D1BE-56D8-9C5C-9BCFEE238A67}" dt="2026-10-07T09:03:30.505" v="1052" actId="478"/>
          <ac:spMkLst>
            <pc:docMk/>
            <pc:sldMk cId="4261530524" sldId="466"/>
            <ac:spMk id="61" creationId="{5076FB91-71C6-682E-4E18-29322CD8F89D}"/>
          </ac:spMkLst>
        </pc:spChg>
        <pc:spChg chg="add del mod">
          <ac:chgData name="Retno Adhiati" userId="709d5389-8a77-4b80-9e28-ef092c6eec21" providerId="ADAL" clId="{C2F63237-D1BE-56D8-9C5C-9BCFEE238A67}" dt="2026-10-07T09:02:52.270" v="1043" actId="478"/>
          <ac:spMkLst>
            <pc:docMk/>
            <pc:sldMk cId="4261530524" sldId="466"/>
            <ac:spMk id="62" creationId="{8176BC0F-5DFA-195D-FC59-9E22A862FEBB}"/>
          </ac:spMkLst>
        </pc:spChg>
        <pc:spChg chg="add del">
          <ac:chgData name="Retno Adhiati" userId="709d5389-8a77-4b80-9e28-ef092c6eec21" providerId="ADAL" clId="{C2F63237-D1BE-56D8-9C5C-9BCFEE238A67}" dt="2026-10-07T09:02:03.574" v="1022" actId="22"/>
          <ac:spMkLst>
            <pc:docMk/>
            <pc:sldMk cId="4261530524" sldId="466"/>
            <ac:spMk id="64" creationId="{F5EA9033-E0AB-7226-BECA-ACE79A5086D9}"/>
          </ac:spMkLst>
        </pc:spChg>
        <pc:spChg chg="add mod">
          <ac:chgData name="Retno Adhiati" userId="709d5389-8a77-4b80-9e28-ef092c6eec21" providerId="ADAL" clId="{C2F63237-D1BE-56D8-9C5C-9BCFEE238A67}" dt="2026-10-07T09:02:35.361" v="1032" actId="1076"/>
          <ac:spMkLst>
            <pc:docMk/>
            <pc:sldMk cId="4261530524" sldId="466"/>
            <ac:spMk id="65" creationId="{BD42E9C8-E596-C454-6049-828092322B2C}"/>
          </ac:spMkLst>
        </pc:spChg>
        <pc:spChg chg="add mod">
          <ac:chgData name="Retno Adhiati" userId="709d5389-8a77-4b80-9e28-ef092c6eec21" providerId="ADAL" clId="{C2F63237-D1BE-56D8-9C5C-9BCFEE238A67}" dt="2026-10-07T09:13:20.777" v="1363" actId="1076"/>
          <ac:spMkLst>
            <pc:docMk/>
            <pc:sldMk cId="4261530524" sldId="466"/>
            <ac:spMk id="69" creationId="{BBFDF0D2-3E22-D4BE-C388-A53B3E8CAF40}"/>
          </ac:spMkLst>
        </pc:spChg>
        <pc:spChg chg="add mod">
          <ac:chgData name="Retno Adhiati" userId="709d5389-8a77-4b80-9e28-ef092c6eec21" providerId="ADAL" clId="{C2F63237-D1BE-56D8-9C5C-9BCFEE238A67}" dt="2026-10-07T09:13:20.777" v="1363" actId="1076"/>
          <ac:spMkLst>
            <pc:docMk/>
            <pc:sldMk cId="4261530524" sldId="466"/>
            <ac:spMk id="70" creationId="{501E39B0-98E5-2878-C8C1-2E89E9E82809}"/>
          </ac:spMkLst>
        </pc:spChg>
        <pc:spChg chg="add del mod">
          <ac:chgData name="Retno Adhiati" userId="709d5389-8a77-4b80-9e28-ef092c6eec21" providerId="ADAL" clId="{C2F63237-D1BE-56D8-9C5C-9BCFEE238A67}" dt="2026-10-07T09:11:27.293" v="1339" actId="478"/>
          <ac:spMkLst>
            <pc:docMk/>
            <pc:sldMk cId="4261530524" sldId="466"/>
            <ac:spMk id="71" creationId="{67E0E1EE-A650-CA94-6A2C-058799B88B81}"/>
          </ac:spMkLst>
        </pc:spChg>
        <pc:spChg chg="add mod">
          <ac:chgData name="Retno Adhiati" userId="709d5389-8a77-4b80-9e28-ef092c6eec21" providerId="ADAL" clId="{C2F63237-D1BE-56D8-9C5C-9BCFEE238A67}" dt="2026-10-07T09:13:20.777" v="1363" actId="1076"/>
          <ac:spMkLst>
            <pc:docMk/>
            <pc:sldMk cId="4261530524" sldId="466"/>
            <ac:spMk id="72" creationId="{6C98192F-7838-3B98-180B-13E50C021B9B}"/>
          </ac:spMkLst>
        </pc:spChg>
        <pc:spChg chg="add del mod">
          <ac:chgData name="Retno Adhiati" userId="709d5389-8a77-4b80-9e28-ef092c6eec21" providerId="ADAL" clId="{C2F63237-D1BE-56D8-9C5C-9BCFEE238A67}" dt="2026-10-07T09:12:23.192" v="1348" actId="478"/>
          <ac:spMkLst>
            <pc:docMk/>
            <pc:sldMk cId="4261530524" sldId="466"/>
            <ac:spMk id="76" creationId="{1A7FBF8D-5493-7DB2-8A64-546FF7C888D0}"/>
          </ac:spMkLst>
        </pc:spChg>
        <pc:spChg chg="add mod">
          <ac:chgData name="Retno Adhiati" userId="709d5389-8a77-4b80-9e28-ef092c6eec21" providerId="ADAL" clId="{C2F63237-D1BE-56D8-9C5C-9BCFEE238A67}" dt="2026-10-07T09:13:13.808" v="1362" actId="14100"/>
          <ac:spMkLst>
            <pc:docMk/>
            <pc:sldMk cId="4261530524" sldId="466"/>
            <ac:spMk id="79" creationId="{9559383D-4F1E-A97A-E1A1-E89E9EEC26E4}"/>
          </ac:spMkLst>
        </pc:spChg>
        <pc:grpChg chg="add del mod">
          <ac:chgData name="Retno Adhiati" userId="709d5389-8a77-4b80-9e28-ef092c6eec21" providerId="ADAL" clId="{C2F63237-D1BE-56D8-9C5C-9BCFEE238A67}" dt="2026-10-07T09:03:30.505" v="1052" actId="478"/>
          <ac:grpSpMkLst>
            <pc:docMk/>
            <pc:sldMk cId="4261530524" sldId="466"/>
            <ac:grpSpMk id="66" creationId="{FE75BA7C-C187-0C18-2DFC-AC36EBF6BB6E}"/>
          </ac:grpSpMkLst>
        </pc:grpChg>
        <pc:picChg chg="del">
          <ac:chgData name="Retno Adhiati" userId="709d5389-8a77-4b80-9e28-ef092c6eec21" providerId="ADAL" clId="{C2F63237-D1BE-56D8-9C5C-9BCFEE238A67}" dt="2026-10-07T09:12:06.614" v="1341" actId="478"/>
          <ac:picMkLst>
            <pc:docMk/>
            <pc:sldMk cId="4261530524" sldId="466"/>
            <ac:picMk id="21" creationId="{CDEAA229-CFEB-3FE5-FC9C-74E4604A69A0}"/>
          </ac:picMkLst>
        </pc:picChg>
        <pc:picChg chg="add del mod">
          <ac:chgData name="Retno Adhiati" userId="709d5389-8a77-4b80-9e28-ef092c6eec21" providerId="ADAL" clId="{C2F63237-D1BE-56D8-9C5C-9BCFEE238A67}" dt="2026-10-07T09:13:20.777" v="1363" actId="1076"/>
          <ac:picMkLst>
            <pc:docMk/>
            <pc:sldMk cId="4261530524" sldId="466"/>
            <ac:picMk id="24" creationId="{5F09D98B-0576-2F21-92AB-226B2D384206}"/>
          </ac:picMkLst>
        </pc:picChg>
        <pc:picChg chg="add mod">
          <ac:chgData name="Retno Adhiati" userId="709d5389-8a77-4b80-9e28-ef092c6eec21" providerId="ADAL" clId="{C2F63237-D1BE-56D8-9C5C-9BCFEE238A67}" dt="2026-10-07T09:04:33.063" v="1068" actId="1076"/>
          <ac:picMkLst>
            <pc:docMk/>
            <pc:sldMk cId="4261530524" sldId="466"/>
            <ac:picMk id="30" creationId="{BC923230-9962-11B5-C408-54FB3249915C}"/>
          </ac:picMkLst>
        </pc:picChg>
        <pc:picChg chg="add del mod">
          <ac:chgData name="Retno Adhiati" userId="709d5389-8a77-4b80-9e28-ef092c6eec21" providerId="ADAL" clId="{C2F63237-D1BE-56D8-9C5C-9BCFEE238A67}" dt="2026-10-07T08:32:57.534" v="688" actId="478"/>
          <ac:picMkLst>
            <pc:docMk/>
            <pc:sldMk cId="4261530524" sldId="466"/>
            <ac:picMk id="31" creationId="{D70D95DE-8FA6-E750-4180-BA500957E2C4}"/>
          </ac:picMkLst>
        </pc:picChg>
        <pc:picChg chg="add del mod">
          <ac:chgData name="Retno Adhiati" userId="709d5389-8a77-4b80-9e28-ef092c6eec21" providerId="ADAL" clId="{C2F63237-D1BE-56D8-9C5C-9BCFEE238A67}" dt="2026-10-07T08:48:15.707" v="889" actId="478"/>
          <ac:picMkLst>
            <pc:docMk/>
            <pc:sldMk cId="4261530524" sldId="466"/>
            <ac:picMk id="34" creationId="{5FA3681D-5C7A-C49E-4F2A-A6286E351CC5}"/>
          </ac:picMkLst>
        </pc:picChg>
        <pc:picChg chg="add mod">
          <ac:chgData name="Retno Adhiati" userId="709d5389-8a77-4b80-9e28-ef092c6eec21" providerId="ADAL" clId="{C2F63237-D1BE-56D8-9C5C-9BCFEE238A67}" dt="2026-10-07T08:33:06.788" v="694"/>
          <ac:picMkLst>
            <pc:docMk/>
            <pc:sldMk cId="4261530524" sldId="466"/>
            <ac:picMk id="35" creationId="{A8C78372-B920-A62E-5EF3-0407A3F645F9}"/>
          </ac:picMkLst>
        </pc:picChg>
        <pc:picChg chg="add del mod">
          <ac:chgData name="Retno Adhiati" userId="709d5389-8a77-4b80-9e28-ef092c6eec21" providerId="ADAL" clId="{C2F63237-D1BE-56D8-9C5C-9BCFEE238A67}" dt="2026-10-07T08:48:15.707" v="889" actId="478"/>
          <ac:picMkLst>
            <pc:docMk/>
            <pc:sldMk cId="4261530524" sldId="466"/>
            <ac:picMk id="36" creationId="{143023B2-D2EA-46B5-697C-F6EFE02D9E45}"/>
          </ac:picMkLst>
        </pc:picChg>
        <pc:picChg chg="add del mod">
          <ac:chgData name="Retno Adhiati" userId="709d5389-8a77-4b80-9e28-ef092c6eec21" providerId="ADAL" clId="{C2F63237-D1BE-56D8-9C5C-9BCFEE238A67}" dt="2026-10-07T09:03:53.555" v="1060" actId="478"/>
          <ac:picMkLst>
            <pc:docMk/>
            <pc:sldMk cId="4261530524" sldId="466"/>
            <ac:picMk id="41" creationId="{672407B9-C8A8-3C3C-23FA-831C10FC0686}"/>
          </ac:picMkLst>
        </pc:picChg>
        <pc:picChg chg="add mod modCrop">
          <ac:chgData name="Retno Adhiati" userId="709d5389-8a77-4b80-9e28-ef092c6eec21" providerId="ADAL" clId="{C2F63237-D1BE-56D8-9C5C-9BCFEE238A67}" dt="2026-10-07T09:02:59.128" v="1046" actId="1076"/>
          <ac:picMkLst>
            <pc:docMk/>
            <pc:sldMk cId="4261530524" sldId="466"/>
            <ac:picMk id="43" creationId="{9677A866-2012-3FA8-4A03-714A78CCFE47}"/>
          </ac:picMkLst>
        </pc:picChg>
        <pc:picChg chg="add mod">
          <ac:chgData name="Retno Adhiati" userId="709d5389-8a77-4b80-9e28-ef092c6eec21" providerId="ADAL" clId="{C2F63237-D1BE-56D8-9C5C-9BCFEE238A67}" dt="2026-10-07T09:04:33.063" v="1068" actId="1076"/>
          <ac:picMkLst>
            <pc:docMk/>
            <pc:sldMk cId="4261530524" sldId="466"/>
            <ac:picMk id="45" creationId="{6B1EFC1A-1A64-9DBC-52B7-88C1FFB3CF37}"/>
          </ac:picMkLst>
        </pc:picChg>
        <pc:picChg chg="add mod">
          <ac:chgData name="Retno Adhiati" userId="709d5389-8a77-4b80-9e28-ef092c6eec21" providerId="ADAL" clId="{C2F63237-D1BE-56D8-9C5C-9BCFEE238A67}" dt="2026-10-07T09:04:33.063" v="1068" actId="1076"/>
          <ac:picMkLst>
            <pc:docMk/>
            <pc:sldMk cId="4261530524" sldId="466"/>
            <ac:picMk id="47" creationId="{BF3250FF-B59E-52CB-4669-C616112D24F8}"/>
          </ac:picMkLst>
        </pc:picChg>
        <pc:picChg chg="add del mod">
          <ac:chgData name="Retno Adhiati" userId="709d5389-8a77-4b80-9e28-ef092c6eec21" providerId="ADAL" clId="{C2F63237-D1BE-56D8-9C5C-9BCFEE238A67}" dt="2026-10-07T08:49:11.615" v="904" actId="478"/>
          <ac:picMkLst>
            <pc:docMk/>
            <pc:sldMk cId="4261530524" sldId="466"/>
            <ac:picMk id="54" creationId="{5594E200-C3C4-F871-CB1E-C0393BC8944E}"/>
          </ac:picMkLst>
        </pc:picChg>
        <pc:picChg chg="add del mod">
          <ac:chgData name="Retno Adhiati" userId="709d5389-8a77-4b80-9e28-ef092c6eec21" providerId="ADAL" clId="{C2F63237-D1BE-56D8-9C5C-9BCFEE238A67}" dt="2026-10-07T08:49:11.615" v="904" actId="478"/>
          <ac:picMkLst>
            <pc:docMk/>
            <pc:sldMk cId="4261530524" sldId="466"/>
            <ac:picMk id="55" creationId="{8B1FD75F-748A-5FFE-60EA-C139255ED757}"/>
          </ac:picMkLst>
        </pc:picChg>
        <pc:picChg chg="add del mod modCrop">
          <ac:chgData name="Retno Adhiati" userId="709d5389-8a77-4b80-9e28-ef092c6eec21" providerId="ADAL" clId="{C2F63237-D1BE-56D8-9C5C-9BCFEE238A67}" dt="2026-10-07T09:02:52.270" v="1043" actId="478"/>
          <ac:picMkLst>
            <pc:docMk/>
            <pc:sldMk cId="4261530524" sldId="466"/>
            <ac:picMk id="57" creationId="{CE14519F-A001-EA7A-B9D9-095CFDEA98DE}"/>
          </ac:picMkLst>
        </pc:picChg>
        <pc:picChg chg="add mod">
          <ac:chgData name="Retno Adhiati" userId="709d5389-8a77-4b80-9e28-ef092c6eec21" providerId="ADAL" clId="{C2F63237-D1BE-56D8-9C5C-9BCFEE238A67}" dt="2026-10-07T09:04:33.063" v="1068" actId="1076"/>
          <ac:picMkLst>
            <pc:docMk/>
            <pc:sldMk cId="4261530524" sldId="466"/>
            <ac:picMk id="68" creationId="{4367558C-131D-CBAD-4C4A-B414E19BC1B4}"/>
          </ac:picMkLst>
        </pc:picChg>
        <pc:picChg chg="add del mod">
          <ac:chgData name="Retno Adhiati" userId="709d5389-8a77-4b80-9e28-ef092c6eec21" providerId="ADAL" clId="{C2F63237-D1BE-56D8-9C5C-9BCFEE238A67}" dt="2026-10-07T09:12:29.635" v="1349" actId="478"/>
          <ac:picMkLst>
            <pc:docMk/>
            <pc:sldMk cId="4261530524" sldId="466"/>
            <ac:picMk id="74" creationId="{BB73171C-081D-CE5E-185F-95320D63B7D8}"/>
          </ac:picMkLst>
        </pc:picChg>
        <pc:picChg chg="add mod">
          <ac:chgData name="Retno Adhiati" userId="709d5389-8a77-4b80-9e28-ef092c6eec21" providerId="ADAL" clId="{C2F63237-D1BE-56D8-9C5C-9BCFEE238A67}" dt="2026-10-07T09:12:53.757" v="1354" actId="1076"/>
          <ac:picMkLst>
            <pc:docMk/>
            <pc:sldMk cId="4261530524" sldId="466"/>
            <ac:picMk id="78" creationId="{A0DB4414-37ED-B27D-306B-6AB03E7F275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4022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56315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3F380-596E-F3AE-1C0C-554C9E2DE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884B93-1116-C80A-3730-4C3CD53984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73ACEB-4B00-CD89-8915-69AF325FE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BUMPER CARD REVEAL (placeholder).
CUE GM/MC: "Waktu pilih habis. Semua tim, buka kartu kalian sekarang!"
Kartu dibuka serentak. Card Master mencatat kartu tiap tim di log.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295A0-E963-7E01-AE2F-831825CEE3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6670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0D82B-4F99-A271-C727-2DEA41F67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54625C-E579-EC48-46DC-92CCC4D7AD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DEE3CA-89A7-F4CE-F1D0-3205887D5C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BUMPER CARD REVEAL (placeholder).
CUE GM/MC: "Waktu pilih habis. Semua tim, buka kartu kalian sekarang!"
Kartu dibuka serentak. Card Master mencatat kartu tiap tim di log.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7F77E-0441-2663-4DA1-61772DD662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60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D972C-9A9E-5A7D-626A-9645D8CB2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8D71FB-341E-C84C-6D54-9BBC086BD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0C8034-8812-AA7A-5E03-7C91539D67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BUMPER CARD REVEAL (placeholder).
CUE GM/MC: "Waktu pilih habis. Semua tim, buka kartu kalian sekarang!"
Kartu dibuka serentak. Card Master mencatat kartu tiap tim di log.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DB35F-3E8D-BFBC-D14A-F513C44E5E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868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822960" y="1828800"/>
            <a:ext cx="69494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60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822960" y="3840480"/>
            <a:ext cx="6400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marL="0" indent="0" algn="l">
              <a:buNone/>
            </a:pPr>
            <a:endParaRPr lang="en-US" sz="20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chemeClr val="bg2"/>
                </a:solidFill>
              </a:rPr>
              <a:t>Guard The Hearts • Transisi Antar Challenge • v0.1</a:t>
            </a:r>
            <a:endParaRPr lang="en-US" sz="90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65760"/>
            <a:ext cx="5943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b="1" dirty="0">
                <a:solidFill>
                  <a:schemeClr val="accent2"/>
                </a:solidFill>
              </a:defRPr>
            </a:lvl1pPr>
          </a:lstStyle>
          <a:p>
            <a:pPr marL="0" indent="0" algn="l">
              <a:buNone/>
            </a:pPr>
            <a:endParaRPr lang="en-US" sz="2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109728" cy="54864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chemeClr val="tx2"/>
                </a:solidFill>
              </a:rPr>
              <a:t>Guard The Hearts • Transisi Antar Challenge • v0.1</a:t>
            </a:r>
            <a:endParaRPr lang="en-US" sz="900"/>
          </a:p>
        </p:txBody>
      </p:sp>
      <p:sp>
        <p:nvSpPr>
          <p:cNvPr id="5" name="Text 3"/>
          <p:cNvSpPr>
            <a:spLocks noGrp="1"/>
          </p:cNvSpPr>
          <p:nvPr>
            <p:ph type="title" idx="103" hasCustomPrompt="1"/>
          </p:nvPr>
        </p:nvSpPr>
        <p:spPr>
          <a:xfrm>
            <a:off x="822960" y="411480"/>
            <a:ext cx="71323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chemeClr val="bg2"/>
                </a:solidFill>
              </a:rPr>
              <a:t>Guard The Hearts • Transisi Antar Challenge • v0.1</a:t>
            </a:r>
            <a:endParaRPr lang="en-US" sz="900"/>
          </a:p>
        </p:txBody>
      </p:sp>
      <p:sp>
        <p:nvSpPr>
          <p:cNvPr id="5" name="Text 3"/>
          <p:cNvSpPr>
            <a:spLocks noGrp="1"/>
          </p:cNvSpPr>
          <p:nvPr>
            <p:ph type="title" idx="103" hasCustomPrompt="1"/>
          </p:nvPr>
        </p:nvSpPr>
        <p:spPr>
          <a:xfrm>
            <a:off x="822960" y="2011680"/>
            <a:ext cx="65836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/>
          </a:p>
        </p:txBody>
      </p:sp>
      <p:sp>
        <p:nvSpPr>
          <p:cNvPr id="6" name="Text 3"/>
          <p:cNvSpPr>
            <a:spLocks noGrp="1"/>
          </p:cNvSpPr>
          <p:nvPr>
            <p:ph type="body" idx="104" hasCustomPrompt="1"/>
          </p:nvPr>
        </p:nvSpPr>
        <p:spPr>
          <a:xfrm>
            <a:off x="822960" y="3657600"/>
            <a:ext cx="62179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V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chemeClr val="bg2"/>
                </a:solidFill>
              </a:rPr>
              <a:t>Guard The Hearts • Transisi Antar Challenge • v0.1</a:t>
            </a:r>
            <a:endParaRPr lang="en-US" sz="900"/>
          </a:p>
        </p:txBody>
      </p:sp>
      <p:sp>
        <p:nvSpPr>
          <p:cNvPr id="5" name="Text 3"/>
          <p:cNvSpPr>
            <a:spLocks noGrp="1"/>
          </p:cNvSpPr>
          <p:nvPr>
            <p:ph type="title" idx="103" hasCustomPrompt="1"/>
          </p:nvPr>
        </p:nvSpPr>
        <p:spPr>
          <a:xfrm>
            <a:off x="548640" y="365760"/>
            <a:ext cx="5943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b="1" dirty="0">
                <a:solidFill>
                  <a:schemeClr val="accent3"/>
                </a:solidFill>
              </a:defRPr>
            </a:lvl1pPr>
          </a:lstStyle>
          <a:p>
            <a:pPr marL="0" indent="0" algn="l">
              <a:buNone/>
            </a:pPr>
            <a:endParaRPr lang="en-US" sz="2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MP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chemeClr val="bg2"/>
                </a:solidFill>
              </a:rPr>
              <a:t>Guard The Hearts • Transisi Antar Challenge • v0.1</a:t>
            </a:r>
            <a:endParaRPr lang="en-US" sz="90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822960" y="2103120"/>
            <a:ext cx="67665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20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822960" y="3794760"/>
            <a:ext cx="64008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marL="0" indent="0" algn="l">
              <a:buNone/>
            </a:pPr>
            <a:endParaRPr lang="en-US" sz="2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Slide_Dark_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0AEAE8-2C86-E383-BC78-713944AA892A}"/>
              </a:ext>
            </a:extLst>
          </p:cNvPr>
          <p:cNvSpPr/>
          <p:nvPr userDrawn="1"/>
        </p:nvSpPr>
        <p:spPr>
          <a:xfrm>
            <a:off x="0" y="6462000"/>
            <a:ext cx="12192000" cy="39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359BD0B-E7EB-7F60-630A-CAE41F129C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8034" y="6552000"/>
            <a:ext cx="2908097" cy="216000"/>
          </a:xfrm>
          <a:prstGeom prst="rect">
            <a:avLst/>
          </a:prstGeom>
        </p:spPr>
      </p:pic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0CCCD6DE-A9FF-93DE-C90E-903385F02C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5624" y="372477"/>
            <a:ext cx="5540376" cy="646331"/>
          </a:xfrm>
        </p:spPr>
        <p:txBody>
          <a:bodyPr lIns="0" rIns="0">
            <a:spAutoFit/>
          </a:bodyPr>
          <a:lstStyle>
            <a:lvl1pPr marL="0" indent="0">
              <a:buNone/>
              <a:tabLst/>
              <a:defRPr sz="4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1C4F522B-89A6-52E5-41AD-D260434AF17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829580" y="6488454"/>
            <a:ext cx="1044385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8F0B521F-4CFF-4201-A090-E8F7B59BF00E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6952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13.png"/><Relationship Id="rId5" Type="http://schemas.openxmlformats.org/officeDocument/2006/relationships/image" Target="../media/image24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5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1.png"/><Relationship Id="rId7" Type="http://schemas.openxmlformats.org/officeDocument/2006/relationships/image" Target="../media/image44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3.png"/><Relationship Id="rId5" Type="http://schemas.openxmlformats.org/officeDocument/2006/relationships/image" Target="../media/image29.png"/><Relationship Id="rId4" Type="http://schemas.openxmlformats.org/officeDocument/2006/relationships/image" Target="../media/image42.png"/><Relationship Id="rId9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1.png"/><Relationship Id="rId7" Type="http://schemas.openxmlformats.org/officeDocument/2006/relationships/image" Target="../media/image44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3.png"/><Relationship Id="rId5" Type="http://schemas.openxmlformats.org/officeDocument/2006/relationships/image" Target="../media/image29.png"/><Relationship Id="rId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ambar 3" descr="Sebuah gambar berisi Menari, kartun, festival&#10;&#10;Konten yang dihasilkan AI mungkin salah.">
            <a:extLst>
              <a:ext uri="{FF2B5EF4-FFF2-40B4-BE49-F238E27FC236}">
                <a16:creationId xmlns:a16="http://schemas.microsoft.com/office/drawing/2014/main" id="{23B0143C-01EF-2BBA-B14A-CDCF7FE1E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296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ambar 2">
            <a:extLst>
              <a:ext uri="{FF2B5EF4-FFF2-40B4-BE49-F238E27FC236}">
                <a16:creationId xmlns:a16="http://schemas.microsoft.com/office/drawing/2014/main" id="{9B715941-2167-E200-A6EF-1ECD7B3B36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83" y="2051"/>
            <a:ext cx="12178234" cy="685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934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Teks 1">
            <a:extLst>
              <a:ext uri="{FF2B5EF4-FFF2-40B4-BE49-F238E27FC236}">
                <a16:creationId xmlns:a16="http://schemas.microsoft.com/office/drawing/2014/main" id="{30D38FC9-B8B6-DAEA-55B1-DD7B56143A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5624" y="372477"/>
            <a:ext cx="5540376" cy="11521440"/>
          </a:xfrm>
        </p:spPr>
        <p:txBody>
          <a:bodyPr lIns="0" tIns="45720" rIns="0" bIns="45720" anchor="t">
            <a:spAutoFit/>
          </a:bodyPr>
          <a:lstStyle/>
          <a:p>
            <a:r>
              <a:rPr lang="id-ID">
                <a:cs typeface="Arial"/>
              </a:rPr>
              <a:t>Penjelasan GP itu apa dan starting point tim ada berapa GP</a:t>
            </a:r>
            <a:endParaRPr lang="id-ID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C7E5F9-6630-E9C8-0862-059A8A9C1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30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ambar 3" descr="Sebuah gambar berisi ungu, violet, Alam semesta, kembang api&#10;&#10;Konten yang dihasilkan AI mungkin salah.">
            <a:extLst>
              <a:ext uri="{FF2B5EF4-FFF2-40B4-BE49-F238E27FC236}">
                <a16:creationId xmlns:a16="http://schemas.microsoft.com/office/drawing/2014/main" id="{A137A3D8-3359-22A5-AE7C-D91DBEDAD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  <p:sp>
        <p:nvSpPr>
          <p:cNvPr id="2" name="Judul 1">
            <a:extLst>
              <a:ext uri="{FF2B5EF4-FFF2-40B4-BE49-F238E27FC236}">
                <a16:creationId xmlns:a16="http://schemas.microsoft.com/office/drawing/2014/main" id="{D07949DD-AADA-6928-2322-BDD45A509DDC}"/>
              </a:ext>
            </a:extLst>
          </p:cNvPr>
          <p:cNvSpPr>
            <a:spLocks noGrp="1"/>
          </p:cNvSpPr>
          <p:nvPr>
            <p:ph type="title" idx="102"/>
          </p:nvPr>
        </p:nvSpPr>
        <p:spPr>
          <a:xfrm>
            <a:off x="560832" y="5452815"/>
            <a:ext cx="6766560" cy="758032"/>
          </a:xfrm>
        </p:spPr>
        <p:txBody>
          <a:bodyPr wrap="square" lIns="91440" tIns="45720" rIns="91440" bIns="45720" rtlCol="0" anchor="t"/>
          <a:lstStyle/>
          <a:p>
            <a:r>
              <a:rPr lang="id-ID" sz="4800" err="1">
                <a:cs typeface="Arial"/>
              </a:rPr>
              <a:t>Gigarisk</a:t>
            </a:r>
            <a:r>
              <a:rPr lang="id-ID" sz="4800">
                <a:cs typeface="Arial"/>
              </a:rPr>
              <a:t> Muncul</a:t>
            </a:r>
            <a:endParaRPr lang="id-ID" sz="4800"/>
          </a:p>
        </p:txBody>
      </p:sp>
    </p:spTree>
    <p:extLst>
      <p:ext uri="{BB962C8B-B14F-4D97-AF65-F5344CB8AC3E}">
        <p14:creationId xmlns:p14="http://schemas.microsoft.com/office/powerpoint/2010/main" val="290117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A36B20-DD2F-63BC-8498-AD5A2AFD2C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5624" y="372477"/>
            <a:ext cx="5540376" cy="4206240"/>
          </a:xfrm>
        </p:spPr>
        <p:txBody>
          <a:bodyPr/>
          <a:lstStyle/>
          <a:p>
            <a:r>
              <a:rPr lang="en-US"/>
              <a:t>Page Home Challenge 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087D4E-54ED-9170-EF9F-B90073099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23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611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90C8BA10-3E86-2575-6542-93CD8BB30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8487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730CC4F-1495-5A38-ADBB-C2293E86AE4B}"/>
              </a:ext>
            </a:extLst>
          </p:cNvPr>
          <p:cNvSpPr/>
          <p:nvPr/>
        </p:nvSpPr>
        <p:spPr>
          <a:xfrm>
            <a:off x="1090670" y="2820317"/>
            <a:ext cx="2820318" cy="5535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err="1">
                <a:solidFill>
                  <a:schemeClr val="tx1"/>
                </a:solidFill>
              </a:rPr>
              <a:t>Dalam</a:t>
            </a:r>
            <a:r>
              <a:rPr lang="en-US" sz="1400">
                <a:solidFill>
                  <a:schemeClr val="tx1"/>
                </a:solidFill>
              </a:rPr>
              <a:t> x </a:t>
            </a:r>
            <a:r>
              <a:rPr lang="en-US" sz="1400" err="1">
                <a:solidFill>
                  <a:schemeClr val="tx1"/>
                </a:solidFill>
              </a:rPr>
              <a:t>detik</a:t>
            </a:r>
            <a:r>
              <a:rPr lang="en-US" sz="1400">
                <a:solidFill>
                  <a:schemeClr val="tx1"/>
                </a:solidFill>
              </a:rPr>
              <a:t> </a:t>
            </a:r>
            <a:r>
              <a:rPr lang="en-US" sz="1400" err="1">
                <a:solidFill>
                  <a:schemeClr val="tx1"/>
                </a:solidFill>
              </a:rPr>
              <a:t>seluruh</a:t>
            </a:r>
            <a:r>
              <a:rPr lang="en-US" sz="1400">
                <a:solidFill>
                  <a:schemeClr val="tx1"/>
                </a:solidFill>
              </a:rPr>
              <a:t> Grup </a:t>
            </a:r>
            <a:r>
              <a:rPr lang="en-US" sz="1400" err="1">
                <a:solidFill>
                  <a:schemeClr val="tx1"/>
                </a:solidFill>
              </a:rPr>
              <a:t>akan</a:t>
            </a:r>
            <a:r>
              <a:rPr lang="en-US" sz="1400">
                <a:solidFill>
                  <a:schemeClr val="tx1"/>
                </a:solidFill>
              </a:rPr>
              <a:t> </a:t>
            </a:r>
            <a:r>
              <a:rPr lang="en-US" sz="1400" err="1">
                <a:solidFill>
                  <a:schemeClr val="tx1"/>
                </a:solidFill>
              </a:rPr>
              <a:t>diberikan</a:t>
            </a:r>
            <a:r>
              <a:rPr lang="en-US" sz="1400">
                <a:solidFill>
                  <a:schemeClr val="tx1"/>
                </a:solidFill>
              </a:rPr>
              <a:t> </a:t>
            </a:r>
            <a:r>
              <a:rPr lang="en-US" sz="1400" err="1">
                <a:solidFill>
                  <a:schemeClr val="tx1"/>
                </a:solidFill>
              </a:rPr>
              <a:t>waktu</a:t>
            </a:r>
            <a:r>
              <a:rPr lang="en-US" sz="1400">
                <a:solidFill>
                  <a:schemeClr val="tx1"/>
                </a:solidFill>
              </a:rPr>
              <a:t> </a:t>
            </a:r>
            <a:r>
              <a:rPr lang="en-US" sz="1400" err="1">
                <a:solidFill>
                  <a:schemeClr val="tx1"/>
                </a:solidFill>
              </a:rPr>
              <a:t>untuk</a:t>
            </a:r>
            <a:r>
              <a:rPr lang="en-US" sz="1400">
                <a:solidFill>
                  <a:schemeClr val="tx1"/>
                </a:solidFill>
              </a:rPr>
              <a:t> </a:t>
            </a:r>
            <a:r>
              <a:rPr lang="en-US" sz="1400" err="1">
                <a:solidFill>
                  <a:schemeClr val="tx1"/>
                </a:solidFill>
              </a:rPr>
              <a:t>memecahkan</a:t>
            </a:r>
            <a:r>
              <a:rPr lang="en-US" sz="1400">
                <a:solidFill>
                  <a:schemeClr val="tx1"/>
                </a:solidFill>
              </a:rPr>
              <a:t> </a:t>
            </a:r>
            <a:r>
              <a:rPr lang="en-US" sz="1400" err="1">
                <a:solidFill>
                  <a:schemeClr val="tx1"/>
                </a:solidFill>
              </a:rPr>
              <a:t>soal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C4F662-20FF-B143-06FF-4A3D28ACB0E5}"/>
              </a:ext>
            </a:extLst>
          </p:cNvPr>
          <p:cNvSpPr/>
          <p:nvPr/>
        </p:nvSpPr>
        <p:spPr>
          <a:xfrm>
            <a:off x="8179393" y="2743199"/>
            <a:ext cx="3786332" cy="20381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chemeClr val="tx1"/>
                </a:solidFill>
              </a:rPr>
              <a:t>NO 3 TAKE OUTz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7E53F1-A9DF-11F1-99D5-B1847A903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851" y="2743199"/>
            <a:ext cx="3893885" cy="2038122"/>
          </a:xfrm>
          <a:prstGeom prst="rect">
            <a:avLst/>
          </a:prstGeom>
          <a:ln w="76200">
            <a:solidFill>
              <a:srgbClr val="FFFF0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77D155-8443-B09D-704F-740B0AF9D3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5508" y="2820317"/>
            <a:ext cx="732363" cy="6347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4EB687-7B74-4191-97DC-F98B7D6F02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06" y="0"/>
            <a:ext cx="121305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26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Teks 1">
            <a:extLst>
              <a:ext uri="{FF2B5EF4-FFF2-40B4-BE49-F238E27FC236}">
                <a16:creationId xmlns:a16="http://schemas.microsoft.com/office/drawing/2014/main" id="{023B65B4-39E9-69DE-06D4-562DE34F9F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5624" y="372477"/>
            <a:ext cx="5540376" cy="7863840"/>
          </a:xfrm>
        </p:spPr>
        <p:txBody>
          <a:bodyPr lIns="0" tIns="45720" rIns="0" bIns="45720" anchor="t">
            <a:spAutoFit/>
          </a:bodyPr>
          <a:lstStyle/>
          <a:p>
            <a:r>
              <a:rPr lang="id-ID" err="1">
                <a:cs typeface="Arial"/>
              </a:rPr>
              <a:t>Page</a:t>
            </a:r>
            <a:r>
              <a:rPr lang="id-ID">
                <a:cs typeface="Arial"/>
              </a:rPr>
              <a:t> </a:t>
            </a:r>
            <a:r>
              <a:rPr lang="id-ID" err="1">
                <a:cs typeface="Arial"/>
              </a:rPr>
              <a:t>scoreboard per</a:t>
            </a:r>
            <a:r>
              <a:rPr lang="id-ID">
                <a:cs typeface="Arial"/>
              </a:rPr>
              <a:t> challenge</a:t>
            </a:r>
            <a:endParaRPr lang="id-ID" err="1"/>
          </a:p>
        </p:txBody>
      </p:sp>
      <p:pic>
        <p:nvPicPr>
          <p:cNvPr id="4" name="Picture 3" descr="A video game screen shot&#10;&#10;AI-generated content may be incorrect.">
            <a:extLst>
              <a:ext uri="{FF2B5EF4-FFF2-40B4-BE49-F238E27FC236}">
                <a16:creationId xmlns:a16="http://schemas.microsoft.com/office/drawing/2014/main" id="{4CCE6B3A-8414-C923-D371-3FDC627ED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2131" y="-65254"/>
            <a:ext cx="12394131" cy="696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00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E7477AE-84F6-C2A5-0ADA-DDE0CCE99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Teks 1">
            <a:extLst>
              <a:ext uri="{FF2B5EF4-FFF2-40B4-BE49-F238E27FC236}">
                <a16:creationId xmlns:a16="http://schemas.microsoft.com/office/drawing/2014/main" id="{CDED1C5F-C385-9219-5098-A916144754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5624" y="372477"/>
            <a:ext cx="5540376" cy="7863840"/>
          </a:xfrm>
        </p:spPr>
        <p:txBody>
          <a:bodyPr lIns="0" tIns="45720" rIns="0" bIns="45720" anchor="t">
            <a:spAutoFit/>
          </a:bodyPr>
          <a:lstStyle/>
          <a:p>
            <a:r>
              <a:rPr lang="id-ID" err="1">
                <a:cs typeface="Arial"/>
              </a:rPr>
              <a:t>Page</a:t>
            </a:r>
            <a:r>
              <a:rPr lang="id-ID">
                <a:cs typeface="Arial"/>
              </a:rPr>
              <a:t> </a:t>
            </a:r>
            <a:r>
              <a:rPr lang="id-ID" err="1">
                <a:cs typeface="Arial"/>
              </a:rPr>
              <a:t>scoreboard per</a:t>
            </a:r>
            <a:r>
              <a:rPr lang="id-ID">
                <a:cs typeface="Arial"/>
              </a:rPr>
              <a:t> challenge</a:t>
            </a:r>
            <a:endParaRPr lang="id-ID" err="1"/>
          </a:p>
        </p:txBody>
      </p:sp>
      <p:pic>
        <p:nvPicPr>
          <p:cNvPr id="4" name="Picture 3" descr="A screen shot of a game&#10;&#10;AI-generated content may be incorrect.">
            <a:extLst>
              <a:ext uri="{FF2B5EF4-FFF2-40B4-BE49-F238E27FC236}">
                <a16:creationId xmlns:a16="http://schemas.microsoft.com/office/drawing/2014/main" id="{0CAD0B8D-1867-A958-D6D8-55EB06C5FB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39" y="0"/>
            <a:ext cx="12185521" cy="68579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C401DE-BB7C-C393-9010-AD0ED98EF94A}"/>
              </a:ext>
            </a:extLst>
          </p:cNvPr>
          <p:cNvSpPr txBox="1"/>
          <p:nvPr/>
        </p:nvSpPr>
        <p:spPr>
          <a:xfrm>
            <a:off x="12341226" y="1349087"/>
            <a:ext cx="2736734" cy="646331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chemeClr val="bg1"/>
                </a:solidFill>
                <a:cs typeface="Arial"/>
              </a:rPr>
              <a:t>APPS</a:t>
            </a:r>
            <a:endParaRPr lang="en-US" sz="360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A409FA-F18E-CAC3-1AF8-5E5380805EF6}"/>
              </a:ext>
            </a:extLst>
          </p:cNvPr>
          <p:cNvSpPr txBox="1"/>
          <p:nvPr/>
        </p:nvSpPr>
        <p:spPr>
          <a:xfrm>
            <a:off x="4857750" y="1672252"/>
            <a:ext cx="25622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chemeClr val="bg1"/>
                </a:solidFill>
              </a:rPr>
              <a:t>Image Decode</a:t>
            </a:r>
            <a:endParaRPr lang="en-ID" sz="2000" b="1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419761-B523-7761-B67A-CD5B4F75F5BA}"/>
              </a:ext>
            </a:extLst>
          </p:cNvPr>
          <p:cNvSpPr txBox="1"/>
          <p:nvPr/>
        </p:nvSpPr>
        <p:spPr>
          <a:xfrm>
            <a:off x="8964891" y="2044081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Point</a:t>
            </a:r>
            <a:endParaRPr lang="en-ID" sz="1600" b="1">
              <a:solidFill>
                <a:schemeClr val="bg1"/>
              </a:solidFill>
            </a:endParaRPr>
          </a:p>
        </p:txBody>
      </p:sp>
      <p:pic>
        <p:nvPicPr>
          <p:cNvPr id="5" name="victory">
            <a:hlinkClick r:id="" action="ppaction://media"/>
            <a:extLst>
              <a:ext uri="{FF2B5EF4-FFF2-40B4-BE49-F238E27FC236}">
                <a16:creationId xmlns:a16="http://schemas.microsoft.com/office/drawing/2014/main" id="{102B7BD7-D64B-33F2-07A8-C2CC5E0B0C1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341622" y="6106786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210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BB5D2-620F-85B6-46DB-121F5AE1E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ambar 2">
            <a:extLst>
              <a:ext uri="{FF2B5EF4-FFF2-40B4-BE49-F238E27FC236}">
                <a16:creationId xmlns:a16="http://schemas.microsoft.com/office/drawing/2014/main" id="{9A3D9686-F21C-8699-7084-098264B9B5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239" y="0"/>
            <a:ext cx="121855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907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1B708A5-4150-EC84-BE79-BD82DE4D3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332B93-F281-6D7E-CF4A-A8C2AFF4AD6D}"/>
              </a:ext>
            </a:extLst>
          </p:cNvPr>
          <p:cNvSpPr txBox="1"/>
          <p:nvPr/>
        </p:nvSpPr>
        <p:spPr>
          <a:xfrm>
            <a:off x="12341226" y="1349087"/>
            <a:ext cx="2736734" cy="646331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chemeClr val="bg1"/>
                </a:solidFill>
                <a:cs typeface="Arial"/>
              </a:rPr>
              <a:t>APPS</a:t>
            </a:r>
            <a:endParaRPr lang="en-US" sz="360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99C74D3-D409-41DB-DAB5-7B2D1CB88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397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6400D90-349C-5BE6-00A4-4FB48E53E8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3" name="Picture 2" descr="image(20261007-085231).png">
            <a:extLst>
              <a:ext uri="{FF2B5EF4-FFF2-40B4-BE49-F238E27FC236}">
                <a16:creationId xmlns:a16="http://schemas.microsoft.com/office/drawing/2014/main" id="{587321C7-56F9-8522-ADA4-F5FE2EB4D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55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466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958F5-5F3E-2212-C969-21E6E5090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ambar 3" descr="Sebuah gambar berisi langit, awan, outdoor, kasino&#10;&#10;Konten yang dihasilkan AI mungkin salah.">
            <a:extLst>
              <a:ext uri="{FF2B5EF4-FFF2-40B4-BE49-F238E27FC236}">
                <a16:creationId xmlns:a16="http://schemas.microsoft.com/office/drawing/2014/main" id="{0E5B120C-E985-6512-500A-4872EA252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358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B5228-0BCC-4B31-230B-1E57BE67453F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D45AC9-E828-8734-FD3C-516361A90106}"/>
              </a:ext>
            </a:extLst>
          </p:cNvPr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968EE3-B674-C850-7057-DE7B72955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F0EB1A8-0A88-DAEE-45C2-C09752B4327E}"/>
              </a:ext>
            </a:extLst>
          </p:cNvPr>
          <p:cNvSpPr/>
          <p:nvPr/>
        </p:nvSpPr>
        <p:spPr>
          <a:xfrm>
            <a:off x="5534025" y="1320165"/>
            <a:ext cx="1689735" cy="476250"/>
          </a:xfrm>
          <a:prstGeom prst="rect">
            <a:avLst/>
          </a:prstGeom>
          <a:solidFill>
            <a:srgbClr val="6E0A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0039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24F69-E84B-F32B-ABA2-ACC86E76E5E8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C77BC7-8FA2-FB84-AFEA-CAB3F196277F}"/>
              </a:ext>
            </a:extLst>
          </p:cNvPr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E71ADC-6E5E-81F6-9596-22463F9702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239" y="0"/>
            <a:ext cx="121855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437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E0C4D-DF18-A31F-04D5-DC80BC6B2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ambar 3" descr="Sebuah gambar berisi ungu, violet, Seni fraktal&#10;&#10;Konten yang dihasilkan AI mungkin salah.">
            <a:extLst>
              <a:ext uri="{FF2B5EF4-FFF2-40B4-BE49-F238E27FC236}">
                <a16:creationId xmlns:a16="http://schemas.microsoft.com/office/drawing/2014/main" id="{DCF3546F-A0F5-5DDA-1588-5D28EA60E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6" name="Judul 1">
            <a:extLst>
              <a:ext uri="{FF2B5EF4-FFF2-40B4-BE49-F238E27FC236}">
                <a16:creationId xmlns:a16="http://schemas.microsoft.com/office/drawing/2014/main" id="{01ACE5C3-96C1-A6F0-F20C-7A0B155D760A}"/>
              </a:ext>
            </a:extLst>
          </p:cNvPr>
          <p:cNvSpPr txBox="1">
            <a:spLocks/>
          </p:cNvSpPr>
          <p:nvPr/>
        </p:nvSpPr>
        <p:spPr>
          <a:xfrm>
            <a:off x="407324" y="5615744"/>
            <a:ext cx="6766560" cy="108721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5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sz="4800">
                <a:cs typeface="Arial"/>
              </a:rPr>
              <a:t>Gigarisk Attack (GP-2)</a:t>
            </a:r>
            <a:endParaRPr lang="id-ID" sz="4800"/>
          </a:p>
        </p:txBody>
      </p:sp>
    </p:spTree>
    <p:extLst>
      <p:ext uri="{BB962C8B-B14F-4D97-AF65-F5344CB8AC3E}">
        <p14:creationId xmlns:p14="http://schemas.microsoft.com/office/powerpoint/2010/main" val="3804865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3B18E-FF14-FDFD-B458-296EB3BA7E3C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37E88-0228-7501-93ED-6372116E6D50}"/>
              </a:ext>
            </a:extLst>
          </p:cNvPr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B933DA-D819-352C-DE89-38ED833FD4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83" y="2051"/>
            <a:ext cx="12178234" cy="685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540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CA78C-4CEA-2202-F300-AD2C0784C789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CCE30-9E9E-C1DB-8F25-44445431BFA4}"/>
              </a:ext>
            </a:extLst>
          </p:cNvPr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6C8D1D98-268A-3877-74BC-688B4181B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0E8E19-78FA-FB94-5363-DFF7DF793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4770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E09A8-6BEE-6EAB-910C-3065D7260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EC6B64-8257-E1BE-F91F-A7C9033B59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5624" y="372477"/>
            <a:ext cx="5540376" cy="4206240"/>
          </a:xfrm>
        </p:spPr>
        <p:txBody>
          <a:bodyPr/>
          <a:lstStyle/>
          <a:p>
            <a:r>
              <a:rPr lang="en-US"/>
              <a:t>Page Home Challenge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934C0D-D1EF-CEA7-E3BF-E43AC315A0CE}"/>
              </a:ext>
            </a:extLst>
          </p:cNvPr>
          <p:cNvSpPr txBox="1"/>
          <p:nvPr/>
        </p:nvSpPr>
        <p:spPr>
          <a:xfrm>
            <a:off x="555623" y="1246910"/>
            <a:ext cx="5914449" cy="1754326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chemeClr val="bg1"/>
                </a:solidFill>
                <a:cs typeface="Arial"/>
              </a:rPr>
              <a:t>BELUM ADA, REFER TO CHALLENGE 1 AJA VISUAL LAYOUTING NYA</a:t>
            </a:r>
            <a:endParaRPr lang="en-US" sz="3600" err="1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FC3768-B99C-12F2-61C8-AC096312B2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23446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4867F683-896F-0E31-A3F4-354652CACA2C}"/>
              </a:ext>
            </a:extLst>
          </p:cNvPr>
          <p:cNvSpPr txBox="1"/>
          <p:nvPr/>
        </p:nvSpPr>
        <p:spPr>
          <a:xfrm>
            <a:off x="444788" y="2161310"/>
            <a:ext cx="5540376" cy="3416320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chemeClr val="bg1"/>
                </a:solidFill>
                <a:cs typeface="Arial"/>
              </a:rPr>
              <a:t>JUDUL NYA JADI:</a:t>
            </a:r>
            <a:br>
              <a:rPr lang="en-US" sz="3600">
                <a:cs typeface="Arial"/>
              </a:rPr>
            </a:br>
            <a:r>
              <a:rPr lang="en-US" sz="3600" u="sng">
                <a:solidFill>
                  <a:schemeClr val="bg1"/>
                </a:solidFill>
                <a:cs typeface="Arial"/>
              </a:rPr>
              <a:t>Flipping-Connect</a:t>
            </a:r>
            <a:br>
              <a:rPr lang="en-US" sz="3600">
                <a:cs typeface="Arial"/>
              </a:rPr>
            </a:br>
            <a:br>
              <a:rPr lang="en-US" sz="3600">
                <a:cs typeface="Arial"/>
              </a:rPr>
            </a:br>
            <a:r>
              <a:rPr lang="en-US" sz="3600" b="1" err="1">
                <a:solidFill>
                  <a:schemeClr val="bg1"/>
                </a:solidFill>
                <a:cs typeface="Arial"/>
              </a:rPr>
              <a:t>Teknis main refer to slide 47</a:t>
            </a:r>
            <a:endParaRPr lang="en-US" sz="3600" b="1" err="1">
              <a:solidFill>
                <a:schemeClr val="bg1"/>
              </a:solidFill>
            </a:endParaRPr>
          </a:p>
          <a:p>
            <a:endParaRPr lang="en-US" sz="3600" err="1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B1B0F0-0705-C7BB-3888-25DCE20206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7003"/>
            <a:ext cx="12192000" cy="6803993"/>
          </a:xfrm>
          <a:prstGeom prst="rect">
            <a:avLst/>
          </a:prstGeom>
        </p:spPr>
      </p:pic>
      <p:pic>
        <p:nvPicPr>
          <p:cNvPr id="4" name="challenge">
            <a:hlinkClick r:id="" action="ppaction://media"/>
            <a:extLst>
              <a:ext uri="{FF2B5EF4-FFF2-40B4-BE49-F238E27FC236}">
                <a16:creationId xmlns:a16="http://schemas.microsoft.com/office/drawing/2014/main" id="{06985D65-EB8D-B4C4-1134-21230746094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90765" y="5876946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071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68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B8570-BC4C-A97E-37B7-028FEA5B3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86307A-9107-3FDE-E7A8-BC3EC725F2E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F0B521F-4CFF-4201-A090-E8F7B59BF00E}" type="slidenum">
              <a:rPr lang="id-ID" smtClean="0"/>
              <a:pPr/>
              <a:t>19</a:t>
            </a:fld>
            <a:endParaRPr lang="id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7CF59A-6418-5B96-3C1D-54D471301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32CEC3-0E1A-B4AB-15BD-56991524B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9096" y="-26082"/>
            <a:ext cx="12350181" cy="680759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AA3AE4F-EBF7-8DB4-9AD1-8E9AB5EF4AED}"/>
              </a:ext>
            </a:extLst>
          </p:cNvPr>
          <p:cNvSpPr/>
          <p:nvPr/>
        </p:nvSpPr>
        <p:spPr>
          <a:xfrm>
            <a:off x="624119" y="3134146"/>
            <a:ext cx="1808139" cy="56297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err="1">
                <a:solidFill>
                  <a:schemeClr val="tx1"/>
                </a:solidFill>
              </a:rPr>
              <a:t>Putar</a:t>
            </a:r>
            <a:r>
              <a:rPr lang="en-US" sz="1600" b="1">
                <a:solidFill>
                  <a:schemeClr val="tx1"/>
                </a:solidFill>
              </a:rPr>
              <a:t> dan </a:t>
            </a:r>
            <a:r>
              <a:rPr lang="en-US" sz="1600" b="1" err="1">
                <a:solidFill>
                  <a:schemeClr val="tx1"/>
                </a:solidFill>
              </a:rPr>
              <a:t>cocokkan</a:t>
            </a:r>
            <a:r>
              <a:rPr lang="en-US" sz="1600" b="1">
                <a:solidFill>
                  <a:schemeClr val="tx1"/>
                </a:solidFill>
              </a:rPr>
              <a:t> </a:t>
            </a:r>
            <a:r>
              <a:rPr lang="en-US" sz="1600" b="1" err="1">
                <a:solidFill>
                  <a:schemeClr val="tx1"/>
                </a:solidFill>
              </a:rPr>
              <a:t>kartu</a:t>
            </a: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7BA0F1-DE4A-D9D6-C43C-7B391EE9C45C}"/>
              </a:ext>
            </a:extLst>
          </p:cNvPr>
          <p:cNvSpPr/>
          <p:nvPr/>
        </p:nvSpPr>
        <p:spPr>
          <a:xfrm>
            <a:off x="2901557" y="4808036"/>
            <a:ext cx="1808140" cy="5477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Take out copy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EE07B6-3921-4F38-EAB9-F85C5D22F200}"/>
              </a:ext>
            </a:extLst>
          </p:cNvPr>
          <p:cNvSpPr/>
          <p:nvPr/>
        </p:nvSpPr>
        <p:spPr>
          <a:xfrm>
            <a:off x="3087358" y="3152581"/>
            <a:ext cx="1808140" cy="41300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err="1">
                <a:solidFill>
                  <a:schemeClr val="tx1"/>
                </a:solidFill>
              </a:rPr>
              <a:t>Dapatkan</a:t>
            </a:r>
            <a:r>
              <a:rPr lang="en-US" sz="1400" b="1">
                <a:solidFill>
                  <a:schemeClr val="tx1"/>
                </a:solidFill>
              </a:rPr>
              <a:t> </a:t>
            </a:r>
            <a:r>
              <a:rPr lang="en-US" sz="1400" b="1" err="1">
                <a:solidFill>
                  <a:schemeClr val="tx1"/>
                </a:solidFill>
              </a:rPr>
              <a:t>pertanyaan</a:t>
            </a:r>
            <a:endParaRPr lang="en-US" sz="1400" b="1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80F6C4D-273F-2A75-E444-BE0EBC655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521" y="3780728"/>
            <a:ext cx="1335668" cy="8219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3D80FE3-6817-0E76-7847-A5E51F2DFE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39" y="4339478"/>
            <a:ext cx="1758969" cy="101629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EC5B5D6-0616-F55A-4A95-E2B01A5721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1557" y="3633244"/>
            <a:ext cx="1828800" cy="1143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5D42E9F-2327-8ADF-36C8-F08E6DBF5C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87869" y="3202402"/>
            <a:ext cx="1967331" cy="2153369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D9903DF-17C3-4BB5-2827-D6D5325C3A42}"/>
              </a:ext>
            </a:extLst>
          </p:cNvPr>
          <p:cNvSpPr/>
          <p:nvPr/>
        </p:nvSpPr>
        <p:spPr>
          <a:xfrm>
            <a:off x="10179526" y="3256513"/>
            <a:ext cx="1808140" cy="216592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NO 5 TAKE OUT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BD97675-6637-5BC2-F1AD-123C29EB07FF}"/>
              </a:ext>
            </a:extLst>
          </p:cNvPr>
          <p:cNvSpPr/>
          <p:nvPr/>
        </p:nvSpPr>
        <p:spPr>
          <a:xfrm>
            <a:off x="5358326" y="4808036"/>
            <a:ext cx="1808140" cy="5477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Take out copy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405AF6A-103A-A3C5-4174-F1530E0710C7}"/>
              </a:ext>
            </a:extLst>
          </p:cNvPr>
          <p:cNvSpPr/>
          <p:nvPr/>
        </p:nvSpPr>
        <p:spPr>
          <a:xfrm>
            <a:off x="7887869" y="4776244"/>
            <a:ext cx="1808140" cy="5477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Take out copy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C86D761-5E67-4135-44E3-E5266A73B92B}"/>
              </a:ext>
            </a:extLst>
          </p:cNvPr>
          <p:cNvSpPr/>
          <p:nvPr/>
        </p:nvSpPr>
        <p:spPr>
          <a:xfrm>
            <a:off x="372736" y="5050110"/>
            <a:ext cx="2456769" cy="8083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Take out copy </a:t>
            </a:r>
            <a:r>
              <a:rPr lang="en-US" err="1">
                <a:solidFill>
                  <a:sysClr val="windowText" lastClr="000000"/>
                </a:solidFill>
              </a:rPr>
              <a:t>bawah</a:t>
            </a:r>
            <a:r>
              <a:rPr lang="en-US">
                <a:solidFill>
                  <a:sysClr val="windowText" lastClr="000000"/>
                </a:solidFill>
              </a:rPr>
              <a:t> </a:t>
            </a:r>
            <a:r>
              <a:rPr lang="en-US" err="1">
                <a:solidFill>
                  <a:sysClr val="windowText" lastClr="000000"/>
                </a:solidFill>
              </a:rPr>
              <a:t>poin</a:t>
            </a:r>
            <a:r>
              <a:rPr lang="en-US">
                <a:solidFill>
                  <a:sysClr val="windowText" lastClr="000000"/>
                </a:solidFill>
              </a:rPr>
              <a:t> no 1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D4D9B8F-A5A0-3067-DFDB-0AF8FDB694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32197" y="-102574"/>
            <a:ext cx="12192000" cy="6731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7112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ECB1F-42B4-8B29-689A-E5BEEDBCE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Teks 1">
            <a:extLst>
              <a:ext uri="{FF2B5EF4-FFF2-40B4-BE49-F238E27FC236}">
                <a16:creationId xmlns:a16="http://schemas.microsoft.com/office/drawing/2014/main" id="{0BF7DBC9-E8F6-70ED-BA4A-30037AA6D8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5624" y="372477"/>
            <a:ext cx="5540376" cy="7863840"/>
          </a:xfrm>
        </p:spPr>
        <p:txBody>
          <a:bodyPr lIns="0" tIns="45720" rIns="0" bIns="45720" anchor="t">
            <a:spAutoFit/>
          </a:bodyPr>
          <a:lstStyle/>
          <a:p>
            <a:r>
              <a:rPr lang="id-ID" err="1">
                <a:cs typeface="Arial"/>
              </a:rPr>
              <a:t>Page</a:t>
            </a:r>
            <a:r>
              <a:rPr lang="id-ID">
                <a:cs typeface="Arial"/>
              </a:rPr>
              <a:t> </a:t>
            </a:r>
            <a:r>
              <a:rPr lang="id-ID" err="1">
                <a:cs typeface="Arial"/>
              </a:rPr>
              <a:t>scoreboard per</a:t>
            </a:r>
            <a:r>
              <a:rPr lang="id-ID">
                <a:cs typeface="Arial"/>
              </a:rPr>
              <a:t> challenge</a:t>
            </a:r>
            <a:endParaRPr lang="id-ID" err="1"/>
          </a:p>
        </p:txBody>
      </p:sp>
      <p:pic>
        <p:nvPicPr>
          <p:cNvPr id="4" name="Picture 3" descr="A video game screen shot&#10;&#10;AI-generated content may be incorrect.">
            <a:extLst>
              <a:ext uri="{FF2B5EF4-FFF2-40B4-BE49-F238E27FC236}">
                <a16:creationId xmlns:a16="http://schemas.microsoft.com/office/drawing/2014/main" id="{D3A5E068-2F7D-A025-D1BA-8FCF2E620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5254"/>
            <a:ext cx="12192000" cy="68543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5CE071-1959-1190-CFED-E5C85C415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9985" y="-49657"/>
            <a:ext cx="12361985" cy="695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453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F89F6C-F7B3-B227-7285-90B00FA802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5624" y="372477"/>
            <a:ext cx="5540376" cy="7863840"/>
          </a:xfrm>
        </p:spPr>
        <p:txBody>
          <a:bodyPr/>
          <a:lstStyle/>
          <a:p>
            <a:r>
              <a:rPr lang="en-US"/>
              <a:t>Backdrop Scoreboard challenge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4BBFDC-3850-5693-222F-3E7F40961667}"/>
              </a:ext>
            </a:extLst>
          </p:cNvPr>
          <p:cNvSpPr txBox="1"/>
          <p:nvPr/>
        </p:nvSpPr>
        <p:spPr>
          <a:xfrm>
            <a:off x="368587" y="1967346"/>
            <a:ext cx="5914449" cy="1754326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chemeClr val="bg1"/>
                </a:solidFill>
                <a:cs typeface="Arial"/>
              </a:rPr>
              <a:t>BELUM ADA, REFER TO CHALLENGE 1 AJA VISUAL LAYOUTING NYA</a:t>
            </a:r>
            <a:endParaRPr lang="en-US" sz="3600" err="1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182D7A-738F-9855-F8B0-2EF76B42E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A9D523-2A94-3953-BC88-65C7B7312C0E}"/>
              </a:ext>
            </a:extLst>
          </p:cNvPr>
          <p:cNvSpPr txBox="1"/>
          <p:nvPr/>
        </p:nvSpPr>
        <p:spPr>
          <a:xfrm>
            <a:off x="555623" y="1386300"/>
            <a:ext cx="5914449" cy="646331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chemeClr val="bg1"/>
                </a:solidFill>
                <a:cs typeface="Arial"/>
              </a:rPr>
              <a:t>APPS</a:t>
            </a:r>
            <a:endParaRPr lang="en-US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787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F7DEB-9B0B-6364-7CFE-5B387A0E0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ambar 2" descr="Sebuah gambar berisi kartun, langit&#10;&#10;Konten yang dihasilkan AI mungkin salah.">
            <a:extLst>
              <a:ext uri="{FF2B5EF4-FFF2-40B4-BE49-F238E27FC236}">
                <a16:creationId xmlns:a16="http://schemas.microsoft.com/office/drawing/2014/main" id="{B5861858-CC2C-3782-CE34-3968D12C9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6B23BF-A0E0-0E0B-1D26-D3E07E2AC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7" y="0"/>
            <a:ext cx="1215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665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5D16E48-E8BD-4638-E036-07E8224CB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30CBB51B-D59B-D31A-DB5E-892FF8EDA2FC}"/>
              </a:ext>
            </a:extLst>
          </p:cNvPr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rPr lang="en-US"/>
              <a:t>Page Claim Reward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B80C3DB-B524-CF81-5689-C82CB0063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73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4071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A943D-9C1C-F04C-6F3F-D09B0E8BF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ambar 3" descr="Sebuah gambar berisi langit, awan, outdoor, kasino&#10;&#10;Konten yang dihasilkan AI mungkin salah.">
            <a:extLst>
              <a:ext uri="{FF2B5EF4-FFF2-40B4-BE49-F238E27FC236}">
                <a16:creationId xmlns:a16="http://schemas.microsoft.com/office/drawing/2014/main" id="{CCE6359F-4664-21DF-2E83-C9EBD6DDD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97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386A7E1-B64D-73D1-E3B2-EE3ECFDA3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ambar 3" descr="Sebuah gambar berisi teks, cuplikan layar, Warna-warni&#10;&#10;Konten yang dihasilkan AI mungkin salah.">
            <a:extLst>
              <a:ext uri="{FF2B5EF4-FFF2-40B4-BE49-F238E27FC236}">
                <a16:creationId xmlns:a16="http://schemas.microsoft.com/office/drawing/2014/main" id="{8DDD4AA1-498F-A965-DA1E-86CC5E919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75" y="1155383"/>
            <a:ext cx="6800850" cy="5705475"/>
          </a:xfrm>
          <a:prstGeom prst="rect">
            <a:avLst/>
          </a:prstGeom>
        </p:spPr>
      </p:pic>
      <p:sp>
        <p:nvSpPr>
          <p:cNvPr id="6" name="Persegi Panjang 5">
            <a:extLst>
              <a:ext uri="{FF2B5EF4-FFF2-40B4-BE49-F238E27FC236}">
                <a16:creationId xmlns:a16="http://schemas.microsoft.com/office/drawing/2014/main" id="{86D1CAA6-7E35-EF27-AEE4-7BA191559F67}"/>
              </a:ext>
            </a:extLst>
          </p:cNvPr>
          <p:cNvSpPr/>
          <p:nvPr/>
        </p:nvSpPr>
        <p:spPr>
          <a:xfrm>
            <a:off x="2695076" y="-2232"/>
            <a:ext cx="6810899" cy="11385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d-ID" err="1">
                <a:cs typeface="Arial"/>
              </a:rPr>
              <a:t>Timer</a:t>
            </a:r>
            <a:endParaRPr lang="id-ID" err="1"/>
          </a:p>
        </p:txBody>
      </p:sp>
      <p:sp>
        <p:nvSpPr>
          <p:cNvPr id="7" name="Persegi Panjang 6">
            <a:extLst>
              <a:ext uri="{FF2B5EF4-FFF2-40B4-BE49-F238E27FC236}">
                <a16:creationId xmlns:a16="http://schemas.microsoft.com/office/drawing/2014/main" id="{90D79871-1AA0-DF68-BF51-77541DE09E01}"/>
              </a:ext>
            </a:extLst>
          </p:cNvPr>
          <p:cNvSpPr/>
          <p:nvPr/>
        </p:nvSpPr>
        <p:spPr>
          <a:xfrm>
            <a:off x="1232036" y="1156007"/>
            <a:ext cx="1233059" cy="276413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d-ID" err="1">
                <a:cs typeface="Arial"/>
              </a:rPr>
              <a:t>Split</a:t>
            </a:r>
            <a:r>
              <a:rPr lang="id-ID">
                <a:cs typeface="Arial"/>
              </a:rPr>
              <a:t> </a:t>
            </a:r>
            <a:r>
              <a:rPr lang="id-ID" err="1">
                <a:cs typeface="Arial"/>
              </a:rPr>
              <a:t>Screen</a:t>
            </a:r>
            <a:endParaRPr lang="id-ID" err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99E314-F715-38E6-A58D-9B5864F2B300}"/>
              </a:ext>
            </a:extLst>
          </p:cNvPr>
          <p:cNvSpPr txBox="1"/>
          <p:nvPr/>
        </p:nvSpPr>
        <p:spPr>
          <a:xfrm>
            <a:off x="555623" y="1246910"/>
            <a:ext cx="5914449" cy="646331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chemeClr val="bg1"/>
                </a:solidFill>
                <a:cs typeface="Arial"/>
              </a:rPr>
              <a:t>APPS</a:t>
            </a:r>
            <a:endParaRPr lang="en-US" sz="360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56759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3BC242D-123D-D3C6-A66A-ACDD15A43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0635-2D5E-00BD-0EB4-424B668C9332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lang="en-US"/>
              <a:t>GM Milih kartu pemain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8432CA-BF41-EB9C-B6DC-10ED41F28119}"/>
              </a:ext>
            </a:extLst>
          </p:cNvPr>
          <p:cNvSpPr txBox="1"/>
          <p:nvPr/>
        </p:nvSpPr>
        <p:spPr>
          <a:xfrm>
            <a:off x="555623" y="1246910"/>
            <a:ext cx="5914449" cy="646331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chemeClr val="bg1"/>
                </a:solidFill>
                <a:cs typeface="Arial"/>
              </a:rPr>
              <a:t>APPS</a:t>
            </a:r>
            <a:endParaRPr lang="en-US" sz="360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05962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06A42-E314-59DE-7E2A-D01F34011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ambar 3" descr="Sebuah gambar berisi ungu, violet, Seni fraktal&#10;&#10;Konten yang dihasilkan AI mungkin salah.">
            <a:extLst>
              <a:ext uri="{FF2B5EF4-FFF2-40B4-BE49-F238E27FC236}">
                <a16:creationId xmlns:a16="http://schemas.microsoft.com/office/drawing/2014/main" id="{46FB1F5F-BD76-E984-CBA6-4F22ED19D8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6" name="Judul 1">
            <a:extLst>
              <a:ext uri="{FF2B5EF4-FFF2-40B4-BE49-F238E27FC236}">
                <a16:creationId xmlns:a16="http://schemas.microsoft.com/office/drawing/2014/main" id="{58665B8E-52B9-DF37-6302-77B59D8AE29D}"/>
              </a:ext>
            </a:extLst>
          </p:cNvPr>
          <p:cNvSpPr txBox="1">
            <a:spLocks/>
          </p:cNvSpPr>
          <p:nvPr/>
        </p:nvSpPr>
        <p:spPr>
          <a:xfrm>
            <a:off x="407324" y="5615744"/>
            <a:ext cx="6766560" cy="108721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5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sz="4800">
                <a:cs typeface="Arial"/>
              </a:rPr>
              <a:t>Gigarisk Attack (GP-2)</a:t>
            </a:r>
            <a:endParaRPr lang="id-ID" sz="4800"/>
          </a:p>
        </p:txBody>
      </p:sp>
      <p:pic>
        <p:nvPicPr>
          <p:cNvPr id="2" name="gigarisk">
            <a:hlinkClick r:id="" action="ppaction://media"/>
            <a:extLst>
              <a:ext uri="{FF2B5EF4-FFF2-40B4-BE49-F238E27FC236}">
                <a16:creationId xmlns:a16="http://schemas.microsoft.com/office/drawing/2014/main" id="{C0AE0DFF-8A00-65AB-FA29-FF873F41823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373063" y="6159244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607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351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36A0286-FE6C-4E60-86C4-0F4657B01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ipe tahap">
            <a:extLst>
              <a:ext uri="{FF2B5EF4-FFF2-40B4-BE49-F238E27FC236}">
                <a16:creationId xmlns:a16="http://schemas.microsoft.com/office/drawing/2014/main" id="{178582E7-2C5E-BA1C-A2C0-60D344557D9D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223DD5ED-1C71-821C-8635-2CEAAF2CDA13}"/>
              </a:ext>
            </a:extLst>
          </p:cNvPr>
          <p:cNvSpPr>
            <a:spLocks noGrp="1"/>
          </p:cNvSpPr>
          <p:nvPr>
            <p:ph type="title" idx="102" hasCustomPrompt="1"/>
          </p:nvPr>
        </p:nvSpPr>
        <p:spPr>
          <a:xfrm>
            <a:off x="822960" y="210312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/>
              <a:t>PAGE CARD</a:t>
            </a:r>
            <a:r>
              <a:rPr lang="en-US" sz="5200" b="1"/>
              <a:t> REVEAL</a:t>
            </a:r>
            <a:endParaRPr lang="en-US" sz="52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76805346-15DE-405E-D2B3-EE73100E1E7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  <p:sp>
        <p:nvSpPr>
          <p:cNvPr id="18" name="Tampungan Teks 17">
            <a:extLst>
              <a:ext uri="{FF2B5EF4-FFF2-40B4-BE49-F238E27FC236}">
                <a16:creationId xmlns:a16="http://schemas.microsoft.com/office/drawing/2014/main" id="{F61B5174-C22C-C21F-624E-D9E59EE3CA3A}"/>
              </a:ext>
            </a:extLst>
          </p:cNvPr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12B07A-EF59-7F16-59B6-5C15B5515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C454F6-C3CE-AE4E-1687-DEAFCEA52C92}"/>
              </a:ext>
            </a:extLst>
          </p:cNvPr>
          <p:cNvSpPr txBox="1"/>
          <p:nvPr/>
        </p:nvSpPr>
        <p:spPr>
          <a:xfrm>
            <a:off x="555623" y="1246910"/>
            <a:ext cx="5914449" cy="646331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chemeClr val="bg1"/>
                </a:solidFill>
                <a:cs typeface="Arial"/>
              </a:rPr>
              <a:t>APPS</a:t>
            </a:r>
            <a:endParaRPr lang="en-US" sz="360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28402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7502949-8450-3FA5-8ED1-07B3BC4E7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2DBF171C-1688-4FF1-BFCF-2E2037C02F6F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 wrap="square" lIns="91440" tIns="45720" rIns="91440" bIns="45720" rtlCol="0" anchor="t"/>
          <a:lstStyle/>
          <a:p>
            <a:r>
              <a:rPr lang="id-ID">
                <a:cs typeface="Arial"/>
              </a:rPr>
              <a:t>UPDATE LEADERBOARD -1</a:t>
            </a:r>
            <a:endParaRPr lang="id-ID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F46CC4C9-B293-8626-337F-A04EB34EBA34}"/>
              </a:ext>
            </a:extLst>
          </p:cNvPr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DB217A-B0C5-827F-8B1D-1A61CA64B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10C64E2-2A06-233E-F5F8-089742DD9F6A}"/>
              </a:ext>
            </a:extLst>
          </p:cNvPr>
          <p:cNvSpPr txBox="1"/>
          <p:nvPr/>
        </p:nvSpPr>
        <p:spPr>
          <a:xfrm>
            <a:off x="555623" y="1246910"/>
            <a:ext cx="5914449" cy="646331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chemeClr val="bg1"/>
                </a:solidFill>
                <a:cs typeface="Arial"/>
              </a:rPr>
              <a:t>APPS</a:t>
            </a:r>
            <a:endParaRPr lang="en-US" sz="360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49959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9BBAA-5322-C3A9-E89E-937FBB990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>
            <a:extLst>
              <a:ext uri="{FF2B5EF4-FFF2-40B4-BE49-F238E27FC236}">
                <a16:creationId xmlns:a16="http://schemas.microsoft.com/office/drawing/2014/main" id="{4367558C-131D-CBAD-4C4A-B414E19BC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830" y="3099953"/>
            <a:ext cx="1789918" cy="169287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6B1EFC1A-1A64-9DBC-52B7-88C1FFB3C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134" y="3146915"/>
            <a:ext cx="2212905" cy="172548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E726B5A-2FB5-65F3-8BD4-76C773143690}"/>
              </a:ext>
            </a:extLst>
          </p:cNvPr>
          <p:cNvSpPr/>
          <p:nvPr/>
        </p:nvSpPr>
        <p:spPr>
          <a:xfrm>
            <a:off x="1223214" y="3182670"/>
            <a:ext cx="2212684" cy="15564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err="1">
                <a:solidFill>
                  <a:schemeClr val="tx1"/>
                </a:solidFill>
              </a:rPr>
              <a:t>Tantangan</a:t>
            </a:r>
            <a:r>
              <a:rPr lang="en-US">
                <a:solidFill>
                  <a:schemeClr val="tx1"/>
                </a:solidFill>
              </a:rPr>
              <a:t> Soal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E7AF533-3B73-520D-E46C-F840438FACA0}"/>
              </a:ext>
            </a:extLst>
          </p:cNvPr>
          <p:cNvSpPr/>
          <p:nvPr/>
        </p:nvSpPr>
        <p:spPr>
          <a:xfrm>
            <a:off x="868101" y="2945973"/>
            <a:ext cx="593434" cy="5934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BD68EE-8B02-F356-EECC-BC7927271B90}"/>
              </a:ext>
            </a:extLst>
          </p:cNvPr>
          <p:cNvSpPr/>
          <p:nvPr/>
        </p:nvSpPr>
        <p:spPr>
          <a:xfrm>
            <a:off x="9030473" y="2975305"/>
            <a:ext cx="2169165" cy="36370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>
                <a:solidFill>
                  <a:schemeClr val="tx1"/>
                </a:solidFill>
              </a:rPr>
              <a:t>Tergigit</a:t>
            </a:r>
            <a:r>
              <a:rPr lang="en-US">
                <a:solidFill>
                  <a:schemeClr val="tx1"/>
                </a:solidFill>
              </a:rPr>
              <a:t> = Gugur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9B7E30-543D-7D4F-4372-5765DC28268D}"/>
              </a:ext>
            </a:extLst>
          </p:cNvPr>
          <p:cNvSpPr txBox="1"/>
          <p:nvPr/>
        </p:nvSpPr>
        <p:spPr>
          <a:xfrm>
            <a:off x="12674586" y="-1463858"/>
            <a:ext cx="5914449" cy="4524315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chemeClr val="bg1"/>
                </a:solidFill>
                <a:cs typeface="Arial"/>
              </a:rPr>
              <a:t>BELUM ADA, REFER TO CHALLENGE 1 AJA VISUAL LAYOUTING NYA</a:t>
            </a:r>
            <a:br>
              <a:rPr lang="en-US" sz="3600">
                <a:solidFill>
                  <a:schemeClr val="bg1"/>
                </a:solidFill>
                <a:cs typeface="Arial"/>
              </a:rPr>
            </a:br>
            <a:br>
              <a:rPr lang="en-US" sz="3600">
                <a:solidFill>
                  <a:schemeClr val="bg1"/>
                </a:solidFill>
                <a:cs typeface="Arial"/>
              </a:rPr>
            </a:br>
            <a:r>
              <a:rPr lang="en-US" sz="3600">
                <a:solidFill>
                  <a:schemeClr val="bg1"/>
                </a:solidFill>
                <a:cs typeface="Arial"/>
              </a:rPr>
              <a:t>JUDUL SAMAIN AJA DULU</a:t>
            </a:r>
          </a:p>
          <a:p>
            <a:endParaRPr lang="en-US" sz="3600">
              <a:solidFill>
                <a:schemeClr val="bg1"/>
              </a:solidFill>
              <a:cs typeface="Arial"/>
            </a:endParaRPr>
          </a:p>
          <a:p>
            <a:r>
              <a:rPr lang="en-US" sz="3600" b="1">
                <a:solidFill>
                  <a:schemeClr val="bg1"/>
                </a:solidFill>
                <a:cs typeface="Arial"/>
              </a:rPr>
              <a:t>Teknis main refer to slide 48</a:t>
            </a:r>
            <a:endParaRPr lang="en-US" sz="3600" b="1">
              <a:solidFill>
                <a:schemeClr val="bg1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F09D98B-0576-2F21-92AB-226B2D3842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827" y="5029524"/>
            <a:ext cx="11100345" cy="1650932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7DF60FE-CC07-781F-94CF-40DC638571E0}"/>
              </a:ext>
            </a:extLst>
          </p:cNvPr>
          <p:cNvSpPr/>
          <p:nvPr/>
        </p:nvSpPr>
        <p:spPr>
          <a:xfrm>
            <a:off x="16144943" y="3213198"/>
            <a:ext cx="3973049" cy="17817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Grup yang </a:t>
            </a:r>
            <a:r>
              <a:rPr lang="en-US" err="1">
                <a:solidFill>
                  <a:schemeClr val="bg1"/>
                </a:solidFill>
              </a:rPr>
              <a:t>berhasil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menjawab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pertanyaan</a:t>
            </a:r>
            <a:r>
              <a:rPr lang="en-US">
                <a:solidFill>
                  <a:schemeClr val="bg1"/>
                </a:solidFill>
              </a:rPr>
              <a:t> punya </a:t>
            </a:r>
            <a:r>
              <a:rPr lang="en-US" err="1">
                <a:solidFill>
                  <a:schemeClr val="bg1"/>
                </a:solidFill>
              </a:rPr>
              <a:t>kesempatan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menekan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gigi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buaya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sebanyak</a:t>
            </a:r>
            <a:r>
              <a:rPr lang="en-US">
                <a:solidFill>
                  <a:schemeClr val="bg1"/>
                </a:solidFill>
              </a:rPr>
              <a:t> 1x (NORMAL) </a:t>
            </a:r>
            <a:r>
              <a:rPr lang="en-US" err="1">
                <a:solidFill>
                  <a:schemeClr val="bg1"/>
                </a:solidFill>
              </a:rPr>
              <a:t>atau</a:t>
            </a:r>
            <a:r>
              <a:rPr lang="en-US">
                <a:solidFill>
                  <a:schemeClr val="bg1"/>
                </a:solidFill>
              </a:rPr>
              <a:t> 2x (DOUBLE) </a:t>
            </a:r>
            <a:r>
              <a:rPr lang="en-US" err="1">
                <a:solidFill>
                  <a:schemeClr val="bg1"/>
                </a:solidFill>
              </a:rPr>
              <a:t>atau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melempar</a:t>
            </a:r>
            <a:r>
              <a:rPr lang="en-US">
                <a:solidFill>
                  <a:schemeClr val="bg1"/>
                </a:solidFill>
              </a:rPr>
              <a:t> salah </a:t>
            </a:r>
            <a:r>
              <a:rPr lang="en-US" err="1">
                <a:solidFill>
                  <a:schemeClr val="bg1"/>
                </a:solidFill>
              </a:rPr>
              <a:t>satu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maupun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keduanya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ke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grup</a:t>
            </a:r>
            <a:r>
              <a:rPr lang="en-US">
                <a:solidFill>
                  <a:schemeClr val="bg1"/>
                </a:solidFill>
              </a:rPr>
              <a:t> lain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CC12FFC-8CF6-0A54-552E-54C09BFE1001}"/>
              </a:ext>
            </a:extLst>
          </p:cNvPr>
          <p:cNvSpPr/>
          <p:nvPr/>
        </p:nvSpPr>
        <p:spPr>
          <a:xfrm>
            <a:off x="20251388" y="3201803"/>
            <a:ext cx="2169165" cy="12238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Grup yang </a:t>
            </a:r>
            <a:r>
              <a:rPr lang="en-US" err="1">
                <a:solidFill>
                  <a:schemeClr val="bg1"/>
                </a:solidFill>
              </a:rPr>
              <a:t>tergigit</a:t>
            </a:r>
            <a:r>
              <a:rPr lang="en-US">
                <a:solidFill>
                  <a:schemeClr val="bg1"/>
                </a:solidFill>
              </a:rPr>
              <a:t> oleh </a:t>
            </a:r>
            <a:r>
              <a:rPr lang="en-US" err="1">
                <a:solidFill>
                  <a:schemeClr val="bg1"/>
                </a:solidFill>
              </a:rPr>
              <a:t>buaya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akan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otomatis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gugur</a:t>
            </a:r>
            <a:r>
              <a:rPr lang="en-US">
                <a:solidFill>
                  <a:schemeClr val="bg1"/>
                </a:solidFill>
              </a:rPr>
              <a:t> pada challenge </a:t>
            </a:r>
            <a:r>
              <a:rPr lang="en-US" err="1">
                <a:solidFill>
                  <a:schemeClr val="bg1"/>
                </a:solidFill>
              </a:rPr>
              <a:t>ini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2B2A82F-66B1-6207-9AD5-4723DC75E12E}"/>
              </a:ext>
            </a:extLst>
          </p:cNvPr>
          <p:cNvSpPr/>
          <p:nvPr/>
        </p:nvSpPr>
        <p:spPr>
          <a:xfrm>
            <a:off x="8610634" y="2875438"/>
            <a:ext cx="593434" cy="5934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4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C923230-9962-11B5-C408-54FB324991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3562" y="3557911"/>
            <a:ext cx="1828800" cy="114300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14FC98D1-2642-BE9B-AA2E-7637D104741D}"/>
              </a:ext>
            </a:extLst>
          </p:cNvPr>
          <p:cNvSpPr/>
          <p:nvPr/>
        </p:nvSpPr>
        <p:spPr>
          <a:xfrm>
            <a:off x="3658533" y="3046271"/>
            <a:ext cx="593434" cy="5934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7C2ACF4-84B0-9E76-8ADE-3F5FA28CC8EC}"/>
              </a:ext>
            </a:extLst>
          </p:cNvPr>
          <p:cNvSpPr/>
          <p:nvPr/>
        </p:nvSpPr>
        <p:spPr>
          <a:xfrm>
            <a:off x="6312021" y="3007307"/>
            <a:ext cx="593434" cy="5934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3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BF3250FF-B59E-52CB-4669-C616112D24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8710" y="3346187"/>
            <a:ext cx="1943100" cy="1584552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82C302CF-1A58-8280-095A-65D08C946AFC}"/>
              </a:ext>
            </a:extLst>
          </p:cNvPr>
          <p:cNvSpPr/>
          <p:nvPr/>
        </p:nvSpPr>
        <p:spPr>
          <a:xfrm>
            <a:off x="377975" y="5486349"/>
            <a:ext cx="2342045" cy="11294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err="1">
                <a:solidFill>
                  <a:sysClr val="windowText" lastClr="000000"/>
                </a:solidFill>
              </a:rPr>
              <a:t>Jawaban</a:t>
            </a:r>
            <a:r>
              <a:rPr lang="en-US" sz="1600">
                <a:solidFill>
                  <a:sysClr val="windowText" lastClr="000000"/>
                </a:solidFill>
              </a:rPr>
              <a:t> </a:t>
            </a:r>
            <a:r>
              <a:rPr lang="en-US" sz="1600" err="1">
                <a:solidFill>
                  <a:sysClr val="windowText" lastClr="000000"/>
                </a:solidFill>
              </a:rPr>
              <a:t>Benar</a:t>
            </a:r>
            <a:endParaRPr lang="en-US" sz="1600">
              <a:solidFill>
                <a:sysClr val="windowText" lastClr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ysClr val="windowText" lastClr="000000"/>
                </a:solidFill>
              </a:rPr>
              <a:t>+10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err="1">
                <a:solidFill>
                  <a:sysClr val="windowText" lastClr="000000"/>
                </a:solidFill>
              </a:rPr>
              <a:t>pilih</a:t>
            </a:r>
            <a:r>
              <a:rPr lang="en-US" sz="1600">
                <a:solidFill>
                  <a:sysClr val="windowText" lastClr="000000"/>
                </a:solidFill>
              </a:rPr>
              <a:t> </a:t>
            </a:r>
            <a:r>
              <a:rPr lang="en-US" sz="1600" err="1">
                <a:solidFill>
                  <a:sysClr val="windowText" lastClr="000000"/>
                </a:solidFill>
              </a:rPr>
              <a:t>lawan</a:t>
            </a:r>
            <a:r>
              <a:rPr lang="en-US" sz="1600">
                <a:solidFill>
                  <a:sysClr val="windowText" lastClr="000000"/>
                </a:solidFill>
              </a:rPr>
              <a:t> </a:t>
            </a:r>
            <a:r>
              <a:rPr lang="en-US" sz="1600" err="1">
                <a:solidFill>
                  <a:sysClr val="windowText" lastClr="000000"/>
                </a:solidFill>
              </a:rPr>
              <a:t>untuk</a:t>
            </a:r>
            <a:r>
              <a:rPr lang="en-US" sz="1600">
                <a:solidFill>
                  <a:sysClr val="windowText" lastClr="000000"/>
                </a:solidFill>
              </a:rPr>
              <a:t> </a:t>
            </a:r>
            <a:r>
              <a:rPr lang="en-US" sz="1600" err="1">
                <a:solidFill>
                  <a:sysClr val="windowText" lastClr="000000"/>
                </a:solidFill>
              </a:rPr>
              <a:t>tekan</a:t>
            </a:r>
            <a:r>
              <a:rPr lang="en-US" sz="1600">
                <a:solidFill>
                  <a:sysClr val="windowText" lastClr="000000"/>
                </a:solidFill>
              </a:rPr>
              <a:t> 2 Gigi </a:t>
            </a:r>
            <a:r>
              <a:rPr lang="en-US" sz="1600" err="1">
                <a:solidFill>
                  <a:sysClr val="windowText" lastClr="000000"/>
                </a:solidFill>
              </a:rPr>
              <a:t>Buaya</a:t>
            </a:r>
            <a:r>
              <a:rPr lang="en-US" sz="1600">
                <a:solidFill>
                  <a:sysClr val="windowText" lastClr="000000"/>
                </a:solidFill>
              </a:rPr>
              <a:t> 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BFDF0D2-3E22-D4BE-C388-A53B3E8CAF40}"/>
              </a:ext>
            </a:extLst>
          </p:cNvPr>
          <p:cNvSpPr/>
          <p:nvPr/>
        </p:nvSpPr>
        <p:spPr>
          <a:xfrm>
            <a:off x="5569879" y="5460929"/>
            <a:ext cx="2902789" cy="11294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err="1">
                <a:solidFill>
                  <a:schemeClr val="tx1"/>
                </a:solidFill>
              </a:rPr>
              <a:t>Jawaban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Benar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Lawan +5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Tim –5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Tim </a:t>
            </a:r>
            <a:r>
              <a:rPr lang="en-US" err="1">
                <a:solidFill>
                  <a:schemeClr val="tx1"/>
                </a:solidFill>
              </a:rPr>
              <a:t>tekan</a:t>
            </a:r>
            <a:r>
              <a:rPr lang="en-US">
                <a:solidFill>
                  <a:schemeClr val="tx1"/>
                </a:solidFill>
              </a:rPr>
              <a:t> 2 Gigi </a:t>
            </a:r>
            <a:r>
              <a:rPr lang="en-US" err="1">
                <a:solidFill>
                  <a:schemeClr val="tx1"/>
                </a:solidFill>
              </a:rPr>
              <a:t>Buaya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01E39B0-98E5-2878-C8C1-2E89E9E82809}"/>
              </a:ext>
            </a:extLst>
          </p:cNvPr>
          <p:cNvSpPr/>
          <p:nvPr/>
        </p:nvSpPr>
        <p:spPr>
          <a:xfrm>
            <a:off x="2744074" y="5486348"/>
            <a:ext cx="2596871" cy="11294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err="1">
                <a:solidFill>
                  <a:sysClr val="windowText" lastClr="000000"/>
                </a:solidFill>
              </a:rPr>
              <a:t>Jawaban</a:t>
            </a:r>
            <a:r>
              <a:rPr lang="en-US">
                <a:solidFill>
                  <a:sysClr val="windowText" lastClr="000000"/>
                </a:solidFill>
              </a:rPr>
              <a:t> Salah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ysClr val="windowText" lastClr="000000"/>
                </a:solidFill>
              </a:rPr>
              <a:t>-10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>
                <a:solidFill>
                  <a:sysClr val="windowText" lastClr="000000"/>
                </a:solidFill>
              </a:rPr>
              <a:t>tekan</a:t>
            </a:r>
            <a:r>
              <a:rPr lang="en-US">
                <a:solidFill>
                  <a:sysClr val="windowText" lastClr="000000"/>
                </a:solidFill>
              </a:rPr>
              <a:t> 2 Gigi </a:t>
            </a:r>
            <a:r>
              <a:rPr lang="en-US" err="1">
                <a:solidFill>
                  <a:sysClr val="windowText" lastClr="000000"/>
                </a:solidFill>
              </a:rPr>
              <a:t>Buaya</a:t>
            </a:r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C98192F-7838-3B98-180B-13E50C021B9B}"/>
              </a:ext>
            </a:extLst>
          </p:cNvPr>
          <p:cNvSpPr/>
          <p:nvPr/>
        </p:nvSpPr>
        <p:spPr>
          <a:xfrm>
            <a:off x="8640520" y="5460928"/>
            <a:ext cx="3350852" cy="11294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err="1">
                <a:solidFill>
                  <a:schemeClr val="tx1"/>
                </a:solidFill>
              </a:rPr>
              <a:t>Jawaban</a:t>
            </a:r>
            <a:r>
              <a:rPr lang="en-US">
                <a:solidFill>
                  <a:schemeClr val="tx1"/>
                </a:solidFill>
              </a:rPr>
              <a:t> Salah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Lawan -5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Lawan </a:t>
            </a:r>
            <a:r>
              <a:rPr lang="en-US" err="1">
                <a:solidFill>
                  <a:schemeClr val="tx1"/>
                </a:solidFill>
              </a:rPr>
              <a:t>tekan</a:t>
            </a:r>
            <a:r>
              <a:rPr lang="en-US">
                <a:solidFill>
                  <a:schemeClr val="tx1"/>
                </a:solidFill>
              </a:rPr>
              <a:t> 2 Gigi </a:t>
            </a:r>
            <a:r>
              <a:rPr lang="en-US" err="1">
                <a:solidFill>
                  <a:schemeClr val="tx1"/>
                </a:solidFill>
              </a:rPr>
              <a:t>Buaya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Tim +5 point</a:t>
            </a: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A0DB4414-37ED-B27D-306B-6AB03E7F27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180" y="70978"/>
            <a:ext cx="10839640" cy="2739835"/>
          </a:xfrm>
          <a:prstGeom prst="rect">
            <a:avLst/>
          </a:prstGeom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9559383D-4F1E-A97A-E1A1-E89E9EEC26E4}"/>
              </a:ext>
            </a:extLst>
          </p:cNvPr>
          <p:cNvSpPr/>
          <p:nvPr/>
        </p:nvSpPr>
        <p:spPr>
          <a:xfrm>
            <a:off x="2329556" y="254643"/>
            <a:ext cx="564115" cy="3757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03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713D774-EF8E-B977-B097-C8BEB486BA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96798" y="0"/>
            <a:ext cx="12413569" cy="68580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EA196AA5-2BFB-523D-F733-193A5F9A954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64168" y="0"/>
            <a:ext cx="124209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5305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10DAD-F38D-4F7F-8D8E-30E5A5ED1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>
            <a:extLst>
              <a:ext uri="{FF2B5EF4-FFF2-40B4-BE49-F238E27FC236}">
                <a16:creationId xmlns:a16="http://schemas.microsoft.com/office/drawing/2014/main" id="{D415455E-C41F-C095-F806-697E0FBED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830" y="3099953"/>
            <a:ext cx="1789918" cy="169287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2585F890-905A-AF39-6E5A-CFD82E2B9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134" y="3146915"/>
            <a:ext cx="2212905" cy="172548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268EA4A-41CB-EB35-50FA-787AC497604E}"/>
              </a:ext>
            </a:extLst>
          </p:cNvPr>
          <p:cNvSpPr/>
          <p:nvPr/>
        </p:nvSpPr>
        <p:spPr>
          <a:xfrm>
            <a:off x="1223214" y="3182670"/>
            <a:ext cx="2212684" cy="15564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err="1">
                <a:solidFill>
                  <a:schemeClr val="tx1"/>
                </a:solidFill>
              </a:rPr>
              <a:t>Tantangan</a:t>
            </a:r>
            <a:r>
              <a:rPr lang="en-US">
                <a:solidFill>
                  <a:schemeClr val="tx1"/>
                </a:solidFill>
              </a:rPr>
              <a:t> Soal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364DD28-7D06-881D-333E-F05C933B661A}"/>
              </a:ext>
            </a:extLst>
          </p:cNvPr>
          <p:cNvSpPr/>
          <p:nvPr/>
        </p:nvSpPr>
        <p:spPr>
          <a:xfrm>
            <a:off x="868101" y="2945973"/>
            <a:ext cx="593434" cy="5934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6C93A9-4A99-582B-60AC-08FFFE9802C0}"/>
              </a:ext>
            </a:extLst>
          </p:cNvPr>
          <p:cNvSpPr/>
          <p:nvPr/>
        </p:nvSpPr>
        <p:spPr>
          <a:xfrm>
            <a:off x="9030473" y="2975305"/>
            <a:ext cx="2169165" cy="36370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>
                <a:solidFill>
                  <a:schemeClr val="tx1"/>
                </a:solidFill>
              </a:rPr>
              <a:t>Tergigit</a:t>
            </a:r>
            <a:r>
              <a:rPr lang="en-US">
                <a:solidFill>
                  <a:schemeClr val="tx1"/>
                </a:solidFill>
              </a:rPr>
              <a:t> = Gugur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49D208-C105-8C84-DEE7-0552D337DA59}"/>
              </a:ext>
            </a:extLst>
          </p:cNvPr>
          <p:cNvSpPr txBox="1"/>
          <p:nvPr/>
        </p:nvSpPr>
        <p:spPr>
          <a:xfrm>
            <a:off x="12674586" y="-1463858"/>
            <a:ext cx="5914449" cy="4524315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chemeClr val="bg1"/>
                </a:solidFill>
                <a:cs typeface="Arial"/>
              </a:rPr>
              <a:t>BELUM ADA, REFER TO CHALLENGE 1 AJA VISUAL LAYOUTING NYA</a:t>
            </a:r>
            <a:br>
              <a:rPr lang="en-US" sz="3600">
                <a:solidFill>
                  <a:schemeClr val="bg1"/>
                </a:solidFill>
                <a:cs typeface="Arial"/>
              </a:rPr>
            </a:br>
            <a:br>
              <a:rPr lang="en-US" sz="3600">
                <a:solidFill>
                  <a:schemeClr val="bg1"/>
                </a:solidFill>
                <a:cs typeface="Arial"/>
              </a:rPr>
            </a:br>
            <a:r>
              <a:rPr lang="en-US" sz="3600">
                <a:solidFill>
                  <a:schemeClr val="bg1"/>
                </a:solidFill>
                <a:cs typeface="Arial"/>
              </a:rPr>
              <a:t>JUDUL SAMAIN AJA DULU</a:t>
            </a:r>
          </a:p>
          <a:p>
            <a:endParaRPr lang="en-US" sz="3600">
              <a:solidFill>
                <a:schemeClr val="bg1"/>
              </a:solidFill>
              <a:cs typeface="Arial"/>
            </a:endParaRPr>
          </a:p>
          <a:p>
            <a:r>
              <a:rPr lang="en-US" sz="3600" b="1">
                <a:solidFill>
                  <a:schemeClr val="bg1"/>
                </a:solidFill>
                <a:cs typeface="Arial"/>
              </a:rPr>
              <a:t>Teknis main refer to slide 48</a:t>
            </a:r>
            <a:endParaRPr lang="en-US" sz="3600" b="1">
              <a:solidFill>
                <a:schemeClr val="bg1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135DE40-3119-B79D-D3CF-2ED072167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827" y="5029524"/>
            <a:ext cx="11100345" cy="1650932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CF3ACE9-E157-0E71-D584-60D619ECBDF1}"/>
              </a:ext>
            </a:extLst>
          </p:cNvPr>
          <p:cNvSpPr/>
          <p:nvPr/>
        </p:nvSpPr>
        <p:spPr>
          <a:xfrm>
            <a:off x="16144943" y="3213198"/>
            <a:ext cx="3973049" cy="17817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Grup yang </a:t>
            </a:r>
            <a:r>
              <a:rPr lang="en-US" err="1">
                <a:solidFill>
                  <a:schemeClr val="bg1"/>
                </a:solidFill>
              </a:rPr>
              <a:t>berhasil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menjawab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pertanyaan</a:t>
            </a:r>
            <a:r>
              <a:rPr lang="en-US">
                <a:solidFill>
                  <a:schemeClr val="bg1"/>
                </a:solidFill>
              </a:rPr>
              <a:t> punya </a:t>
            </a:r>
            <a:r>
              <a:rPr lang="en-US" err="1">
                <a:solidFill>
                  <a:schemeClr val="bg1"/>
                </a:solidFill>
              </a:rPr>
              <a:t>kesempatan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menekan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gigi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buaya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sebanyak</a:t>
            </a:r>
            <a:r>
              <a:rPr lang="en-US">
                <a:solidFill>
                  <a:schemeClr val="bg1"/>
                </a:solidFill>
              </a:rPr>
              <a:t> 1x (NORMAL) </a:t>
            </a:r>
            <a:r>
              <a:rPr lang="en-US" err="1">
                <a:solidFill>
                  <a:schemeClr val="bg1"/>
                </a:solidFill>
              </a:rPr>
              <a:t>atau</a:t>
            </a:r>
            <a:r>
              <a:rPr lang="en-US">
                <a:solidFill>
                  <a:schemeClr val="bg1"/>
                </a:solidFill>
              </a:rPr>
              <a:t> 2x (DOUBLE) </a:t>
            </a:r>
            <a:r>
              <a:rPr lang="en-US" err="1">
                <a:solidFill>
                  <a:schemeClr val="bg1"/>
                </a:solidFill>
              </a:rPr>
              <a:t>atau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melempar</a:t>
            </a:r>
            <a:r>
              <a:rPr lang="en-US">
                <a:solidFill>
                  <a:schemeClr val="bg1"/>
                </a:solidFill>
              </a:rPr>
              <a:t> salah </a:t>
            </a:r>
            <a:r>
              <a:rPr lang="en-US" err="1">
                <a:solidFill>
                  <a:schemeClr val="bg1"/>
                </a:solidFill>
              </a:rPr>
              <a:t>satu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maupun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keduanya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ke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grup</a:t>
            </a:r>
            <a:r>
              <a:rPr lang="en-US">
                <a:solidFill>
                  <a:schemeClr val="bg1"/>
                </a:solidFill>
              </a:rPr>
              <a:t> lain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9C007D9-BD18-DEFA-00DF-52729700D320}"/>
              </a:ext>
            </a:extLst>
          </p:cNvPr>
          <p:cNvSpPr/>
          <p:nvPr/>
        </p:nvSpPr>
        <p:spPr>
          <a:xfrm>
            <a:off x="20251388" y="3201803"/>
            <a:ext cx="2169165" cy="12238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Grup yang </a:t>
            </a:r>
            <a:r>
              <a:rPr lang="en-US" err="1">
                <a:solidFill>
                  <a:schemeClr val="bg1"/>
                </a:solidFill>
              </a:rPr>
              <a:t>tergigit</a:t>
            </a:r>
            <a:r>
              <a:rPr lang="en-US">
                <a:solidFill>
                  <a:schemeClr val="bg1"/>
                </a:solidFill>
              </a:rPr>
              <a:t> oleh </a:t>
            </a:r>
            <a:r>
              <a:rPr lang="en-US" err="1">
                <a:solidFill>
                  <a:schemeClr val="bg1"/>
                </a:solidFill>
              </a:rPr>
              <a:t>buaya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akan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otomatis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gugur</a:t>
            </a:r>
            <a:r>
              <a:rPr lang="en-US">
                <a:solidFill>
                  <a:schemeClr val="bg1"/>
                </a:solidFill>
              </a:rPr>
              <a:t> pada challenge </a:t>
            </a:r>
            <a:r>
              <a:rPr lang="en-US" err="1">
                <a:solidFill>
                  <a:schemeClr val="bg1"/>
                </a:solidFill>
              </a:rPr>
              <a:t>ini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6D647C2-B521-CE1E-4A4E-5343B60122F8}"/>
              </a:ext>
            </a:extLst>
          </p:cNvPr>
          <p:cNvSpPr/>
          <p:nvPr/>
        </p:nvSpPr>
        <p:spPr>
          <a:xfrm>
            <a:off x="8610634" y="2875438"/>
            <a:ext cx="593434" cy="5934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4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B30BED6-AA30-F9D4-7B69-A877271474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3562" y="3557911"/>
            <a:ext cx="1828800" cy="114300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0F5D2222-EA15-6BF3-EFFA-0B5FCFE8F262}"/>
              </a:ext>
            </a:extLst>
          </p:cNvPr>
          <p:cNvSpPr/>
          <p:nvPr/>
        </p:nvSpPr>
        <p:spPr>
          <a:xfrm>
            <a:off x="3658533" y="3046271"/>
            <a:ext cx="593434" cy="5934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1F76E04-E9FF-87A1-3C37-CB400C8D6BD5}"/>
              </a:ext>
            </a:extLst>
          </p:cNvPr>
          <p:cNvSpPr/>
          <p:nvPr/>
        </p:nvSpPr>
        <p:spPr>
          <a:xfrm>
            <a:off x="6312021" y="3007307"/>
            <a:ext cx="593434" cy="5934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3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C1A554C1-549B-1F52-396B-F355A7EE3A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8710" y="3346187"/>
            <a:ext cx="1943100" cy="1584552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783F32C7-C200-4F2C-E475-C4720ED84AB4}"/>
              </a:ext>
            </a:extLst>
          </p:cNvPr>
          <p:cNvSpPr/>
          <p:nvPr/>
        </p:nvSpPr>
        <p:spPr>
          <a:xfrm>
            <a:off x="377975" y="5486349"/>
            <a:ext cx="2342045" cy="11294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err="1">
                <a:solidFill>
                  <a:sysClr val="windowText" lastClr="000000"/>
                </a:solidFill>
              </a:rPr>
              <a:t>Jawaban</a:t>
            </a:r>
            <a:r>
              <a:rPr lang="en-US" sz="1600">
                <a:solidFill>
                  <a:sysClr val="windowText" lastClr="000000"/>
                </a:solidFill>
              </a:rPr>
              <a:t> </a:t>
            </a:r>
            <a:r>
              <a:rPr lang="en-US" sz="1600" err="1">
                <a:solidFill>
                  <a:sysClr val="windowText" lastClr="000000"/>
                </a:solidFill>
              </a:rPr>
              <a:t>Benar</a:t>
            </a:r>
            <a:endParaRPr lang="en-US" sz="1600">
              <a:solidFill>
                <a:sysClr val="windowText" lastClr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ysClr val="windowText" lastClr="000000"/>
                </a:solidFill>
              </a:rPr>
              <a:t>+10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err="1">
                <a:solidFill>
                  <a:sysClr val="windowText" lastClr="000000"/>
                </a:solidFill>
              </a:rPr>
              <a:t>pilih</a:t>
            </a:r>
            <a:r>
              <a:rPr lang="en-US" sz="1600">
                <a:solidFill>
                  <a:sysClr val="windowText" lastClr="000000"/>
                </a:solidFill>
              </a:rPr>
              <a:t> </a:t>
            </a:r>
            <a:r>
              <a:rPr lang="en-US" sz="1600" err="1">
                <a:solidFill>
                  <a:sysClr val="windowText" lastClr="000000"/>
                </a:solidFill>
              </a:rPr>
              <a:t>lawan</a:t>
            </a:r>
            <a:r>
              <a:rPr lang="en-US" sz="1600">
                <a:solidFill>
                  <a:sysClr val="windowText" lastClr="000000"/>
                </a:solidFill>
              </a:rPr>
              <a:t> </a:t>
            </a:r>
            <a:r>
              <a:rPr lang="en-US" sz="1600" err="1">
                <a:solidFill>
                  <a:sysClr val="windowText" lastClr="000000"/>
                </a:solidFill>
              </a:rPr>
              <a:t>untuk</a:t>
            </a:r>
            <a:r>
              <a:rPr lang="en-US" sz="1600">
                <a:solidFill>
                  <a:sysClr val="windowText" lastClr="000000"/>
                </a:solidFill>
              </a:rPr>
              <a:t> </a:t>
            </a:r>
            <a:r>
              <a:rPr lang="en-US" sz="1600" err="1">
                <a:solidFill>
                  <a:sysClr val="windowText" lastClr="000000"/>
                </a:solidFill>
              </a:rPr>
              <a:t>tekan</a:t>
            </a:r>
            <a:r>
              <a:rPr lang="en-US" sz="1600">
                <a:solidFill>
                  <a:sysClr val="windowText" lastClr="000000"/>
                </a:solidFill>
              </a:rPr>
              <a:t> 2 Gigi </a:t>
            </a:r>
            <a:r>
              <a:rPr lang="en-US" sz="1600" err="1">
                <a:solidFill>
                  <a:sysClr val="windowText" lastClr="000000"/>
                </a:solidFill>
              </a:rPr>
              <a:t>Buaya</a:t>
            </a:r>
            <a:r>
              <a:rPr lang="en-US" sz="1600">
                <a:solidFill>
                  <a:sysClr val="windowText" lastClr="000000"/>
                </a:solidFill>
              </a:rPr>
              <a:t> 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782FC7C-E4D2-CEFE-DE0F-09A391D055A4}"/>
              </a:ext>
            </a:extLst>
          </p:cNvPr>
          <p:cNvSpPr/>
          <p:nvPr/>
        </p:nvSpPr>
        <p:spPr>
          <a:xfrm>
            <a:off x="5569879" y="5460929"/>
            <a:ext cx="2902789" cy="11294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err="1">
                <a:solidFill>
                  <a:schemeClr val="tx1"/>
                </a:solidFill>
              </a:rPr>
              <a:t>Jawaban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Benar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Lawan +5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Tim –5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Tim </a:t>
            </a:r>
            <a:r>
              <a:rPr lang="en-US" err="1">
                <a:solidFill>
                  <a:schemeClr val="tx1"/>
                </a:solidFill>
              </a:rPr>
              <a:t>tekan</a:t>
            </a:r>
            <a:r>
              <a:rPr lang="en-US">
                <a:solidFill>
                  <a:schemeClr val="tx1"/>
                </a:solidFill>
              </a:rPr>
              <a:t> 2 Gigi </a:t>
            </a:r>
            <a:r>
              <a:rPr lang="en-US" err="1">
                <a:solidFill>
                  <a:schemeClr val="tx1"/>
                </a:solidFill>
              </a:rPr>
              <a:t>Buaya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CE2E089-1E6F-01BE-7A4D-6799B038F5CA}"/>
              </a:ext>
            </a:extLst>
          </p:cNvPr>
          <p:cNvSpPr/>
          <p:nvPr/>
        </p:nvSpPr>
        <p:spPr>
          <a:xfrm>
            <a:off x="2744074" y="5486348"/>
            <a:ext cx="2596871" cy="11294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err="1">
                <a:solidFill>
                  <a:sysClr val="windowText" lastClr="000000"/>
                </a:solidFill>
              </a:rPr>
              <a:t>Jawaban</a:t>
            </a:r>
            <a:r>
              <a:rPr lang="en-US">
                <a:solidFill>
                  <a:sysClr val="windowText" lastClr="000000"/>
                </a:solidFill>
              </a:rPr>
              <a:t> Salah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ysClr val="windowText" lastClr="000000"/>
                </a:solidFill>
              </a:rPr>
              <a:t>-10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>
                <a:solidFill>
                  <a:sysClr val="windowText" lastClr="000000"/>
                </a:solidFill>
              </a:rPr>
              <a:t>tekan</a:t>
            </a:r>
            <a:r>
              <a:rPr lang="en-US">
                <a:solidFill>
                  <a:sysClr val="windowText" lastClr="000000"/>
                </a:solidFill>
              </a:rPr>
              <a:t> 2 Gigi </a:t>
            </a:r>
            <a:r>
              <a:rPr lang="en-US" err="1">
                <a:solidFill>
                  <a:sysClr val="windowText" lastClr="000000"/>
                </a:solidFill>
              </a:rPr>
              <a:t>Buaya</a:t>
            </a:r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43784FA-BB10-852C-3A2A-277C5FED3F50}"/>
              </a:ext>
            </a:extLst>
          </p:cNvPr>
          <p:cNvSpPr/>
          <p:nvPr/>
        </p:nvSpPr>
        <p:spPr>
          <a:xfrm>
            <a:off x="8640520" y="5460928"/>
            <a:ext cx="3350852" cy="11294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err="1">
                <a:solidFill>
                  <a:schemeClr val="tx1"/>
                </a:solidFill>
              </a:rPr>
              <a:t>Jawaban</a:t>
            </a:r>
            <a:r>
              <a:rPr lang="en-US">
                <a:solidFill>
                  <a:schemeClr val="tx1"/>
                </a:solidFill>
              </a:rPr>
              <a:t> Salah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Lawan -5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Lawan </a:t>
            </a:r>
            <a:r>
              <a:rPr lang="en-US" err="1">
                <a:solidFill>
                  <a:schemeClr val="tx1"/>
                </a:solidFill>
              </a:rPr>
              <a:t>tekan</a:t>
            </a:r>
            <a:r>
              <a:rPr lang="en-US">
                <a:solidFill>
                  <a:schemeClr val="tx1"/>
                </a:solidFill>
              </a:rPr>
              <a:t> 2 Gigi </a:t>
            </a:r>
            <a:r>
              <a:rPr lang="en-US" err="1">
                <a:solidFill>
                  <a:schemeClr val="tx1"/>
                </a:solidFill>
              </a:rPr>
              <a:t>Buaya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Tim +5 point</a:t>
            </a: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F614BE25-77AE-1FCD-FF50-6BB54944AE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180" y="70978"/>
            <a:ext cx="10839640" cy="2739835"/>
          </a:xfrm>
          <a:prstGeom prst="rect">
            <a:avLst/>
          </a:prstGeom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ED71C06D-A120-A522-9E34-B4FF1BDE6002}"/>
              </a:ext>
            </a:extLst>
          </p:cNvPr>
          <p:cNvSpPr/>
          <p:nvPr/>
        </p:nvSpPr>
        <p:spPr>
          <a:xfrm>
            <a:off x="2329556" y="254643"/>
            <a:ext cx="564115" cy="3757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03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91F13B1-E190-2C13-BFBF-F16B0D2154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96798" y="0"/>
            <a:ext cx="124135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0777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6666AE-AC89-4294-AFAC-48E3ED9A27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4699F6-7B78-4A18-BA62-814EE54D8B3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F0B521F-4CFF-4201-A090-E8F7B59BF00E}" type="slidenum">
              <a:rPr lang="id-ID" smtClean="0"/>
              <a:pPr/>
              <a:t>32</a:t>
            </a:fld>
            <a:endParaRPr lang="id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9F9158-7A86-5CCA-D648-C8E8B34A4828}"/>
              </a:ext>
            </a:extLst>
          </p:cNvPr>
          <p:cNvSpPr txBox="1"/>
          <p:nvPr/>
        </p:nvSpPr>
        <p:spPr>
          <a:xfrm>
            <a:off x="-2015145" y="1961208"/>
            <a:ext cx="5914449" cy="4524315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chemeClr val="bg1"/>
                </a:solidFill>
                <a:cs typeface="Arial"/>
              </a:rPr>
              <a:t>BELUM ADA, REFER TO CHALLENGE 1 AJA VISUAL LAYOUTING NYA</a:t>
            </a:r>
            <a:br>
              <a:rPr lang="en-US" sz="3600">
                <a:solidFill>
                  <a:schemeClr val="bg1"/>
                </a:solidFill>
                <a:cs typeface="Arial"/>
              </a:rPr>
            </a:br>
            <a:br>
              <a:rPr lang="en-US" sz="3600">
                <a:solidFill>
                  <a:schemeClr val="bg1"/>
                </a:solidFill>
                <a:cs typeface="Arial"/>
              </a:rPr>
            </a:br>
            <a:r>
              <a:rPr lang="en-US" sz="3600">
                <a:solidFill>
                  <a:schemeClr val="bg1"/>
                </a:solidFill>
                <a:cs typeface="Arial"/>
              </a:rPr>
              <a:t>JUDUL SAMAIN AJA DULU</a:t>
            </a:r>
          </a:p>
          <a:p>
            <a:endParaRPr lang="en-US" sz="3600">
              <a:solidFill>
                <a:schemeClr val="bg1"/>
              </a:solidFill>
              <a:cs typeface="Arial"/>
            </a:endParaRPr>
          </a:p>
          <a:p>
            <a:r>
              <a:rPr lang="en-US" sz="3600" b="1">
                <a:solidFill>
                  <a:schemeClr val="bg1"/>
                </a:solidFill>
                <a:cs typeface="Arial"/>
              </a:rPr>
              <a:t>Teknis main refer to slide 48</a:t>
            </a:r>
            <a:endParaRPr lang="en-US" sz="3600" b="1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FDFEA8-E66D-4D20-9CA4-DF145BF53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3FE3576-6B7D-EEE6-0027-CAF6B9559E81}"/>
              </a:ext>
            </a:extLst>
          </p:cNvPr>
          <p:cNvSpPr/>
          <p:nvPr/>
        </p:nvSpPr>
        <p:spPr>
          <a:xfrm>
            <a:off x="341000" y="3641631"/>
            <a:ext cx="5388468" cy="255030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BELOM FINAL JANGAN DIGENERATE DULU</a:t>
            </a:r>
          </a:p>
        </p:txBody>
      </p:sp>
    </p:spTree>
    <p:extLst>
      <p:ext uri="{BB962C8B-B14F-4D97-AF65-F5344CB8AC3E}">
        <p14:creationId xmlns:p14="http://schemas.microsoft.com/office/powerpoint/2010/main" val="20738480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A4653-57DB-6D2A-C3DB-287A38FF1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3BF75B-4D7B-0374-53D7-CD848B8D8B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5624" y="372477"/>
            <a:ext cx="5540376" cy="7863840"/>
          </a:xfrm>
        </p:spPr>
        <p:txBody>
          <a:bodyPr lIns="0" tIns="45720" rIns="0" bIns="45720" anchor="t">
            <a:spAutoFit/>
          </a:bodyPr>
          <a:lstStyle/>
          <a:p>
            <a:r>
              <a:rPr lang="en-US"/>
              <a:t>Backdrop Scoreboard challenge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64BB7C-D9FB-DF1B-5767-FE93E72860EB}"/>
              </a:ext>
            </a:extLst>
          </p:cNvPr>
          <p:cNvSpPr txBox="1"/>
          <p:nvPr/>
        </p:nvSpPr>
        <p:spPr>
          <a:xfrm>
            <a:off x="555623" y="1870364"/>
            <a:ext cx="5914449" cy="1754326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chemeClr val="bg1"/>
                </a:solidFill>
                <a:cs typeface="Arial"/>
              </a:rPr>
              <a:t>BELUM ADA, REFER TO CHALLENGE 1 AJA VISUAL LAYOUTING NYA</a:t>
            </a:r>
            <a:endParaRPr lang="en-US" sz="3600" err="1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EA2238-AD51-493E-4A67-D0A5C4399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6374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A28066A-1167-1100-E35F-93A739D3A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Teks 1">
            <a:extLst>
              <a:ext uri="{FF2B5EF4-FFF2-40B4-BE49-F238E27FC236}">
                <a16:creationId xmlns:a16="http://schemas.microsoft.com/office/drawing/2014/main" id="{BF2D12B0-7B07-7DF2-B873-5B75D98C3B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5624" y="372477"/>
            <a:ext cx="5540376" cy="7863840"/>
          </a:xfrm>
        </p:spPr>
        <p:txBody>
          <a:bodyPr lIns="0" tIns="45720" rIns="0" bIns="45720" anchor="t">
            <a:spAutoFit/>
          </a:bodyPr>
          <a:lstStyle/>
          <a:p>
            <a:r>
              <a:rPr lang="id-ID" err="1">
                <a:cs typeface="Arial"/>
              </a:rPr>
              <a:t>Page</a:t>
            </a:r>
            <a:r>
              <a:rPr lang="id-ID">
                <a:cs typeface="Arial"/>
              </a:rPr>
              <a:t> </a:t>
            </a:r>
            <a:r>
              <a:rPr lang="id-ID" err="1">
                <a:cs typeface="Arial"/>
              </a:rPr>
              <a:t>scoreboard per</a:t>
            </a:r>
            <a:r>
              <a:rPr lang="id-ID">
                <a:cs typeface="Arial"/>
              </a:rPr>
              <a:t> challenge</a:t>
            </a:r>
            <a:endParaRPr lang="id-ID" err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3C204D-A667-86CD-3950-EC6AD4215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68AE4F-5DBB-9413-8396-C047D14191E6}"/>
              </a:ext>
            </a:extLst>
          </p:cNvPr>
          <p:cNvSpPr txBox="1"/>
          <p:nvPr/>
        </p:nvSpPr>
        <p:spPr>
          <a:xfrm>
            <a:off x="555623" y="1246910"/>
            <a:ext cx="5914449" cy="646331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chemeClr val="bg1"/>
                </a:solidFill>
                <a:cs typeface="Arial"/>
              </a:rPr>
              <a:t>APPS</a:t>
            </a:r>
            <a:endParaRPr lang="en-US" sz="360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40165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FD4AA-E867-4A3F-C06A-E8A26783D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ambar 2" descr="Sebuah gambar berisi kartun, langit&#10;&#10;Konten yang dihasilkan AI mungkin salah.">
            <a:extLst>
              <a:ext uri="{FF2B5EF4-FFF2-40B4-BE49-F238E27FC236}">
                <a16:creationId xmlns:a16="http://schemas.microsoft.com/office/drawing/2014/main" id="{D42C5618-FBFE-A9D0-99DA-F4421A6DB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79A880-7044-C83A-9DDA-491B8D9A5478}"/>
              </a:ext>
            </a:extLst>
          </p:cNvPr>
          <p:cNvSpPr txBox="1"/>
          <p:nvPr/>
        </p:nvSpPr>
        <p:spPr>
          <a:xfrm>
            <a:off x="555623" y="1246910"/>
            <a:ext cx="5914449" cy="646331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chemeClr val="bg1"/>
                </a:solidFill>
                <a:cs typeface="Arial"/>
              </a:rPr>
              <a:t>HILANGKAN CP</a:t>
            </a:r>
            <a:endParaRPr lang="en-US" sz="3600" err="1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BB9EDD-3687-77B0-1DFE-A3BAB1E19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7" y="0"/>
            <a:ext cx="1215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4074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0D179D0-4963-BEB1-D4F6-7E7F61299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C4DCFBBF-D478-FF71-9F3C-691DC588FEAC}"/>
              </a:ext>
            </a:extLst>
          </p:cNvPr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rPr lang="en-US"/>
              <a:t>Page Claim Reward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EE13FF1-E15B-455C-33D0-6BBACB84A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7323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8B3644-5189-B32A-3C75-8D9951575F50}"/>
              </a:ext>
            </a:extLst>
          </p:cNvPr>
          <p:cNvSpPr txBox="1"/>
          <p:nvPr/>
        </p:nvSpPr>
        <p:spPr>
          <a:xfrm>
            <a:off x="555623" y="1246910"/>
            <a:ext cx="5914449" cy="646331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chemeClr val="bg1"/>
                </a:solidFill>
                <a:cs typeface="Arial"/>
              </a:rPr>
              <a:t>APPS</a:t>
            </a:r>
            <a:endParaRPr lang="en-US" sz="360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30817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D8EE8-4AA7-9BB5-BA04-D726A3224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ambar 3" descr="Sebuah gambar berisi langit, awan, outdoor, kasino&#10;&#10;Konten yang dihasilkan AI mungkin salah.">
            <a:extLst>
              <a:ext uri="{FF2B5EF4-FFF2-40B4-BE49-F238E27FC236}">
                <a16:creationId xmlns:a16="http://schemas.microsoft.com/office/drawing/2014/main" id="{0EA341BC-FA72-D731-E5CA-9B49411CF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2372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91472BE-A753-E620-5E88-722F8F520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ambar 3" descr="Sebuah gambar berisi teks, cuplikan layar, Warna-warni&#10;&#10;Konten yang dihasilkan AI mungkin salah.">
            <a:extLst>
              <a:ext uri="{FF2B5EF4-FFF2-40B4-BE49-F238E27FC236}">
                <a16:creationId xmlns:a16="http://schemas.microsoft.com/office/drawing/2014/main" id="{3850A2F5-620F-9196-5F22-16F442523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75" y="1155383"/>
            <a:ext cx="6800850" cy="5705475"/>
          </a:xfrm>
          <a:prstGeom prst="rect">
            <a:avLst/>
          </a:prstGeom>
        </p:spPr>
      </p:pic>
      <p:sp>
        <p:nvSpPr>
          <p:cNvPr id="6" name="Persegi Panjang 5">
            <a:extLst>
              <a:ext uri="{FF2B5EF4-FFF2-40B4-BE49-F238E27FC236}">
                <a16:creationId xmlns:a16="http://schemas.microsoft.com/office/drawing/2014/main" id="{102D42E6-9165-6594-7757-FD87E361C02C}"/>
              </a:ext>
            </a:extLst>
          </p:cNvPr>
          <p:cNvSpPr/>
          <p:nvPr/>
        </p:nvSpPr>
        <p:spPr>
          <a:xfrm>
            <a:off x="2695076" y="-2232"/>
            <a:ext cx="6810899" cy="11385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d-ID" err="1">
                <a:cs typeface="Arial"/>
              </a:rPr>
              <a:t>Timer</a:t>
            </a:r>
            <a:endParaRPr lang="id-ID" err="1"/>
          </a:p>
        </p:txBody>
      </p:sp>
      <p:sp>
        <p:nvSpPr>
          <p:cNvPr id="7" name="Persegi Panjang 6">
            <a:extLst>
              <a:ext uri="{FF2B5EF4-FFF2-40B4-BE49-F238E27FC236}">
                <a16:creationId xmlns:a16="http://schemas.microsoft.com/office/drawing/2014/main" id="{D3011717-CAE3-EBDC-C91A-887DEE411CC8}"/>
              </a:ext>
            </a:extLst>
          </p:cNvPr>
          <p:cNvSpPr/>
          <p:nvPr/>
        </p:nvSpPr>
        <p:spPr>
          <a:xfrm>
            <a:off x="1232036" y="1156007"/>
            <a:ext cx="1233059" cy="276413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d-ID" err="1">
                <a:cs typeface="Arial"/>
              </a:rPr>
              <a:t>Split</a:t>
            </a:r>
            <a:r>
              <a:rPr lang="id-ID">
                <a:cs typeface="Arial"/>
              </a:rPr>
              <a:t> </a:t>
            </a:r>
            <a:r>
              <a:rPr lang="id-ID" err="1">
                <a:cs typeface="Arial"/>
              </a:rPr>
              <a:t>Screen</a:t>
            </a:r>
            <a:endParaRPr lang="id-ID" err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0B4972-AFA1-EF9F-1746-45A16B0F148C}"/>
              </a:ext>
            </a:extLst>
          </p:cNvPr>
          <p:cNvSpPr txBox="1"/>
          <p:nvPr/>
        </p:nvSpPr>
        <p:spPr>
          <a:xfrm>
            <a:off x="555623" y="1246910"/>
            <a:ext cx="5914449" cy="646331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chemeClr val="bg1"/>
                </a:solidFill>
                <a:cs typeface="Arial"/>
              </a:rPr>
              <a:t>APPS</a:t>
            </a:r>
            <a:endParaRPr lang="en-US" sz="360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94965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F0B7A7E-0591-D5EB-E5DC-2D6CA2A09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83993-1733-BC70-AC83-04C7EF88DFBB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lang="en-US"/>
              <a:t>GM Milih kartu pemain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0AF375-13CD-2DC5-618E-AFED51DF27A3}"/>
              </a:ext>
            </a:extLst>
          </p:cNvPr>
          <p:cNvSpPr txBox="1"/>
          <p:nvPr/>
        </p:nvSpPr>
        <p:spPr>
          <a:xfrm>
            <a:off x="555623" y="1246910"/>
            <a:ext cx="5914449" cy="646331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chemeClr val="bg1"/>
                </a:solidFill>
                <a:cs typeface="Arial"/>
              </a:rPr>
              <a:t>APPS</a:t>
            </a:r>
            <a:endParaRPr lang="en-US" sz="360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98193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1CB6A-D9C7-7D04-598D-E6EC1F0A5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ambar 3" descr="Sebuah gambar berisi ungu, violet, Seni fraktal&#10;&#10;Konten yang dihasilkan AI mungkin salah.">
            <a:extLst>
              <a:ext uri="{FF2B5EF4-FFF2-40B4-BE49-F238E27FC236}">
                <a16:creationId xmlns:a16="http://schemas.microsoft.com/office/drawing/2014/main" id="{5D233697-721C-3696-964B-6A2C35A4A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6" name="Judul 1">
            <a:extLst>
              <a:ext uri="{FF2B5EF4-FFF2-40B4-BE49-F238E27FC236}">
                <a16:creationId xmlns:a16="http://schemas.microsoft.com/office/drawing/2014/main" id="{CEC081F6-EAF4-2CC3-BEEB-1E1DA99A41AD}"/>
              </a:ext>
            </a:extLst>
          </p:cNvPr>
          <p:cNvSpPr txBox="1">
            <a:spLocks/>
          </p:cNvSpPr>
          <p:nvPr/>
        </p:nvSpPr>
        <p:spPr>
          <a:xfrm>
            <a:off x="407324" y="5615744"/>
            <a:ext cx="6766560" cy="108721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5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sz="4800">
                <a:cs typeface="Arial"/>
              </a:rPr>
              <a:t>Gigarisk Attack (GP-2)</a:t>
            </a:r>
            <a:endParaRPr lang="id-ID" sz="4800"/>
          </a:p>
        </p:txBody>
      </p:sp>
    </p:spTree>
    <p:extLst>
      <p:ext uri="{BB962C8B-B14F-4D97-AF65-F5344CB8AC3E}">
        <p14:creationId xmlns:p14="http://schemas.microsoft.com/office/powerpoint/2010/main" val="4683353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FD38403-9515-757F-F239-4315D572F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ipe tahap">
            <a:extLst>
              <a:ext uri="{FF2B5EF4-FFF2-40B4-BE49-F238E27FC236}">
                <a16:creationId xmlns:a16="http://schemas.microsoft.com/office/drawing/2014/main" id="{A9764E72-5C5D-92FB-3F8B-12FA77FCCDA1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BBF6018D-CB6C-7F20-3B12-2C979755646F}"/>
              </a:ext>
            </a:extLst>
          </p:cNvPr>
          <p:cNvSpPr>
            <a:spLocks noGrp="1"/>
          </p:cNvSpPr>
          <p:nvPr>
            <p:ph type="title" idx="102" hasCustomPrompt="1"/>
          </p:nvPr>
        </p:nvSpPr>
        <p:spPr>
          <a:xfrm>
            <a:off x="822960" y="210312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/>
              <a:t>PAGE CARD</a:t>
            </a:r>
            <a:r>
              <a:rPr lang="en-US" sz="5200" b="1"/>
              <a:t> REVEAL</a:t>
            </a:r>
            <a:endParaRPr lang="en-US" sz="52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0867C1BA-A07E-4B50-D217-B5E047494CF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41</a:t>
            </a:fld>
            <a:endParaRPr lang="en-US"/>
          </a:p>
        </p:txBody>
      </p:sp>
      <p:sp>
        <p:nvSpPr>
          <p:cNvPr id="18" name="Tampungan Teks 17">
            <a:extLst>
              <a:ext uri="{FF2B5EF4-FFF2-40B4-BE49-F238E27FC236}">
                <a16:creationId xmlns:a16="http://schemas.microsoft.com/office/drawing/2014/main" id="{63D3C339-A644-70BE-A840-83659E143E9E}"/>
              </a:ext>
            </a:extLst>
          </p:cNvPr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BE3BB5-22D0-3ADC-7154-57203F32A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AF9DEE-F8FE-51E6-6BDE-3D2971300891}"/>
              </a:ext>
            </a:extLst>
          </p:cNvPr>
          <p:cNvSpPr txBox="1"/>
          <p:nvPr/>
        </p:nvSpPr>
        <p:spPr>
          <a:xfrm>
            <a:off x="555623" y="1246910"/>
            <a:ext cx="5914449" cy="646331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chemeClr val="bg1"/>
                </a:solidFill>
                <a:cs typeface="Arial"/>
              </a:rPr>
              <a:t>APPS</a:t>
            </a:r>
            <a:endParaRPr lang="en-US" sz="360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99917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B809FA5-5CB1-D563-3FAF-E1062CA66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1DDF8EAE-F43F-B09B-6CF1-23B13B268C40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 wrap="square" lIns="91440" tIns="45720" rIns="91440" bIns="45720" rtlCol="0" anchor="t"/>
          <a:lstStyle/>
          <a:p>
            <a:r>
              <a:rPr lang="id-ID">
                <a:cs typeface="Arial"/>
              </a:rPr>
              <a:t>UPDATE LEADERBOARD -1</a:t>
            </a:r>
            <a:endParaRPr lang="id-ID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9E4FCD0E-E3F4-71CE-A8B5-C2A15496C600}"/>
              </a:ext>
            </a:extLst>
          </p:cNvPr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648209C-FE3A-948C-EE93-8ACD7D192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CA076E-6884-255F-C7E8-84FDF2FB8693}"/>
              </a:ext>
            </a:extLst>
          </p:cNvPr>
          <p:cNvSpPr txBox="1"/>
          <p:nvPr/>
        </p:nvSpPr>
        <p:spPr>
          <a:xfrm>
            <a:off x="555623" y="1246910"/>
            <a:ext cx="5914449" cy="646331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err="1">
                <a:solidFill>
                  <a:schemeClr val="bg1"/>
                </a:solidFill>
              </a:rPr>
              <a:t>APPS</a:t>
            </a:r>
          </a:p>
        </p:txBody>
      </p:sp>
    </p:spTree>
    <p:extLst>
      <p:ext uri="{BB962C8B-B14F-4D97-AF65-F5344CB8AC3E}">
        <p14:creationId xmlns:p14="http://schemas.microsoft.com/office/powerpoint/2010/main" val="22777655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29D49-F5A3-19FB-A1E8-0B444F2CA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ambar 1" descr="Sebuah gambar berisi ungu, Magenta, violet, pencahayaan&#10;&#10;Konten yang dihasilkan AI mungkin salah.">
            <a:extLst>
              <a:ext uri="{FF2B5EF4-FFF2-40B4-BE49-F238E27FC236}">
                <a16:creationId xmlns:a16="http://schemas.microsoft.com/office/drawing/2014/main" id="{2975E18B-28E9-7C20-5870-EE4398A49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6" name="Judul 1">
            <a:extLst>
              <a:ext uri="{FF2B5EF4-FFF2-40B4-BE49-F238E27FC236}">
                <a16:creationId xmlns:a16="http://schemas.microsoft.com/office/drawing/2014/main" id="{209882E3-9F25-8949-980F-F55F7FE1B417}"/>
              </a:ext>
            </a:extLst>
          </p:cNvPr>
          <p:cNvSpPr txBox="1">
            <a:spLocks/>
          </p:cNvSpPr>
          <p:nvPr/>
        </p:nvSpPr>
        <p:spPr>
          <a:xfrm>
            <a:off x="822960" y="5050479"/>
            <a:ext cx="6766560" cy="108721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5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id-ID" sz="1800" b="0" i="1">
                <a:cs typeface="Arial"/>
              </a:rPr>
            </a:br>
            <a:r>
              <a:rPr lang="id-ID" sz="4800" err="1">
                <a:cs typeface="Arial"/>
              </a:rPr>
              <a:t>Gigarisk</a:t>
            </a:r>
            <a:r>
              <a:rPr lang="id-ID" sz="4800">
                <a:cs typeface="Arial"/>
              </a:rPr>
              <a:t> </a:t>
            </a:r>
            <a:r>
              <a:rPr lang="id-ID" sz="4800" err="1">
                <a:cs typeface="Arial"/>
              </a:rPr>
              <a:t>Sealed</a:t>
            </a:r>
            <a:endParaRPr lang="id-ID" sz="4800" err="1"/>
          </a:p>
        </p:txBody>
      </p:sp>
    </p:spTree>
    <p:extLst>
      <p:ext uri="{BB962C8B-B14F-4D97-AF65-F5344CB8AC3E}">
        <p14:creationId xmlns:p14="http://schemas.microsoft.com/office/powerpoint/2010/main" val="37340364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F9EC5-6E43-6E06-EE1C-83F013422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ambar 1" descr="Sebuah gambar berisi awan, ungu, angkasa, biru&#10;&#10;Konten yang dihasilkan AI mungkin salah.">
            <a:extLst>
              <a:ext uri="{FF2B5EF4-FFF2-40B4-BE49-F238E27FC236}">
                <a16:creationId xmlns:a16="http://schemas.microsoft.com/office/drawing/2014/main" id="{585327C2-CA2A-AFA7-EA53-D296F7D64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6" name="Judul 1">
            <a:extLst>
              <a:ext uri="{FF2B5EF4-FFF2-40B4-BE49-F238E27FC236}">
                <a16:creationId xmlns:a16="http://schemas.microsoft.com/office/drawing/2014/main" id="{6EDE125D-BF14-D9DC-B11B-3B5087C5DD55}"/>
              </a:ext>
            </a:extLst>
          </p:cNvPr>
          <p:cNvSpPr txBox="1">
            <a:spLocks/>
          </p:cNvSpPr>
          <p:nvPr/>
        </p:nvSpPr>
        <p:spPr>
          <a:xfrm>
            <a:off x="822960" y="5050479"/>
            <a:ext cx="6766560" cy="108721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5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id-ID" sz="4800" err="1"/>
          </a:p>
        </p:txBody>
      </p:sp>
    </p:spTree>
    <p:extLst>
      <p:ext uri="{BB962C8B-B14F-4D97-AF65-F5344CB8AC3E}">
        <p14:creationId xmlns:p14="http://schemas.microsoft.com/office/powerpoint/2010/main" val="16749319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337E3-8D66-1896-5695-7D123880ECFA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lang="en-US"/>
              <a:t>Statistik Permainan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BBDC5-5C63-D14F-FF96-B0FB9D824215}"/>
              </a:ext>
            </a:extLst>
          </p:cNvPr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736317-224F-3DBE-E78E-E74841ACDD0C}"/>
              </a:ext>
            </a:extLst>
          </p:cNvPr>
          <p:cNvSpPr txBox="1"/>
          <p:nvPr/>
        </p:nvSpPr>
        <p:spPr>
          <a:xfrm>
            <a:off x="555623" y="1246910"/>
            <a:ext cx="5914449" cy="646331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chemeClr val="bg1"/>
                </a:solidFill>
                <a:cs typeface="Arial"/>
              </a:rPr>
              <a:t>APPS</a:t>
            </a:r>
            <a:endParaRPr lang="en-US" sz="360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47992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C931F78-5AEE-4D4E-BEDF-16273C9AC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3BEE3519-9492-E763-498D-82FF854132D8}"/>
              </a:ext>
            </a:extLst>
          </p:cNvPr>
          <p:cNvSpPr>
            <a:spLocks noGrp="1"/>
          </p:cNvSpPr>
          <p:nvPr>
            <p:ph type="title" idx="102"/>
          </p:nvPr>
        </p:nvSpPr>
        <p:spPr>
          <a:xfrm>
            <a:off x="822960" y="2103120"/>
            <a:ext cx="8435340" cy="1554480"/>
          </a:xfrm>
        </p:spPr>
        <p:txBody>
          <a:bodyPr wrap="square" lIns="91440" tIns="45720" rIns="91440" bIns="45720" rtlCol="0" anchor="t"/>
          <a:lstStyle/>
          <a:p>
            <a:r>
              <a:rPr lang="id-ID">
                <a:cs typeface="Arial"/>
              </a:rPr>
              <a:t>UPDATE LEADERBOARD Final</a:t>
            </a:r>
            <a:endParaRPr lang="id-ID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9F091F00-38C5-DF21-7F28-D31806A5C6C6}"/>
              </a:ext>
            </a:extLst>
          </p:cNvPr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5" name="Picture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066C4F30-E65F-399A-EF45-0AEF22AD8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F51DB1-67E1-CE5E-0F00-EBC99E426C75}"/>
              </a:ext>
            </a:extLst>
          </p:cNvPr>
          <p:cNvSpPr txBox="1"/>
          <p:nvPr/>
        </p:nvSpPr>
        <p:spPr>
          <a:xfrm>
            <a:off x="555623" y="1246910"/>
            <a:ext cx="5914449" cy="646331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chemeClr val="bg1"/>
                </a:solidFill>
                <a:cs typeface="Arial"/>
              </a:rPr>
              <a:t>APPS</a:t>
            </a:r>
            <a:endParaRPr lang="en-US" sz="360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6964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BE7D1-3C11-65B1-3040-432567DF6115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lang="en-US"/>
              <a:t>Podium Juara 1,2,3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5F39BD-74AF-6437-1DA8-5CE1CAC75C8E}"/>
              </a:ext>
            </a:extLst>
          </p:cNvPr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889365-D405-2B54-9B42-5F79E0CCF680}"/>
              </a:ext>
            </a:extLst>
          </p:cNvPr>
          <p:cNvSpPr txBox="1"/>
          <p:nvPr/>
        </p:nvSpPr>
        <p:spPr>
          <a:xfrm>
            <a:off x="555623" y="1246910"/>
            <a:ext cx="5914449" cy="646331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chemeClr val="bg1"/>
                </a:solidFill>
                <a:cs typeface="Arial"/>
              </a:rPr>
              <a:t>APPS</a:t>
            </a:r>
            <a:endParaRPr lang="en-US" sz="360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2620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F8792-A82E-DA92-693A-67E618F3C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ambar 2" descr="Sebuah gambar berisi outdoor, sinar matahari, matahari, siang hari&#10;&#10;Konten yang dihasilkan AI mungkin salah.">
            <a:extLst>
              <a:ext uri="{FF2B5EF4-FFF2-40B4-BE49-F238E27FC236}">
                <a16:creationId xmlns:a16="http://schemas.microsoft.com/office/drawing/2014/main" id="{8A315B3F-3F81-A09E-7809-348292985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6" name="Judul 1">
            <a:extLst>
              <a:ext uri="{FF2B5EF4-FFF2-40B4-BE49-F238E27FC236}">
                <a16:creationId xmlns:a16="http://schemas.microsoft.com/office/drawing/2014/main" id="{B804A0C3-7D99-1BAD-07A1-93D15DDB1D61}"/>
              </a:ext>
            </a:extLst>
          </p:cNvPr>
          <p:cNvSpPr txBox="1">
            <a:spLocks/>
          </p:cNvSpPr>
          <p:nvPr/>
        </p:nvSpPr>
        <p:spPr>
          <a:xfrm>
            <a:off x="822960" y="5050479"/>
            <a:ext cx="6766560" cy="108721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5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sz="4800">
                <a:solidFill>
                  <a:srgbClr val="3C2764"/>
                </a:solidFill>
                <a:cs typeface="Arial"/>
              </a:rPr>
              <a:t>Ending</a:t>
            </a:r>
            <a:endParaRPr lang="id-ID" sz="4800" err="1">
              <a:solidFill>
                <a:srgbClr val="3C27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8875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9621AB6-5404-E9C6-A583-2323A9DA6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3F48F1-4C9E-D596-D623-1C6AD5BA40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5623" y="372477"/>
            <a:ext cx="6274667" cy="7863840"/>
          </a:xfrm>
        </p:spPr>
        <p:txBody>
          <a:bodyPr/>
          <a:lstStyle/>
          <a:p>
            <a:r>
              <a:rPr lang="en-US" err="1"/>
              <a:t>Sistem</a:t>
            </a:r>
            <a:r>
              <a:rPr lang="en-US"/>
              <a:t> main challenge-2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13DE00-7EBF-22AC-2FBF-106289AE8487}"/>
              </a:ext>
            </a:extLst>
          </p:cNvPr>
          <p:cNvSpPr txBox="1"/>
          <p:nvPr/>
        </p:nvSpPr>
        <p:spPr>
          <a:xfrm>
            <a:off x="555624" y="1276350"/>
            <a:ext cx="87058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Muter </a:t>
            </a:r>
            <a:r>
              <a:rPr lang="en-US" err="1"/>
              <a:t>kartu</a:t>
            </a:r>
            <a:r>
              <a:rPr lang="en-US"/>
              <a:t> </a:t>
            </a:r>
            <a:r>
              <a:rPr lang="en-US" err="1"/>
              <a:t>dulu</a:t>
            </a:r>
            <a:r>
              <a:rPr lang="en-US"/>
              <a:t> </a:t>
            </a:r>
            <a:r>
              <a:rPr lang="en-US" err="1"/>
              <a:t>sampe</a:t>
            </a:r>
            <a:r>
              <a:rPr lang="en-US"/>
              <a:t> </a:t>
            </a:r>
            <a:r>
              <a:rPr lang="en-US" err="1"/>
              <a:t>nemu</a:t>
            </a:r>
            <a:r>
              <a:rPr lang="en-US"/>
              <a:t> </a:t>
            </a:r>
            <a:r>
              <a:rPr lang="en-US" err="1"/>
              <a:t>sepasang</a:t>
            </a:r>
            <a:r>
              <a:rPr lang="en-US"/>
              <a:t>, </a:t>
            </a:r>
            <a:r>
              <a:rPr lang="en-US" err="1"/>
              <a:t>terus</a:t>
            </a:r>
            <a:r>
              <a:rPr lang="en-US"/>
              <a:t> </a:t>
            </a:r>
            <a:r>
              <a:rPr lang="en-US" err="1"/>
              <a:t>kasih</a:t>
            </a:r>
            <a:r>
              <a:rPr lang="en-US"/>
              <a:t> </a:t>
            </a:r>
            <a:r>
              <a:rPr lang="en-US" err="1"/>
              <a:t>soal</a:t>
            </a:r>
            <a:r>
              <a:rPr lang="en-US"/>
              <a:t> dan </a:t>
            </a:r>
            <a:r>
              <a:rPr lang="en-US" err="1"/>
              <a:t>pilihan</a:t>
            </a:r>
            <a:r>
              <a:rPr lang="en-US"/>
              <a:t> </a:t>
            </a:r>
            <a:r>
              <a:rPr lang="en-US" err="1"/>
              <a:t>mau</a:t>
            </a:r>
            <a:r>
              <a:rPr lang="en-US"/>
              <a:t> </a:t>
            </a:r>
            <a:r>
              <a:rPr lang="en-US" err="1"/>
              <a:t>jawab</a:t>
            </a:r>
            <a:r>
              <a:rPr lang="en-US"/>
              <a:t> </a:t>
            </a:r>
            <a:r>
              <a:rPr lang="en-US" err="1"/>
              <a:t>apa</a:t>
            </a:r>
            <a:r>
              <a:rPr lang="en-US"/>
              <a:t> </a:t>
            </a:r>
            <a:r>
              <a:rPr lang="en-US" err="1"/>
              <a:t>lempar</a:t>
            </a:r>
            <a:br>
              <a:rPr lang="en-US"/>
            </a:br>
            <a:br>
              <a:rPr lang="en-US"/>
            </a:br>
            <a:r>
              <a:rPr lang="en-US"/>
              <a:t>JAWAB SENDIRI</a:t>
            </a:r>
            <a:br>
              <a:rPr lang="en-US"/>
            </a:br>
            <a:r>
              <a:rPr lang="en-US" err="1"/>
              <a:t>Bener</a:t>
            </a:r>
            <a:r>
              <a:rPr lang="en-US"/>
              <a:t> +full point</a:t>
            </a:r>
          </a:p>
          <a:p>
            <a:r>
              <a:rPr lang="en-US"/>
              <a:t>Salah -full point</a:t>
            </a:r>
          </a:p>
          <a:p>
            <a:endParaRPr lang="en-US"/>
          </a:p>
          <a:p>
            <a:r>
              <a:rPr lang="en-US"/>
              <a:t>LEMPAR KE LAWAN</a:t>
            </a:r>
            <a:br>
              <a:rPr lang="en-US"/>
            </a:br>
            <a:r>
              <a:rPr lang="en-US" err="1"/>
              <a:t>Bener</a:t>
            </a:r>
            <a:r>
              <a:rPr lang="en-US"/>
              <a:t>: Tim –full point dan Lawan Plus </a:t>
            </a:r>
            <a:r>
              <a:rPr lang="en-US" err="1"/>
              <a:t>setengah</a:t>
            </a:r>
            <a:r>
              <a:rPr lang="en-US"/>
              <a:t> point</a:t>
            </a:r>
          </a:p>
          <a:p>
            <a:r>
              <a:rPr lang="en-US"/>
              <a:t>Salah: -</a:t>
            </a:r>
            <a:r>
              <a:rPr lang="en-US" err="1"/>
              <a:t>setengah</a:t>
            </a:r>
            <a:r>
              <a:rPr lang="en-US"/>
              <a:t> point dan Lawan –</a:t>
            </a:r>
            <a:r>
              <a:rPr lang="en-US" err="1"/>
              <a:t>setengah</a:t>
            </a:r>
            <a:r>
              <a:rPr lang="en-US"/>
              <a:t> point</a:t>
            </a:r>
          </a:p>
        </p:txBody>
      </p:sp>
    </p:spTree>
    <p:extLst>
      <p:ext uri="{BB962C8B-B14F-4D97-AF65-F5344CB8AC3E}">
        <p14:creationId xmlns:p14="http://schemas.microsoft.com/office/powerpoint/2010/main" val="6879917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6B56C8-838C-88DE-E5DB-3FF44F5A17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5624" y="372477"/>
            <a:ext cx="6260812" cy="7863840"/>
          </a:xfrm>
        </p:spPr>
        <p:txBody>
          <a:bodyPr/>
          <a:lstStyle/>
          <a:p>
            <a:r>
              <a:rPr lang="en-US"/>
              <a:t>Sistem main challenge-3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EE72D4-8DBF-A632-8056-6BEB953FB332}"/>
              </a:ext>
            </a:extLst>
          </p:cNvPr>
          <p:cNvSpPr txBox="1"/>
          <p:nvPr/>
        </p:nvSpPr>
        <p:spPr>
          <a:xfrm>
            <a:off x="555624" y="1207077"/>
            <a:ext cx="8705850" cy="5078313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/>
              <a:t>Kasih </a:t>
            </a:r>
            <a:r>
              <a:rPr lang="en-US" err="1"/>
              <a:t>pertanyaan</a:t>
            </a:r>
            <a:r>
              <a:rPr lang="en-US"/>
              <a:t> </a:t>
            </a:r>
            <a:r>
              <a:rPr lang="en-US" err="1"/>
              <a:t>dulu</a:t>
            </a:r>
            <a:r>
              <a:rPr lang="en-US"/>
              <a:t>, </a:t>
            </a:r>
            <a:r>
              <a:rPr lang="en-US" err="1"/>
              <a:t>bisa</a:t>
            </a:r>
            <a:r>
              <a:rPr lang="en-US"/>
              <a:t> </a:t>
            </a:r>
            <a:r>
              <a:rPr lang="en-US" err="1"/>
              <a:t>jawab</a:t>
            </a:r>
            <a:r>
              <a:rPr lang="en-US"/>
              <a:t> dan </a:t>
            </a:r>
            <a:r>
              <a:rPr lang="en-US" err="1"/>
              <a:t>lempar</a:t>
            </a:r>
            <a:r>
              <a:rPr lang="en-US"/>
              <a:t> </a:t>
            </a:r>
            <a:r>
              <a:rPr lang="en-US" err="1"/>
              <a:t>ke</a:t>
            </a:r>
            <a:r>
              <a:rPr lang="en-US"/>
              <a:t> </a:t>
            </a:r>
            <a:r>
              <a:rPr lang="en-US" err="1"/>
              <a:t>tim</a:t>
            </a:r>
            <a:r>
              <a:rPr lang="en-US"/>
              <a:t> lain. Ini game </a:t>
            </a:r>
            <a:r>
              <a:rPr lang="en-US" err="1"/>
              <a:t>kumpul</a:t>
            </a:r>
            <a:r>
              <a:rPr lang="en-US"/>
              <a:t> </a:t>
            </a:r>
            <a:r>
              <a:rPr lang="en-US" err="1"/>
              <a:t>poin</a:t>
            </a:r>
            <a:r>
              <a:rPr lang="en-US"/>
              <a:t> dan eliminasi2 an.</a:t>
            </a:r>
          </a:p>
          <a:p>
            <a:endParaRPr lang="en-US"/>
          </a:p>
          <a:p>
            <a:r>
              <a:rPr lang="en-US"/>
              <a:t>JAWAB SENDIRI</a:t>
            </a:r>
            <a:br>
              <a:rPr lang="en-US"/>
            </a:br>
            <a:r>
              <a:rPr lang="en-US"/>
              <a:t>Bener +10 point dan </a:t>
            </a:r>
            <a:r>
              <a:rPr lang="en-US" err="1"/>
              <a:t>lawan</a:t>
            </a:r>
            <a:r>
              <a:rPr lang="en-US"/>
              <a:t> yang </a:t>
            </a:r>
            <a:r>
              <a:rPr lang="en-US" err="1"/>
              <a:t>dipilih</a:t>
            </a:r>
            <a:r>
              <a:rPr lang="en-US"/>
              <a:t> </a:t>
            </a:r>
            <a:r>
              <a:rPr lang="en-US" err="1"/>
              <a:t>mencet</a:t>
            </a:r>
            <a:r>
              <a:rPr lang="en-US"/>
              <a:t> 2 </a:t>
            </a:r>
            <a:r>
              <a:rPr lang="en-US" err="1"/>
              <a:t>gigi</a:t>
            </a:r>
            <a:endParaRPr lang="en-US"/>
          </a:p>
          <a:p>
            <a:r>
              <a:rPr lang="en-US"/>
              <a:t>Salah -10 point dan </a:t>
            </a:r>
            <a:r>
              <a:rPr lang="en-US" err="1"/>
              <a:t>Mencet</a:t>
            </a:r>
            <a:r>
              <a:rPr lang="en-US"/>
              <a:t> 2 </a:t>
            </a:r>
            <a:r>
              <a:rPr lang="en-US" err="1"/>
              <a:t>gigi</a:t>
            </a:r>
            <a:endParaRPr lang="en-US"/>
          </a:p>
          <a:p>
            <a:endParaRPr lang="en-US"/>
          </a:p>
          <a:p>
            <a:r>
              <a:rPr lang="en-US"/>
              <a:t>LEMPAR KE LAWAN</a:t>
            </a:r>
            <a:br>
              <a:rPr lang="en-US"/>
            </a:br>
            <a:r>
              <a:rPr lang="en-US"/>
              <a:t>Bener: Tim –5 point </a:t>
            </a:r>
            <a:r>
              <a:rPr lang="en-US" err="1"/>
              <a:t>mencet</a:t>
            </a:r>
            <a:r>
              <a:rPr lang="en-US"/>
              <a:t> 2 </a:t>
            </a:r>
            <a:r>
              <a:rPr lang="en-US" err="1"/>
              <a:t>gigi</a:t>
            </a:r>
            <a:r>
              <a:rPr lang="en-US"/>
              <a:t> dan Lawan +5 point</a:t>
            </a:r>
          </a:p>
          <a:p>
            <a:r>
              <a:rPr lang="en-US"/>
              <a:t>Salah: Tim +5 point dan Lawan –5 point </a:t>
            </a:r>
            <a:r>
              <a:rPr lang="en-US" err="1"/>
              <a:t>mencet</a:t>
            </a:r>
            <a:r>
              <a:rPr lang="en-US"/>
              <a:t> 2 </a:t>
            </a:r>
            <a:r>
              <a:rPr lang="en-US" err="1"/>
              <a:t>gigi</a:t>
            </a:r>
            <a:br>
              <a:rPr lang="en-US"/>
            </a:br>
            <a:br>
              <a:rPr lang="en-US"/>
            </a:br>
            <a:br>
              <a:rPr lang="en-US"/>
            </a:br>
            <a:r>
              <a:rPr lang="en-US" err="1"/>
              <a:t>Buaya</a:t>
            </a:r>
            <a:r>
              <a:rPr lang="en-US"/>
              <a:t> </a:t>
            </a:r>
            <a:r>
              <a:rPr lang="en-US" err="1"/>
              <a:t>nya</a:t>
            </a:r>
            <a:r>
              <a:rPr lang="en-US"/>
              <a:t> </a:t>
            </a:r>
            <a:r>
              <a:rPr lang="en-US" err="1"/>
              <a:t>pake</a:t>
            </a:r>
            <a:r>
              <a:rPr lang="en-US"/>
              <a:t> </a:t>
            </a:r>
            <a:r>
              <a:rPr lang="en-US" err="1"/>
              <a:t>buaya</a:t>
            </a:r>
            <a:r>
              <a:rPr lang="en-US"/>
              <a:t> yang </a:t>
            </a:r>
            <a:r>
              <a:rPr lang="en-US" err="1"/>
              <a:t>sama</a:t>
            </a:r>
            <a:r>
              <a:rPr lang="en-US"/>
              <a:t> </a:t>
            </a:r>
            <a:r>
              <a:rPr lang="en-US" err="1"/>
              <a:t>buat</a:t>
            </a:r>
            <a:r>
              <a:rPr lang="en-US"/>
              <a:t> </a:t>
            </a:r>
            <a:r>
              <a:rPr lang="en-US" err="1"/>
              <a:t>tiap</a:t>
            </a:r>
            <a:r>
              <a:rPr lang="en-US"/>
              <a:t> </a:t>
            </a:r>
            <a:r>
              <a:rPr lang="en-US" err="1"/>
              <a:t>pemain</a:t>
            </a:r>
            <a:r>
              <a:rPr lang="en-US"/>
              <a:t> </a:t>
            </a:r>
            <a:r>
              <a:rPr lang="en-US" err="1"/>
              <a:t>sampe</a:t>
            </a:r>
            <a:r>
              <a:rPr lang="en-US"/>
              <a:t> </a:t>
            </a:r>
            <a:r>
              <a:rPr lang="en-US" err="1"/>
              <a:t>ada</a:t>
            </a:r>
            <a:r>
              <a:rPr lang="en-US"/>
              <a:t> yang </a:t>
            </a:r>
            <a:r>
              <a:rPr lang="en-US" err="1"/>
              <a:t>tereliminasi</a:t>
            </a:r>
            <a:r>
              <a:rPr lang="en-US"/>
              <a:t> </a:t>
            </a:r>
            <a:r>
              <a:rPr lang="en-US" err="1"/>
              <a:t>baru</a:t>
            </a:r>
            <a:r>
              <a:rPr lang="en-US"/>
              <a:t> Ganti </a:t>
            </a:r>
            <a:r>
              <a:rPr lang="en-US" err="1"/>
              <a:t>buaya</a:t>
            </a:r>
            <a:endParaRPr lang="en-US">
              <a:cs typeface="Arial"/>
            </a:endParaRPr>
          </a:p>
          <a:p>
            <a:endParaRPr lang="en-US"/>
          </a:p>
          <a:p>
            <a:endParaRPr lang="en-US"/>
          </a:p>
          <a:p>
            <a:r>
              <a:rPr lang="en-US" err="1"/>
              <a:t>Sistem</a:t>
            </a:r>
            <a:r>
              <a:rPr lang="en-US"/>
              <a:t> scoring </a:t>
            </a:r>
            <a:r>
              <a:rPr lang="en-US" err="1"/>
              <a:t>nya</a:t>
            </a:r>
            <a:r>
              <a:rPr lang="en-US"/>
              <a:t> </a:t>
            </a:r>
            <a:r>
              <a:rPr lang="en-US" err="1"/>
              <a:t>itu</a:t>
            </a:r>
            <a:r>
              <a:rPr lang="en-US"/>
              <a:t> </a:t>
            </a:r>
            <a:r>
              <a:rPr lang="en-US" err="1"/>
              <a:t>berdasarkan</a:t>
            </a:r>
            <a:r>
              <a:rPr lang="en-US"/>
              <a:t> </a:t>
            </a:r>
            <a:r>
              <a:rPr lang="en-US" err="1"/>
              <a:t>jumlah</a:t>
            </a:r>
            <a:r>
              <a:rPr lang="en-US"/>
              <a:t> </a:t>
            </a:r>
            <a:r>
              <a:rPr lang="en-US" err="1"/>
              <a:t>pertanyaan</a:t>
            </a:r>
            <a:r>
              <a:rPr lang="en-US"/>
              <a:t> yang </a:t>
            </a:r>
            <a:r>
              <a:rPr lang="en-US" err="1"/>
              <a:t>dijawab</a:t>
            </a:r>
            <a:br>
              <a:rPr lang="en-US"/>
            </a:br>
            <a:r>
              <a:rPr lang="en-US" err="1"/>
              <a:t>Buaya</a:t>
            </a:r>
            <a:r>
              <a:rPr lang="en-US"/>
              <a:t> </a:t>
            </a:r>
            <a:r>
              <a:rPr lang="en-US" err="1"/>
              <a:t>nya</a:t>
            </a:r>
            <a:r>
              <a:rPr lang="en-US"/>
              <a:t> </a:t>
            </a:r>
            <a:r>
              <a:rPr lang="en-US" err="1"/>
              <a:t>itu</a:t>
            </a:r>
            <a:r>
              <a:rPr lang="en-US"/>
              <a:t> Cuma </a:t>
            </a:r>
            <a:r>
              <a:rPr lang="en-US" err="1"/>
              <a:t>buat</a:t>
            </a:r>
            <a:r>
              <a:rPr lang="en-US"/>
              <a:t> </a:t>
            </a:r>
            <a:r>
              <a:rPr lang="en-US" err="1"/>
              <a:t>alat</a:t>
            </a:r>
            <a:r>
              <a:rPr lang="en-US"/>
              <a:t> </a:t>
            </a:r>
            <a:r>
              <a:rPr lang="en-US" err="1"/>
              <a:t>eliminasi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8710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36071F7-9A07-469C-0168-47E5B0A6C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ambar 3" descr="Sebuah gambar berisi teks, cuplikan layar, Warna-warni&#10;&#10;Konten yang dihasilkan AI mungkin salah.">
            <a:extLst>
              <a:ext uri="{FF2B5EF4-FFF2-40B4-BE49-F238E27FC236}">
                <a16:creationId xmlns:a16="http://schemas.microsoft.com/office/drawing/2014/main" id="{077403E1-E279-8B8F-50DF-B56A72B0E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75" y="1155383"/>
            <a:ext cx="6800850" cy="5705475"/>
          </a:xfrm>
          <a:prstGeom prst="rect">
            <a:avLst/>
          </a:prstGeom>
        </p:spPr>
      </p:pic>
      <p:sp>
        <p:nvSpPr>
          <p:cNvPr id="6" name="Persegi Panjang 5">
            <a:extLst>
              <a:ext uri="{FF2B5EF4-FFF2-40B4-BE49-F238E27FC236}">
                <a16:creationId xmlns:a16="http://schemas.microsoft.com/office/drawing/2014/main" id="{97C53217-AF62-C217-83F1-2DCB837D328C}"/>
              </a:ext>
            </a:extLst>
          </p:cNvPr>
          <p:cNvSpPr/>
          <p:nvPr/>
        </p:nvSpPr>
        <p:spPr>
          <a:xfrm>
            <a:off x="2695076" y="-2232"/>
            <a:ext cx="6810899" cy="11385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d-ID" err="1">
                <a:cs typeface="Arial"/>
              </a:rPr>
              <a:t>Timer</a:t>
            </a:r>
            <a:endParaRPr lang="id-ID" err="1"/>
          </a:p>
        </p:txBody>
      </p:sp>
      <p:sp>
        <p:nvSpPr>
          <p:cNvPr id="7" name="Persegi Panjang 6">
            <a:extLst>
              <a:ext uri="{FF2B5EF4-FFF2-40B4-BE49-F238E27FC236}">
                <a16:creationId xmlns:a16="http://schemas.microsoft.com/office/drawing/2014/main" id="{356B9F3A-07CE-AD0C-CEB9-613FF9CAE7AD}"/>
              </a:ext>
            </a:extLst>
          </p:cNvPr>
          <p:cNvSpPr/>
          <p:nvPr/>
        </p:nvSpPr>
        <p:spPr>
          <a:xfrm>
            <a:off x="1232036" y="1156007"/>
            <a:ext cx="1233059" cy="276413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d-ID" err="1">
                <a:cs typeface="Arial"/>
              </a:rPr>
              <a:t>Split</a:t>
            </a:r>
            <a:r>
              <a:rPr lang="id-ID">
                <a:cs typeface="Arial"/>
              </a:rPr>
              <a:t> </a:t>
            </a:r>
            <a:r>
              <a:rPr lang="id-ID" err="1">
                <a:cs typeface="Arial"/>
              </a:rPr>
              <a:t>Screen</a:t>
            </a:r>
            <a:endParaRPr lang="id-ID" err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917B1B-61B4-2A00-CA74-D542BF9F4CC9}"/>
              </a:ext>
            </a:extLst>
          </p:cNvPr>
          <p:cNvSpPr txBox="1"/>
          <p:nvPr/>
        </p:nvSpPr>
        <p:spPr>
          <a:xfrm>
            <a:off x="8950037" y="415637"/>
            <a:ext cx="2736734" cy="646331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chemeClr val="bg1"/>
                </a:solidFill>
                <a:cs typeface="Arial"/>
              </a:rPr>
              <a:t>APPS</a:t>
            </a:r>
            <a:endParaRPr lang="en-US" sz="360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1269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F90E45E-1019-D80A-5004-F4456AA8E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F10C-C659-A315-828C-91D00F03886C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lang="en-US"/>
              <a:t>GM Milih kartu pemain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E70BBD-07B9-8F81-6B4B-34A3EE05BFEA}"/>
              </a:ext>
            </a:extLst>
          </p:cNvPr>
          <p:cNvSpPr txBox="1"/>
          <p:nvPr/>
        </p:nvSpPr>
        <p:spPr>
          <a:xfrm>
            <a:off x="8950037" y="415637"/>
            <a:ext cx="2736734" cy="646331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chemeClr val="bg1"/>
                </a:solidFill>
                <a:cs typeface="Arial"/>
              </a:rPr>
              <a:t>APPS</a:t>
            </a:r>
            <a:endParaRPr lang="en-US" sz="360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25449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A1F2354-44DA-CFA6-CE8B-48A349B7B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ipe tahap">
            <a:extLst>
              <a:ext uri="{FF2B5EF4-FFF2-40B4-BE49-F238E27FC236}">
                <a16:creationId xmlns:a16="http://schemas.microsoft.com/office/drawing/2014/main" id="{BA6594DE-665F-B90E-C8CC-5015A5E2CE38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F951F834-D594-7214-F74A-9CBFE3F9D8AF}"/>
              </a:ext>
            </a:extLst>
          </p:cNvPr>
          <p:cNvSpPr>
            <a:spLocks noGrp="1"/>
          </p:cNvSpPr>
          <p:nvPr>
            <p:ph type="title" idx="102" hasCustomPrompt="1"/>
          </p:nvPr>
        </p:nvSpPr>
        <p:spPr>
          <a:xfrm>
            <a:off x="822960" y="210312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/>
              <a:t>PAGE CARD</a:t>
            </a:r>
            <a:r>
              <a:rPr lang="en-US" sz="5200" b="1"/>
              <a:t> REVEAL</a:t>
            </a:r>
            <a:endParaRPr lang="en-US" sz="52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CA27DC06-B9D6-D200-7834-79ACA94396E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53</a:t>
            </a:fld>
            <a:endParaRPr lang="en-US"/>
          </a:p>
        </p:txBody>
      </p:sp>
      <p:sp>
        <p:nvSpPr>
          <p:cNvPr id="18" name="Tampungan Teks 17">
            <a:extLst>
              <a:ext uri="{FF2B5EF4-FFF2-40B4-BE49-F238E27FC236}">
                <a16:creationId xmlns:a16="http://schemas.microsoft.com/office/drawing/2014/main" id="{D422B4C9-1211-9319-ABC4-913F9338924F}"/>
              </a:ext>
            </a:extLst>
          </p:cNvPr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016163-5D9E-0347-20B0-DD0B867FF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988EB1-FBFB-A8B1-585A-0AAE77CEB318}"/>
              </a:ext>
            </a:extLst>
          </p:cNvPr>
          <p:cNvSpPr txBox="1"/>
          <p:nvPr/>
        </p:nvSpPr>
        <p:spPr>
          <a:xfrm>
            <a:off x="8950037" y="415637"/>
            <a:ext cx="2736734" cy="646331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chemeClr val="bg1"/>
                </a:solidFill>
                <a:cs typeface="Arial"/>
              </a:rPr>
              <a:t>APPS</a:t>
            </a:r>
            <a:endParaRPr lang="en-US" sz="360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632410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3CD52A6-BC92-4E8E-FC1B-8862298AD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89572CCB-2C5E-7022-985D-963A024CB8ED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 wrap="square" lIns="91440" tIns="45720" rIns="91440" bIns="45720" rtlCol="0" anchor="t"/>
          <a:lstStyle/>
          <a:p>
            <a:r>
              <a:rPr lang="id-ID">
                <a:cs typeface="Arial"/>
              </a:rPr>
              <a:t>UPDATE LEADERBOARD -1</a:t>
            </a:r>
            <a:endParaRPr lang="id-ID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EDDD161D-D43A-BAC7-E2BA-1440062B1014}"/>
              </a:ext>
            </a:extLst>
          </p:cNvPr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68B7BA-6601-948A-3319-E808F1982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80A99C-3ED8-91AA-603B-D55CB71D7246}"/>
              </a:ext>
            </a:extLst>
          </p:cNvPr>
          <p:cNvSpPr txBox="1"/>
          <p:nvPr/>
        </p:nvSpPr>
        <p:spPr>
          <a:xfrm>
            <a:off x="8950037" y="415637"/>
            <a:ext cx="2736734" cy="646331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chemeClr val="bg1"/>
                </a:solidFill>
                <a:cs typeface="Arial"/>
              </a:rPr>
              <a:t>APPS</a:t>
            </a:r>
            <a:endParaRPr lang="en-US" sz="360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1164961"/>
      </p:ext>
    </p:extLst>
  </p:cSld>
  <p:clrMapOvr>
    <a:masterClrMapping/>
  </p:clrMapOvr>
</p:sld>
</file>

<file path=ppt/theme/theme1.xml><?xml version="1.0" encoding="utf-8"?>
<a:theme xmlns:a="http://schemas.openxmlformats.org/drawingml/2006/main" name="Guard The Hearts Transisi">
  <a:themeElements>
    <a:clrScheme name="Guard The Hearts Transisi">
      <a:dk1>
        <a:srgbClr val="2B1C47"/>
      </a:dk1>
      <a:lt1>
        <a:srgbClr val="FFFFFF"/>
      </a:lt1>
      <a:dk2>
        <a:srgbClr val="5B4B78"/>
      </a:dk2>
      <a:lt2>
        <a:srgbClr val="F4F0F8"/>
      </a:lt2>
      <a:accent1>
        <a:srgbClr val="A7489A"/>
      </a:accent1>
      <a:accent2>
        <a:srgbClr val="64C4B3"/>
      </a:accent2>
      <a:accent3>
        <a:srgbClr val="F7A16C"/>
      </a:accent3>
      <a:accent4>
        <a:srgbClr val="188B8E"/>
      </a:accent4>
      <a:accent5>
        <a:srgbClr val="842F8A"/>
      </a:accent5>
      <a:accent6>
        <a:srgbClr val="F17083"/>
      </a:accent6>
      <a:hlink>
        <a:srgbClr val="0D80B1"/>
      </a:hlink>
      <a:folHlink>
        <a:srgbClr val="842F8A"/>
      </a:folHlink>
    </a:clrScheme>
    <a:fontScheme name="Guard The Hearts Transisi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d7a94a0-af32-4bd9-93ac-5e2024d2e5e7">
      <Terms xmlns="http://schemas.microsoft.com/office/infopath/2007/PartnerControls"/>
    </lcf76f155ced4ddcb4097134ff3c332f>
    <TaxCatchAll xmlns="60bb3ae5-c069-4714-a9bf-af3abdaeea9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15EA4D6DF463B45A4779BAAE1BEA9E6" ma:contentTypeVersion="17" ma:contentTypeDescription="Create a new document." ma:contentTypeScope="" ma:versionID="33b3d19d1916f7f24252d76b30a4ef20">
  <xsd:schema xmlns:xsd="http://www.w3.org/2001/XMLSchema" xmlns:xs="http://www.w3.org/2001/XMLSchema" xmlns:p="http://schemas.microsoft.com/office/2006/metadata/properties" xmlns:ns2="dd7a94a0-af32-4bd9-93ac-5e2024d2e5e7" xmlns:ns3="60bb3ae5-c069-4714-a9bf-af3abdaeea98" targetNamespace="http://schemas.microsoft.com/office/2006/metadata/properties" ma:root="true" ma:fieldsID="79eeb5245cad43af9d471da3455496cf" ns2:_="" ns3:_="">
    <xsd:import namespace="dd7a94a0-af32-4bd9-93ac-5e2024d2e5e7"/>
    <xsd:import namespace="60bb3ae5-c069-4714-a9bf-af3abdaeea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7a94a0-af32-4bd9-93ac-5e2024d2e5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21b9c2b0-3916-4ad3-9ba2-eb00e1bdd9b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bb3ae5-c069-4714-a9bf-af3abdaeea98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e71a70e0-9ae1-483f-adb5-7c7347523a01}" ma:internalName="TaxCatchAll" ma:showField="CatchAllData" ma:web="60bb3ae5-c069-4714-a9bf-af3abdaeea9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67B8A85-53B4-4054-9457-1B437DD491FA}">
  <ds:schemaRefs>
    <ds:schemaRef ds:uri="60bb3ae5-c069-4714-a9bf-af3abdaeea98"/>
    <ds:schemaRef ds:uri="dd7a94a0-af32-4bd9-93ac-5e2024d2e5e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78CB5E0-ECA4-444F-9D79-2A4586E0C379}">
  <ds:schemaRefs>
    <ds:schemaRef ds:uri="60bb3ae5-c069-4714-a9bf-af3abdaeea98"/>
    <ds:schemaRef ds:uri="dd7a94a0-af32-4bd9-93ac-5e2024d2e5e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A7F7F0D-793E-4FDA-BC4B-30CFF2F3930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804</Words>
  <Application>Microsoft Office PowerPoint</Application>
  <PresentationFormat>Widescreen</PresentationFormat>
  <Paragraphs>155</Paragraphs>
  <Slides>54</Slides>
  <Notes>4</Notes>
  <HiddenSlides>29</HiddenSlides>
  <MMClips>3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6" baseType="lpstr">
      <vt:lpstr>Arial</vt:lpstr>
      <vt:lpstr>Guard The Hearts Transisi</vt:lpstr>
      <vt:lpstr>PowerPoint Presentation</vt:lpstr>
      <vt:lpstr>PowerPoint Presentation</vt:lpstr>
      <vt:lpstr>PowerPoint Presentation</vt:lpstr>
      <vt:lpstr>Gigarisk Muncul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Page Claim Reward</vt:lpstr>
      <vt:lpstr>PowerPoint Presentation</vt:lpstr>
      <vt:lpstr>PowerPoint Presentation</vt:lpstr>
      <vt:lpstr>GM Milih kartu pemain</vt:lpstr>
      <vt:lpstr>PowerPoint Presentation</vt:lpstr>
      <vt:lpstr>PAGE CARD REVEAL</vt:lpstr>
      <vt:lpstr>UPDATE LEADERBOARD -1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Page Claim Reward</vt:lpstr>
      <vt:lpstr>PowerPoint Presentation</vt:lpstr>
      <vt:lpstr>PowerPoint Presentation</vt:lpstr>
      <vt:lpstr>GM Milih kartu pemain</vt:lpstr>
      <vt:lpstr>PowerPoint Presentation</vt:lpstr>
      <vt:lpstr>PAGE CARD REVEAL</vt:lpstr>
      <vt:lpstr>UPDATE LEADERBOARD -1</vt:lpstr>
      <vt:lpstr>PowerPoint Presentation</vt:lpstr>
      <vt:lpstr>PowerPoint Presentation</vt:lpstr>
      <vt:lpstr>Statistik Permainan</vt:lpstr>
      <vt:lpstr>UPDATE LEADERBOARD Final</vt:lpstr>
      <vt:lpstr>Podium Juara 1,2,3</vt:lpstr>
      <vt:lpstr>PowerPoint Presentation</vt:lpstr>
      <vt:lpstr>PowerPoint Presentation</vt:lpstr>
      <vt:lpstr>PowerPoint Presentation</vt:lpstr>
      <vt:lpstr>PowerPoint Presentation</vt:lpstr>
      <vt:lpstr>GM Milih kartu pemain</vt:lpstr>
      <vt:lpstr>PAGE CARD REVEAL</vt:lpstr>
      <vt:lpstr>UPDATE LEADERBOARD -1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Guard The Hearts - Transisi Antar Challenge</dc:title>
  <dc:subject>PptxGenJS Presentation</dc:subject>
  <dc:creator>Veda Praxis</dc:creator>
  <cp:lastModifiedBy>Mohamad Cendikia Isnatinnov Hairy</cp:lastModifiedBy>
  <cp:revision>2</cp:revision>
  <dcterms:created xsi:type="dcterms:W3CDTF">2026-10-05T05:34:12Z</dcterms:created>
  <dcterms:modified xsi:type="dcterms:W3CDTF">2026-10-13T08:57:39Z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0x010100215EA4D6DF463B45A4779BAAE1BEA9E6</vt:lpwstr>
  </property>
  <property fmtid="{D5CDD505-2E9C-101B-9397-08002B2CF9AE}" pid="3" name="MediaServiceImageTags">
    <vt:lpwstr/>
  </property>
</Properties>
</file>