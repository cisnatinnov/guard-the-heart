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61" r:id="rId5"/>
    <p:sldId id="256" r:id="rId6"/>
    <p:sldId id="262" r:id="rId7"/>
    <p:sldId id="265" r:id="rId8"/>
    <p:sldId id="257" r:id="rId9"/>
    <p:sldId id="259" r:id="rId10"/>
    <p:sldId id="258" r:id="rId11"/>
    <p:sldId id="263" r:id="rId12"/>
    <p:sldId id="264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1795A2-D779-4840-B40E-D6FA86984639}" v="12" dt="2026-10-13T15:25:49.078"/>
    <p1510:client id="{A8310F9E-870B-B65E-7D9A-08510035A16A}" v="4" dt="2026-10-13T16:16:55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16CE6-7CBA-4135-8172-BB6B699BED8E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5B3B-3C8F-4A53-882E-C2D14B739C8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8282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5B3B-3C8F-4A53-882E-C2D14B739C85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8664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08C4-DB5F-132D-4FAE-175064C89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D42614-8FE5-D31D-A198-1ED0D995E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EDBD6-C1EC-9610-8D5F-E16A1014C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F0B5C-6A49-90B5-49B1-53F60338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0820B-99BA-B9A4-210B-52E51B1CD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593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8DFB-E111-7FAB-0C03-D8A308763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6C9DC-C154-BAAF-AA2D-AFE1015AC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B008E-0E5B-6ADD-2DD7-A7311F08C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1D806-ED6A-7DB1-CF73-A9EDB08C9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66427-BCF0-1839-3026-9EAC8E60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014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1418-96DB-D304-65D7-C99AE7295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19702-1335-B5D2-2BF3-9B5DA85AB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D4580-2D29-9039-39CB-AA5F609C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B1AA2-669B-B6D4-4A00-208D8132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FE2EE-14AC-A5D4-E016-3CFCF116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756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1149-C300-E7E3-537C-A3B6B3D9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DD7B3-3193-0B02-84CE-FCD5D2BF8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2E7D1-9F50-D223-2604-439635170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10C0D-C60F-0598-30DF-7BD16B38D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A4239-91C6-6EF4-E77C-4878566B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CEED5-DF65-4597-5008-254F3D336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08320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B492A-7569-65C9-03AB-02FF8350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0BD74-EA59-33EC-AD2D-B7D97EE25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FC43B-8BE6-809B-EA0C-7D6B84B30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C8EE5-B50B-858F-ECEB-4AE4C72A3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757F5-E31C-3278-C767-EDE0AAFF8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6AF888-37C6-78D6-D39E-6F60E94E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8DC16-5A17-9904-9B8C-93FF2803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B2D657-50B9-B83D-CF6D-753FA4DA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4181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D1D57-523B-117D-AD2D-2B6E844A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A9D642-06B1-EAB6-6E61-155AAF4B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89B6D-6B32-592D-1E66-BA0585CA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0CB49-FB09-11BE-4D30-0372F70B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6066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216E2-3EB9-D50E-BA47-2A3B1733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C9DD9-0755-662A-57CB-4CF31905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D5552-A6D0-EBF5-020D-A15F8A6D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33764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6962-915B-39F7-AAA0-8E44A1013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900B2-F644-796F-0E07-DA69CBAD7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57888-7B44-E3C3-11E0-9EC58602F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AF8B4-9E1C-0B94-CDB4-6453CBA6E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15D1C-C494-D3E4-370C-ECACB7C6F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41497-469A-D32D-C115-B5C8DD797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805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B5DF-2A7D-8005-38AF-7099A87BC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58FB98-BC0D-A289-7F8D-FB904699145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8451F-CD72-445A-5FDB-1B390F595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5DC72-026E-D25B-E84A-3059BB8A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64749-DD8B-A144-3257-B084BD22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5F08A-6046-1325-2ED3-FF18C230C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5820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F2CE-588B-2F7B-B72D-58225C13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0A79A-EFBB-05CE-3B73-1509CB3CB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49A48-7F39-BE36-D332-B9027629A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69C4F-F93B-3D76-419B-83349FD1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34E9A-48AC-82DC-1B82-9266F329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9146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C943EE-90D1-4D4F-6A4F-82799F36F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2EA74E-B819-BA1D-34E5-1552CE85A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79B9-1194-6A0D-045D-6146F8B1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BE8D9-0787-763B-58F2-F63A83303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7D133-2175-CD10-A37A-4A5370B0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283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085C2-B10E-A9B7-F32C-6D40330E5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86CA9-990D-2C68-8405-0DEED805C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FDCB5-7171-8779-09C4-4DD7B1D19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6818A-C254-4425-8E34-D6C71FB2572C}" type="datetimeFigureOut">
              <a:rPr lang="en-ID" smtClean="0"/>
              <a:t>13/10/2026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7AD9B-7D7A-60A5-59ED-D2BC4C0F2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A95F5-DACF-1F60-B0D9-1F639534A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74186-1D55-4FCA-B8F8-E72E3DDDD2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676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1C7E1D5-119A-FF35-311E-253C5B18E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98CA86-E447-5966-7ACA-1948590D9C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D4F52A-B240-BA06-3728-1FEF48A0C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C43032-3C92-DF05-9FE7-BE85AD1FD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7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BA1199-56BA-9916-A1E8-A8DFC5EEF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9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72D2EB-2196-66B7-014B-BF3C3EACC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1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E6DC07A-ADBB-6B25-DFAE-DC21D79FD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68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3695EB-AA3C-3EA8-CD9F-B3AB22FD5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4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E71A5F-FE00-54FC-9622-6CAB1A3A0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183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8C7DD3-D9DB-C05E-E84D-B07CEC069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077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EC4966-D20A-E6E6-FCEB-E9F3193FF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6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B9BEB-7A25-51A9-C15B-210E07C8C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1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5EA4D6DF463B45A4779BAAE1BEA9E6" ma:contentTypeVersion="17" ma:contentTypeDescription="Create a new document." ma:contentTypeScope="" ma:versionID="33b3d19d1916f7f24252d76b30a4ef20">
  <xsd:schema xmlns:xsd="http://www.w3.org/2001/XMLSchema" xmlns:xs="http://www.w3.org/2001/XMLSchema" xmlns:p="http://schemas.microsoft.com/office/2006/metadata/properties" xmlns:ns2="dd7a94a0-af32-4bd9-93ac-5e2024d2e5e7" xmlns:ns3="60bb3ae5-c069-4714-a9bf-af3abdaeea98" targetNamespace="http://schemas.microsoft.com/office/2006/metadata/properties" ma:root="true" ma:fieldsID="79eeb5245cad43af9d471da3455496cf" ns2:_="" ns3:_="">
    <xsd:import namespace="dd7a94a0-af32-4bd9-93ac-5e2024d2e5e7"/>
    <xsd:import namespace="60bb3ae5-c069-4714-a9bf-af3abdaeea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7a94a0-af32-4bd9-93ac-5e2024d2e5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1b9c2b0-3916-4ad3-9ba2-eb00e1bdd9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b3ae5-c069-4714-a9bf-af3abdaeea9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71a70e0-9ae1-483f-adb5-7c7347523a01}" ma:internalName="TaxCatchAll" ma:showField="CatchAllData" ma:web="60bb3ae5-c069-4714-a9bf-af3abdaeea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7a94a0-af32-4bd9-93ac-5e2024d2e5e7">
      <Terms xmlns="http://schemas.microsoft.com/office/infopath/2007/PartnerControls"/>
    </lcf76f155ced4ddcb4097134ff3c332f>
    <TaxCatchAll xmlns="60bb3ae5-c069-4714-a9bf-af3abdaeea98" xsi:nil="true"/>
  </documentManagement>
</p:properties>
</file>

<file path=customXml/itemProps1.xml><?xml version="1.0" encoding="utf-8"?>
<ds:datastoreItem xmlns:ds="http://schemas.openxmlformats.org/officeDocument/2006/customXml" ds:itemID="{3554B733-55B9-4DEF-917E-FD3CC1F7F6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5BB0DD-2D2D-4427-B490-E3648A5F9DF9}">
  <ds:schemaRefs>
    <ds:schemaRef ds:uri="60bb3ae5-c069-4714-a9bf-af3abdaeea98"/>
    <ds:schemaRef ds:uri="dd7a94a0-af32-4bd9-93ac-5e2024d2e5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03BC621-3CA4-411D-AC82-6A507F492085}">
  <ds:schemaRefs>
    <ds:schemaRef ds:uri="60bb3ae5-c069-4714-a9bf-af3abdaeea98"/>
    <ds:schemaRef ds:uri="dd7a94a0-af32-4bd9-93ac-5e2024d2e5e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Lidya Ayu Atikah</dc:creator>
  <cp:revision>5</cp:revision>
  <dcterms:created xsi:type="dcterms:W3CDTF">2026-10-13T07:41:35Z</dcterms:created>
  <dcterms:modified xsi:type="dcterms:W3CDTF">2026-10-13T21:02:15Z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0x010100215EA4D6DF463B45A4779BAAE1BEA9E6</vt:lpwstr>
  </property>
  <property fmtid="{D5CDD505-2E9C-101B-9397-08002B2CF9AE}" pid="3" name="MediaServiceImageTags">
    <vt:lpwstr/>
  </property>
</Properties>
</file>