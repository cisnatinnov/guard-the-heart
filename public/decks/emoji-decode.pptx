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Image Decode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15 questions · 4 emoji each · 30 second timer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2300000"/>
            <a:ext cx="10912000" cy="28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400" b="1" dirty="0">
                <a:solidFill>
                  <a:srgbClr val="20292B"/>
                </a:solidFill>
                <a:latin typeface="Segoe UI"/>
                <a:cs typeface="Segoe UI"/>
              </a:rPr>
              <a:t>Read all 4 emoji together, then decode the answer.</a:t>
            </a:r>
          </a:p>
          <a:p>
            <a:pPr algn="ctr"/>
            <a:r>
              <a:rPr lang="en-US" sz="1800" dirty="0">
                <a:solidFill>
                  <a:srgbClr val="52666A"/>
                </a:solidFill>
                <a:latin typeface="Segoe UI"/>
                <a:cs typeface="Segoe UI"/>
              </a:rPr>
              <a:t>Ten points per decoded answer.</a:t>
            </a:r>
          </a:p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Presenter: advance slides manually or let the timer run.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1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🔥  👨‍🚒  🚒  🧯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The job that brings the truck and the extinguisher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2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🌧️  ☔  ☂️  🧥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Pulled on when the sky opens up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3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📕  📖  ✏️  📚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Where the shelves keep quiet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4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🌞  🕶️  🌞  🕶️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Two lenses that hide your eyes from the sun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5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🌋  🔥  💨  🌡️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A mountain that can erupt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6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🐍  ➰  🦎  🐍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Two of these coil, one only has legs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7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🦷  😬  🦷  🦷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A guardian smiles with these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8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🔑  🗝️  🚪  🔒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It opens a locked door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9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⛵  🌊  🧭  ⚓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Wind, waves, compass and anchor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10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🦈  🌊  🩸  🦷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An ocean predator with fins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11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🧩  🧠  🔲  🧩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Pieces that only fit one way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12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🚁  🛬  🧭  🛩️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It hovers instead of rolling on a runway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13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🦉  🌙  🌙  🦉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The bird of the night shift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14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🛰️  🌍  📡  🛰️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It orbits the earth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Question 15 of 15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Type the decoded word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3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0" dirty="0">
                <a:solidFill>
                  <a:srgbClr val="20292B"/>
                </a:solidFill>
                <a:latin typeface="Segoe UI Emoji"/>
                <a:cs typeface="Segoe UI Emoji"/>
              </a:rPr>
              <a:t>🧊  ❄️  🥶  🧊</a:t>
            </a:r>
          </a:p>
          <a:p>
            <a:pPr algn="ctr"/>
            <a:r>
              <a:rPr lang="en-US" sz="1400" dirty="0">
                <a:solidFill>
                  <a:srgbClr val="52666A"/>
                </a:solidFill>
                <a:latin typeface="Segoe UI"/>
                <a:cs typeface="Segoe UI"/>
              </a:rPr>
              <a:t>4 emoji · one answer</a:t>
            </a:r>
          </a:p>
          <a:p>
            <a:pPr algn="ctr"/>
            <a:r>
              <a:rPr lang="en-US" sz="2000" dirty="0">
                <a:solidFill>
                  <a:srgbClr val="52666A"/>
                </a:solidFill>
                <a:latin typeface="Segoe UI"/>
                <a:cs typeface="Segoe UI"/>
              </a:rPr>
              <a:t>Water that has frozen solid</a:t>
            </a:r>
          </a:p>
          <a:p>
            <a:pPr algn="ctr"/>
            <a:r>
              <a:rPr lang="en-US" sz="1800" dirty="0">
                <a:solidFill>
                  <a:srgbClr val="027479"/>
                </a:solidFill>
                <a:latin typeface="Segoe UI"/>
                <a:cs typeface="Segoe UI"/>
              </a:rPr>
              <a:t>Answer: ______________________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640000" y="300000"/>
            <a:ext cx="10912000" cy="900000"/>
          </a:xfrm>
          <a:prstGeom prst="roundRect">
            <a:avLst>
              <a:gd name="adj" fmla="val 8000"/>
            </a:avLst>
          </a:prstGeom>
          <a:solidFill>
            <a:srgbClr val="027479"/>
          </a:solidFill>
          <a:ln w="12700">
            <a:solidFill>
              <a:srgbClr val="0274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840000" y="380000"/>
            <a:ext cx="10512000" cy="74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800" b="1" dirty="0">
                <a:solidFill>
                  <a:srgbClr val="FFF4E6"/>
                </a:solidFill>
                <a:latin typeface="Segoe UI"/>
                <a:cs typeface="Segoe UI"/>
              </a:rPr>
              <a:t>Answer key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1300000"/>
            <a:ext cx="10912000" cy="5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dirty="0">
                <a:solidFill>
                  <a:srgbClr val="52666A"/>
                </a:solidFill>
                <a:latin typeface="Segoe UI"/>
                <a:cs typeface="Segoe UI"/>
              </a:rPr>
              <a:t>All 15 decoded words</a:t>
            </a:r>
          </a:p>
        </p:txBody>
      </p:sp>
      <p:sp>
        <p:nvSpPr>
          <p:cNvPr id="90" name="Body"/>
          <p:cNvSpPr txBox="1"/>
          <p:nvPr/>
        </p:nvSpPr>
        <p:spPr>
          <a:xfrm>
            <a:off x="640000" y="1750000"/>
            <a:ext cx="10912000" cy="40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1. 🔥 👨‍🚒 🚒 🧯  Firefighter</a:t>
            </a:r>
          </a:p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2. 🌧️ ☔ ☂️ 🧥  Raincoat</a:t>
            </a:r>
          </a:p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3. 📕 📖 ✏️ 📚  Library</a:t>
            </a:r>
          </a:p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4. 🌞 🕶️ 🌞 🕶️  Sunglasses</a:t>
            </a:r>
          </a:p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5. 🌋 🔥 💨 🌡️  Volcano</a:t>
            </a:r>
          </a:p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6. 🐍 ➰ 🦎 🐍  Snake</a:t>
            </a:r>
          </a:p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7. 🦷 😬 🦷 🦷  Tooth</a:t>
            </a:r>
          </a:p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8. 🔑 🗝️ 🚪 🔒  Key</a:t>
            </a:r>
          </a:p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9. ⛵ 🌊 🧭 ⚓  Sailboat</a:t>
            </a:r>
          </a:p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10. 🦈 🌊 🩸 🦷  Shark</a:t>
            </a:r>
          </a:p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11. 🧩 🧠 🔲 🧩  Puzzle</a:t>
            </a:r>
          </a:p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12. 🚁 🛬 🧭 🛩️  Helicopter</a:t>
            </a:r>
          </a:p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13. 🦉 🌙 🌙 🦉  Owl</a:t>
            </a:r>
          </a:p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14. 🛰️ 🌍 📡 🛰️  Satellite</a:t>
            </a:r>
          </a:p>
          <a:p>
            <a:pPr algn="ctr"/>
            <a:r>
              <a:rPr lang="en-US" sz="1400" dirty="0">
                <a:solidFill>
                  <a:srgbClr val="20292B"/>
                </a:solidFill>
                <a:latin typeface="Segoe UI"/>
                <a:cs typeface="Segoe UI"/>
              </a:rPr>
              <a:t>15. 🧊 ❄️ 🥶 🧊  Ice</a:t>
            </a:r>
          </a:p>
        </p:txBody>
      </p:sp>
      <p:sp>
        <p:nvSpPr>
          <p:cNvPr id="80" name="TimerBar"/>
          <p:cNvSpPr/>
          <p:nvPr/>
        </p:nvSpPr>
        <p:spPr>
          <a:xfrm>
            <a:off x="1096000" y="6158000"/>
            <a:ext cx="10000000" cy="220000"/>
          </a:xfrm>
          <a:prstGeom prst="roundRect">
            <a:avLst>
              <a:gd name="adj" fmla="val 8000"/>
            </a:avLst>
          </a:prstGeom>
          <a:solidFill>
            <a:srgbClr val="F48220"/>
          </a:solidFill>
          <a:ln w="12700">
            <a:solidFill>
              <a:srgbClr val="F4822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 advClick="1" advTm="30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00" fill="hold"/>
                                        <p:tgtEl>
                                          <p:spTgt spid="80"/>
                                        </p:tgtEl>
                                      </p:cBhvr>
                                      <p:from x="100000" y="100000"/>
                                      <p:to x="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uard The Heart">
  <a:themeElements>
    <a:clrScheme name="Guard The Heart">
      <a:dk1>
        <a:sysClr val="windowText" lastClr="000000"/>
      </a:dk1>
      <a:lt1>
        <a:sysClr val="window" lastClr="FFFFFF"/>
      </a:lt1>
      <a:dk2>
        <a:srgbClr val="20292B"/>
      </a:dk2>
      <a:lt2>
        <a:srgbClr val="FFF4E6"/>
      </a:lt2>
      <a:accent1>
        <a:srgbClr val="027479"/>
      </a:accent1>
      <a:accent2>
        <a:srgbClr val="F48220"/>
      </a:accent2>
      <a:accent3>
        <a:srgbClr val="BE392A"/>
      </a:accent3>
      <a:accent4>
        <a:srgbClr val="FFF6CC"/>
      </a:accent4>
      <a:accent5>
        <a:srgbClr val="52666A"/>
      </a:accent5>
      <a:accent6>
        <a:srgbClr val="E8D9C9"/>
      </a:accent6>
      <a:hlink>
        <a:srgbClr val="027479"/>
      </a:hlink>
      <a:folHlink>
        <a:srgbClr val="52666A"/>
      </a:folHlink>
    </a:clrScheme>
    <a:fontScheme name="Guard The Hear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Guard The Hear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